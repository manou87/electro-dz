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82" r:id="rId1"/>
  </p:sldMasterIdLst>
  <p:notesMasterIdLst>
    <p:notesMasterId r:id="rId18"/>
  </p:notesMasterIdLst>
  <p:handoutMasterIdLst>
    <p:handoutMasterId r:id="rId19"/>
  </p:handoutMasterIdLst>
  <p:sldIdLst>
    <p:sldId id="256" r:id="rId2"/>
    <p:sldId id="257" r:id="rId3"/>
    <p:sldId id="306" r:id="rId4"/>
    <p:sldId id="274" r:id="rId5"/>
    <p:sldId id="275" r:id="rId6"/>
    <p:sldId id="307" r:id="rId7"/>
    <p:sldId id="276" r:id="rId8"/>
    <p:sldId id="277" r:id="rId9"/>
    <p:sldId id="278" r:id="rId10"/>
    <p:sldId id="279" r:id="rId11"/>
    <p:sldId id="280" r:id="rId12"/>
    <p:sldId id="282" r:id="rId13"/>
    <p:sldId id="281" r:id="rId14"/>
    <p:sldId id="283" r:id="rId15"/>
    <p:sldId id="284" r:id="rId16"/>
    <p:sldId id="285" r:id="rId17"/>
  </p:sldIdLst>
  <p:sldSz cx="9144000" cy="6858000" type="screen4x3"/>
  <p:notesSz cx="6858000" cy="9144000"/>
  <p:custDataLst>
    <p:tags r:id="rId20"/>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63">
          <p15:clr>
            <a:srgbClr val="A4A3A4"/>
          </p15:clr>
        </p15:guide>
        <p15:guide id="2" orient="horz" pos="935">
          <p15:clr>
            <a:srgbClr val="A4A3A4"/>
          </p15:clr>
        </p15:guide>
        <p15:guide id="3" orient="horz" pos="3475">
          <p15:clr>
            <a:srgbClr val="A4A3A4"/>
          </p15:clr>
        </p15:guide>
        <p15:guide id="4" orient="horz" pos="3294">
          <p15:clr>
            <a:srgbClr val="A4A3A4"/>
          </p15:clr>
        </p15:guide>
        <p15:guide id="5" orient="horz" pos="3974">
          <p15:clr>
            <a:srgbClr val="A4A3A4"/>
          </p15:clr>
        </p15:guide>
        <p15:guide id="6" orient="horz" pos="1253">
          <p15:clr>
            <a:srgbClr val="A4A3A4"/>
          </p15:clr>
        </p15:guide>
        <p15:guide id="7" orient="horz" pos="2614">
          <p15:clr>
            <a:srgbClr val="A4A3A4"/>
          </p15:clr>
        </p15:guide>
        <p15:guide id="8" orient="horz" pos="2840">
          <p15:clr>
            <a:srgbClr val="A4A3A4"/>
          </p15:clr>
        </p15:guide>
        <p15:guide id="9" pos="2290">
          <p15:clr>
            <a:srgbClr val="A4A3A4"/>
          </p15:clr>
        </p15:guide>
        <p15:guide id="10" pos="3334">
          <p15:clr>
            <a:srgbClr val="A4A3A4"/>
          </p15:clr>
        </p15:guide>
        <p15:guide id="11" pos="387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9226"/>
    <a:srgbClr val="0C4BAF"/>
    <a:srgbClr val="D6E3BC"/>
    <a:srgbClr val="B4CAFA"/>
    <a:srgbClr val="AFEAFF"/>
    <a:srgbClr val="E6F2AC"/>
    <a:srgbClr val="FF9F9F"/>
    <a:srgbClr val="0C4B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55" autoAdjust="0"/>
    <p:restoredTop sz="72829" autoAdjust="0"/>
  </p:normalViewPr>
  <p:slideViewPr>
    <p:cSldViewPr>
      <p:cViewPr varScale="1">
        <p:scale>
          <a:sx n="52" d="100"/>
          <a:sy n="52" d="100"/>
        </p:scale>
        <p:origin x="2184" y="265"/>
      </p:cViewPr>
      <p:guideLst>
        <p:guide orient="horz" pos="663"/>
        <p:guide orient="horz" pos="935"/>
        <p:guide orient="horz" pos="3475"/>
        <p:guide orient="horz" pos="3294"/>
        <p:guide orient="horz" pos="3974"/>
        <p:guide orient="horz" pos="1253"/>
        <p:guide orient="horz" pos="2614"/>
        <p:guide orient="horz" pos="2840"/>
        <p:guide pos="2290"/>
        <p:guide pos="3334"/>
        <p:guide pos="3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71" d="100"/>
          <a:sy n="71" d="100"/>
        </p:scale>
        <p:origin x="-279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Unal" userId="d77f72b3-53d7-4cb7-8425-5a8f29447216" providerId="ADAL" clId="{A5CB6BCE-CFF7-469F-AABE-282CE60C0D3F}"/>
    <pc:docChg chg="addSld delSld modSld">
      <pc:chgData name="Ufuk Unal" userId="d77f72b3-53d7-4cb7-8425-5a8f29447216" providerId="ADAL" clId="{A5CB6BCE-CFF7-469F-AABE-282CE60C0D3F}" dt="2023-04-06T13:04:36.292" v="10" actId="47"/>
      <pc:docMkLst>
        <pc:docMk/>
      </pc:docMkLst>
      <pc:sldChg chg="modSp mod">
        <pc:chgData name="Ufuk Unal" userId="d77f72b3-53d7-4cb7-8425-5a8f29447216" providerId="ADAL" clId="{A5CB6BCE-CFF7-469F-AABE-282CE60C0D3F}" dt="2023-04-06T13:03:46.002" v="7" actId="20577"/>
        <pc:sldMkLst>
          <pc:docMk/>
          <pc:sldMk cId="2459807384" sldId="256"/>
        </pc:sldMkLst>
      </pc:sldChg>
      <pc:sldChg chg="add">
        <pc:chgData name="Ufuk Unal" userId="d77f72b3-53d7-4cb7-8425-5a8f29447216" providerId="ADAL" clId="{A5CB6BCE-CFF7-469F-AABE-282CE60C0D3F}" dt="2023-04-06T13:03:57.615" v="8"/>
        <pc:sldMkLst>
          <pc:docMk/>
          <pc:sldMk cId="998842949" sldId="257"/>
        </pc:sldMkLst>
      </pc:sldChg>
      <pc:sldChg chg="add">
        <pc:chgData name="Ufuk Unal" userId="d77f72b3-53d7-4cb7-8425-5a8f29447216" providerId="ADAL" clId="{A5CB6BCE-CFF7-469F-AABE-282CE60C0D3F}" dt="2023-04-06T13:03:57.615" v="8"/>
        <pc:sldMkLst>
          <pc:docMk/>
          <pc:sldMk cId="3205511851" sldId="286"/>
        </pc:sldMkLst>
      </pc:sldChg>
      <pc:sldChg chg="add">
        <pc:chgData name="Ufuk Unal" userId="d77f72b3-53d7-4cb7-8425-5a8f29447216" providerId="ADAL" clId="{A5CB6BCE-CFF7-469F-AABE-282CE60C0D3F}" dt="2023-04-06T13:03:57.615" v="8"/>
        <pc:sldMkLst>
          <pc:docMk/>
          <pc:sldMk cId="8838512" sldId="287"/>
        </pc:sldMkLst>
      </pc:sldChg>
      <pc:sldChg chg="add">
        <pc:chgData name="Ufuk Unal" userId="d77f72b3-53d7-4cb7-8425-5a8f29447216" providerId="ADAL" clId="{A5CB6BCE-CFF7-469F-AABE-282CE60C0D3F}" dt="2023-04-06T13:03:57.615" v="8"/>
        <pc:sldMkLst>
          <pc:docMk/>
          <pc:sldMk cId="2281775076" sldId="288"/>
        </pc:sldMkLst>
      </pc:sldChg>
      <pc:sldChg chg="add">
        <pc:chgData name="Ufuk Unal" userId="d77f72b3-53d7-4cb7-8425-5a8f29447216" providerId="ADAL" clId="{A5CB6BCE-CFF7-469F-AABE-282CE60C0D3F}" dt="2023-04-06T13:03:57.615" v="8"/>
        <pc:sldMkLst>
          <pc:docMk/>
          <pc:sldMk cId="1073715606" sldId="289"/>
        </pc:sldMkLst>
      </pc:sldChg>
      <pc:sldChg chg="add">
        <pc:chgData name="Ufuk Unal" userId="d77f72b3-53d7-4cb7-8425-5a8f29447216" providerId="ADAL" clId="{A5CB6BCE-CFF7-469F-AABE-282CE60C0D3F}" dt="2023-04-06T13:03:57.615" v="8"/>
        <pc:sldMkLst>
          <pc:docMk/>
          <pc:sldMk cId="2608193054" sldId="290"/>
        </pc:sldMkLst>
      </pc:sldChg>
      <pc:sldChg chg="add">
        <pc:chgData name="Ufuk Unal" userId="d77f72b3-53d7-4cb7-8425-5a8f29447216" providerId="ADAL" clId="{A5CB6BCE-CFF7-469F-AABE-282CE60C0D3F}" dt="2023-04-06T13:03:57.615" v="8"/>
        <pc:sldMkLst>
          <pc:docMk/>
          <pc:sldMk cId="3236013279" sldId="291"/>
        </pc:sldMkLst>
      </pc:sldChg>
      <pc:sldChg chg="add">
        <pc:chgData name="Ufuk Unal" userId="d77f72b3-53d7-4cb7-8425-5a8f29447216" providerId="ADAL" clId="{A5CB6BCE-CFF7-469F-AABE-282CE60C0D3F}" dt="2023-04-06T13:03:57.615" v="8"/>
        <pc:sldMkLst>
          <pc:docMk/>
          <pc:sldMk cId="1944076353" sldId="292"/>
        </pc:sldMkLst>
      </pc:sldChg>
      <pc:sldChg chg="add">
        <pc:chgData name="Ufuk Unal" userId="d77f72b3-53d7-4cb7-8425-5a8f29447216" providerId="ADAL" clId="{A5CB6BCE-CFF7-469F-AABE-282CE60C0D3F}" dt="2023-04-06T13:03:57.615" v="8"/>
        <pc:sldMkLst>
          <pc:docMk/>
          <pc:sldMk cId="917736273" sldId="293"/>
        </pc:sldMkLst>
      </pc:sldChg>
      <pc:sldChg chg="add">
        <pc:chgData name="Ufuk Unal" userId="d77f72b3-53d7-4cb7-8425-5a8f29447216" providerId="ADAL" clId="{A5CB6BCE-CFF7-469F-AABE-282CE60C0D3F}" dt="2023-04-06T13:03:57.615" v="8"/>
        <pc:sldMkLst>
          <pc:docMk/>
          <pc:sldMk cId="1152956858" sldId="294"/>
        </pc:sldMkLst>
      </pc:sldChg>
      <pc:sldChg chg="add">
        <pc:chgData name="Ufuk Unal" userId="d77f72b3-53d7-4cb7-8425-5a8f29447216" providerId="ADAL" clId="{A5CB6BCE-CFF7-469F-AABE-282CE60C0D3F}" dt="2023-04-06T13:03:57.615" v="8"/>
        <pc:sldMkLst>
          <pc:docMk/>
          <pc:sldMk cId="3953398966" sldId="295"/>
        </pc:sldMkLst>
      </pc:sldChg>
      <pc:sldChg chg="add">
        <pc:chgData name="Ufuk Unal" userId="d77f72b3-53d7-4cb7-8425-5a8f29447216" providerId="ADAL" clId="{A5CB6BCE-CFF7-469F-AABE-282CE60C0D3F}" dt="2023-04-06T13:03:57.615" v="8"/>
        <pc:sldMkLst>
          <pc:docMk/>
          <pc:sldMk cId="2167178223" sldId="296"/>
        </pc:sldMkLst>
      </pc:sldChg>
      <pc:sldChg chg="add">
        <pc:chgData name="Ufuk Unal" userId="d77f72b3-53d7-4cb7-8425-5a8f29447216" providerId="ADAL" clId="{A5CB6BCE-CFF7-469F-AABE-282CE60C0D3F}" dt="2023-04-06T13:03:57.615" v="8"/>
        <pc:sldMkLst>
          <pc:docMk/>
          <pc:sldMk cId="3072424695" sldId="297"/>
        </pc:sldMkLst>
      </pc:sldChg>
      <pc:sldChg chg="add">
        <pc:chgData name="Ufuk Unal" userId="d77f72b3-53d7-4cb7-8425-5a8f29447216" providerId="ADAL" clId="{A5CB6BCE-CFF7-469F-AABE-282CE60C0D3F}" dt="2023-04-06T13:03:57.615" v="8"/>
        <pc:sldMkLst>
          <pc:docMk/>
          <pc:sldMk cId="2043198107" sldId="298"/>
        </pc:sldMkLst>
      </pc:sldChg>
      <pc:sldChg chg="add">
        <pc:chgData name="Ufuk Unal" userId="d77f72b3-53d7-4cb7-8425-5a8f29447216" providerId="ADAL" clId="{A5CB6BCE-CFF7-469F-AABE-282CE60C0D3F}" dt="2023-04-06T13:03:57.615" v="8"/>
        <pc:sldMkLst>
          <pc:docMk/>
          <pc:sldMk cId="2928479514" sldId="299"/>
        </pc:sldMkLst>
      </pc:sldChg>
      <pc:sldChg chg="add">
        <pc:chgData name="Ufuk Unal" userId="d77f72b3-53d7-4cb7-8425-5a8f29447216" providerId="ADAL" clId="{A5CB6BCE-CFF7-469F-AABE-282CE60C0D3F}" dt="2023-04-06T13:03:57.615" v="8"/>
        <pc:sldMkLst>
          <pc:docMk/>
          <pc:sldMk cId="446979928" sldId="300"/>
        </pc:sldMkLst>
      </pc:sldChg>
      <pc:sldChg chg="add">
        <pc:chgData name="Ufuk Unal" userId="d77f72b3-53d7-4cb7-8425-5a8f29447216" providerId="ADAL" clId="{A5CB6BCE-CFF7-469F-AABE-282CE60C0D3F}" dt="2023-04-06T13:03:57.615" v="8"/>
        <pc:sldMkLst>
          <pc:docMk/>
          <pc:sldMk cId="2359428810" sldId="301"/>
        </pc:sldMkLst>
      </pc:sldChg>
      <pc:sldChg chg="add">
        <pc:chgData name="Ufuk Unal" userId="d77f72b3-53d7-4cb7-8425-5a8f29447216" providerId="ADAL" clId="{A5CB6BCE-CFF7-469F-AABE-282CE60C0D3F}" dt="2023-04-06T13:03:57.615" v="8"/>
        <pc:sldMkLst>
          <pc:docMk/>
          <pc:sldMk cId="722043997" sldId="302"/>
        </pc:sldMkLst>
      </pc:sldChg>
      <pc:sldChg chg="add">
        <pc:chgData name="Ufuk Unal" userId="d77f72b3-53d7-4cb7-8425-5a8f29447216" providerId="ADAL" clId="{A5CB6BCE-CFF7-469F-AABE-282CE60C0D3F}" dt="2023-04-06T13:03:57.615" v="8"/>
        <pc:sldMkLst>
          <pc:docMk/>
          <pc:sldMk cId="1492922032" sldId="303"/>
        </pc:sldMkLst>
      </pc:sldChg>
      <pc:sldChg chg="add">
        <pc:chgData name="Ufuk Unal" userId="d77f72b3-53d7-4cb7-8425-5a8f29447216" providerId="ADAL" clId="{A5CB6BCE-CFF7-469F-AABE-282CE60C0D3F}" dt="2023-04-06T13:03:57.615" v="8"/>
        <pc:sldMkLst>
          <pc:docMk/>
          <pc:sldMk cId="3578986941" sldId="304"/>
        </pc:sldMkLst>
      </pc:sldChg>
      <pc:sldChg chg="del">
        <pc:chgData name="Ufuk Unal" userId="d77f72b3-53d7-4cb7-8425-5a8f29447216" providerId="ADAL" clId="{A5CB6BCE-CFF7-469F-AABE-282CE60C0D3F}" dt="2023-04-06T13:04:36.292" v="10" actId="47"/>
        <pc:sldMkLst>
          <pc:docMk/>
          <pc:sldMk cId="3311703480" sldId="325"/>
        </pc:sldMkLst>
      </pc:sldChg>
      <pc:sldChg chg="del">
        <pc:chgData name="Ufuk Unal" userId="d77f72b3-53d7-4cb7-8425-5a8f29447216" providerId="ADAL" clId="{A5CB6BCE-CFF7-469F-AABE-282CE60C0D3F}" dt="2023-04-06T13:04:36.292" v="10" actId="47"/>
        <pc:sldMkLst>
          <pc:docMk/>
          <pc:sldMk cId="3673250314" sldId="326"/>
        </pc:sldMkLst>
      </pc:sldChg>
      <pc:sldChg chg="del">
        <pc:chgData name="Ufuk Unal" userId="d77f72b3-53d7-4cb7-8425-5a8f29447216" providerId="ADAL" clId="{A5CB6BCE-CFF7-469F-AABE-282CE60C0D3F}" dt="2023-04-06T13:04:36.292" v="10" actId="47"/>
        <pc:sldMkLst>
          <pc:docMk/>
          <pc:sldMk cId="2503827922" sldId="327"/>
        </pc:sldMkLst>
      </pc:sldChg>
      <pc:sldChg chg="del">
        <pc:chgData name="Ufuk Unal" userId="d77f72b3-53d7-4cb7-8425-5a8f29447216" providerId="ADAL" clId="{A5CB6BCE-CFF7-469F-AABE-282CE60C0D3F}" dt="2023-04-06T13:04:36.292" v="10" actId="47"/>
        <pc:sldMkLst>
          <pc:docMk/>
          <pc:sldMk cId="4063430119" sldId="328"/>
        </pc:sldMkLst>
      </pc:sldChg>
      <pc:sldChg chg="del">
        <pc:chgData name="Ufuk Unal" userId="d77f72b3-53d7-4cb7-8425-5a8f29447216" providerId="ADAL" clId="{A5CB6BCE-CFF7-469F-AABE-282CE60C0D3F}" dt="2023-04-06T13:04:36.292" v="10" actId="47"/>
        <pc:sldMkLst>
          <pc:docMk/>
          <pc:sldMk cId="1976804067" sldId="329"/>
        </pc:sldMkLst>
      </pc:sldChg>
      <pc:sldChg chg="del">
        <pc:chgData name="Ufuk Unal" userId="d77f72b3-53d7-4cb7-8425-5a8f29447216" providerId="ADAL" clId="{A5CB6BCE-CFF7-469F-AABE-282CE60C0D3F}" dt="2023-04-06T13:04:36.292" v="10" actId="47"/>
        <pc:sldMkLst>
          <pc:docMk/>
          <pc:sldMk cId="1374603204" sldId="341"/>
        </pc:sldMkLst>
      </pc:sldChg>
      <pc:sldChg chg="del">
        <pc:chgData name="Ufuk Unal" userId="d77f72b3-53d7-4cb7-8425-5a8f29447216" providerId="ADAL" clId="{A5CB6BCE-CFF7-469F-AABE-282CE60C0D3F}" dt="2023-04-06T13:04:36.292" v="10" actId="47"/>
        <pc:sldMkLst>
          <pc:docMk/>
          <pc:sldMk cId="1994260570" sldId="342"/>
        </pc:sldMkLst>
      </pc:sldChg>
      <pc:sldChg chg="del">
        <pc:chgData name="Ufuk Unal" userId="d77f72b3-53d7-4cb7-8425-5a8f29447216" providerId="ADAL" clId="{A5CB6BCE-CFF7-469F-AABE-282CE60C0D3F}" dt="2023-04-06T13:04:36.292" v="10" actId="47"/>
        <pc:sldMkLst>
          <pc:docMk/>
          <pc:sldMk cId="2416504450" sldId="343"/>
        </pc:sldMkLst>
      </pc:sldChg>
      <pc:sldChg chg="del">
        <pc:chgData name="Ufuk Unal" userId="d77f72b3-53d7-4cb7-8425-5a8f29447216" providerId="ADAL" clId="{A5CB6BCE-CFF7-469F-AABE-282CE60C0D3F}" dt="2023-04-06T13:04:36.292" v="10" actId="47"/>
        <pc:sldMkLst>
          <pc:docMk/>
          <pc:sldMk cId="2684641891" sldId="344"/>
        </pc:sldMkLst>
      </pc:sldChg>
      <pc:sldChg chg="del">
        <pc:chgData name="Ufuk Unal" userId="d77f72b3-53d7-4cb7-8425-5a8f29447216" providerId="ADAL" clId="{A5CB6BCE-CFF7-469F-AABE-282CE60C0D3F}" dt="2023-04-06T13:04:36.292" v="10" actId="47"/>
        <pc:sldMkLst>
          <pc:docMk/>
          <pc:sldMk cId="1396881717" sldId="345"/>
        </pc:sldMkLst>
      </pc:sldChg>
      <pc:sldChg chg="del">
        <pc:chgData name="Ufuk Unal" userId="d77f72b3-53d7-4cb7-8425-5a8f29447216" providerId="ADAL" clId="{A5CB6BCE-CFF7-469F-AABE-282CE60C0D3F}" dt="2023-04-06T13:04:36.292" v="10" actId="47"/>
        <pc:sldMkLst>
          <pc:docMk/>
          <pc:sldMk cId="4104435945" sldId="346"/>
        </pc:sldMkLst>
      </pc:sldChg>
      <pc:sldChg chg="del">
        <pc:chgData name="Ufuk Unal" userId="d77f72b3-53d7-4cb7-8425-5a8f29447216" providerId="ADAL" clId="{A5CB6BCE-CFF7-469F-AABE-282CE60C0D3F}" dt="2023-04-06T13:04:36.292" v="10" actId="47"/>
        <pc:sldMkLst>
          <pc:docMk/>
          <pc:sldMk cId="2470924352" sldId="347"/>
        </pc:sldMkLst>
      </pc:sldChg>
      <pc:sldChg chg="del">
        <pc:chgData name="Ufuk Unal" userId="d77f72b3-53d7-4cb7-8425-5a8f29447216" providerId="ADAL" clId="{A5CB6BCE-CFF7-469F-AABE-282CE60C0D3F}" dt="2023-04-06T13:04:36.292" v="10" actId="47"/>
        <pc:sldMkLst>
          <pc:docMk/>
          <pc:sldMk cId="838802227" sldId="349"/>
        </pc:sldMkLst>
      </pc:sldChg>
      <pc:sldChg chg="del">
        <pc:chgData name="Ufuk Unal" userId="d77f72b3-53d7-4cb7-8425-5a8f29447216" providerId="ADAL" clId="{A5CB6BCE-CFF7-469F-AABE-282CE60C0D3F}" dt="2023-04-06T13:04:36.292" v="10" actId="47"/>
        <pc:sldMkLst>
          <pc:docMk/>
          <pc:sldMk cId="1108545243" sldId="350"/>
        </pc:sldMkLst>
      </pc:sldChg>
      <pc:sldChg chg="del">
        <pc:chgData name="Ufuk Unal" userId="d77f72b3-53d7-4cb7-8425-5a8f29447216" providerId="ADAL" clId="{A5CB6BCE-CFF7-469F-AABE-282CE60C0D3F}" dt="2023-04-06T13:04:36.292" v="10" actId="47"/>
        <pc:sldMkLst>
          <pc:docMk/>
          <pc:sldMk cId="1001165308" sldId="351"/>
        </pc:sldMkLst>
      </pc:sldChg>
      <pc:sldChg chg="del">
        <pc:chgData name="Ufuk Unal" userId="d77f72b3-53d7-4cb7-8425-5a8f29447216" providerId="ADAL" clId="{A5CB6BCE-CFF7-469F-AABE-282CE60C0D3F}" dt="2023-04-06T13:04:36.292" v="10" actId="47"/>
        <pc:sldMkLst>
          <pc:docMk/>
          <pc:sldMk cId="3243177277" sldId="352"/>
        </pc:sldMkLst>
      </pc:sldChg>
      <pc:sldChg chg="del">
        <pc:chgData name="Ufuk Unal" userId="d77f72b3-53d7-4cb7-8425-5a8f29447216" providerId="ADAL" clId="{A5CB6BCE-CFF7-469F-AABE-282CE60C0D3F}" dt="2023-04-06T13:04:36.292" v="10" actId="47"/>
        <pc:sldMkLst>
          <pc:docMk/>
          <pc:sldMk cId="2021682167" sldId="353"/>
        </pc:sldMkLst>
      </pc:sldChg>
      <pc:sldChg chg="del">
        <pc:chgData name="Ufuk Unal" userId="d77f72b3-53d7-4cb7-8425-5a8f29447216" providerId="ADAL" clId="{A5CB6BCE-CFF7-469F-AABE-282CE60C0D3F}" dt="2023-04-06T13:04:36.292" v="10" actId="47"/>
        <pc:sldMkLst>
          <pc:docMk/>
          <pc:sldMk cId="423197906" sldId="354"/>
        </pc:sldMkLst>
      </pc:sldChg>
      <pc:sldChg chg="del">
        <pc:chgData name="Ufuk Unal" userId="d77f72b3-53d7-4cb7-8425-5a8f29447216" providerId="ADAL" clId="{A5CB6BCE-CFF7-469F-AABE-282CE60C0D3F}" dt="2023-04-06T13:04:36.292" v="10" actId="47"/>
        <pc:sldMkLst>
          <pc:docMk/>
          <pc:sldMk cId="4233599654" sldId="355"/>
        </pc:sldMkLst>
      </pc:sldChg>
      <pc:sldChg chg="del">
        <pc:chgData name="Ufuk Unal" userId="d77f72b3-53d7-4cb7-8425-5a8f29447216" providerId="ADAL" clId="{A5CB6BCE-CFF7-469F-AABE-282CE60C0D3F}" dt="2023-04-06T13:04:36.292" v="10" actId="47"/>
        <pc:sldMkLst>
          <pc:docMk/>
          <pc:sldMk cId="3798046907" sldId="357"/>
        </pc:sldMkLst>
      </pc:sldChg>
      <pc:sldChg chg="del">
        <pc:chgData name="Ufuk Unal" userId="d77f72b3-53d7-4cb7-8425-5a8f29447216" providerId="ADAL" clId="{A5CB6BCE-CFF7-469F-AABE-282CE60C0D3F}" dt="2023-04-06T13:04:36.292" v="10" actId="47"/>
        <pc:sldMkLst>
          <pc:docMk/>
          <pc:sldMk cId="2763019059" sldId="358"/>
        </pc:sldMkLst>
      </pc:sldChg>
      <pc:sldChg chg="del">
        <pc:chgData name="Ufuk Unal" userId="d77f72b3-53d7-4cb7-8425-5a8f29447216" providerId="ADAL" clId="{A5CB6BCE-CFF7-469F-AABE-282CE60C0D3F}" dt="2023-04-06T13:04:36.292" v="10" actId="47"/>
        <pc:sldMkLst>
          <pc:docMk/>
          <pc:sldMk cId="1502931874" sldId="359"/>
        </pc:sldMkLst>
      </pc:sldChg>
      <pc:sldChg chg="del">
        <pc:chgData name="Ufuk Unal" userId="d77f72b3-53d7-4cb7-8425-5a8f29447216" providerId="ADAL" clId="{A5CB6BCE-CFF7-469F-AABE-282CE60C0D3F}" dt="2023-04-06T13:04:36.292" v="10" actId="47"/>
        <pc:sldMkLst>
          <pc:docMk/>
          <pc:sldMk cId="2784854281" sldId="360"/>
        </pc:sldMkLst>
      </pc:sldChg>
      <pc:sldChg chg="del">
        <pc:chgData name="Ufuk Unal" userId="d77f72b3-53d7-4cb7-8425-5a8f29447216" providerId="ADAL" clId="{A5CB6BCE-CFF7-469F-AABE-282CE60C0D3F}" dt="2023-04-06T13:04:36.292" v="10" actId="47"/>
        <pc:sldMkLst>
          <pc:docMk/>
          <pc:sldMk cId="81848509" sldId="361"/>
        </pc:sldMkLst>
      </pc:sldChg>
      <pc:sldChg chg="del">
        <pc:chgData name="Ufuk Unal" userId="d77f72b3-53d7-4cb7-8425-5a8f29447216" providerId="ADAL" clId="{A5CB6BCE-CFF7-469F-AABE-282CE60C0D3F}" dt="2023-04-06T13:04:36.292" v="10" actId="47"/>
        <pc:sldMkLst>
          <pc:docMk/>
          <pc:sldMk cId="2726252616" sldId="362"/>
        </pc:sldMkLst>
      </pc:sldChg>
      <pc:sldChg chg="del">
        <pc:chgData name="Ufuk Unal" userId="d77f72b3-53d7-4cb7-8425-5a8f29447216" providerId="ADAL" clId="{A5CB6BCE-CFF7-469F-AABE-282CE60C0D3F}" dt="2023-04-06T13:04:36.292" v="10" actId="47"/>
        <pc:sldMkLst>
          <pc:docMk/>
          <pc:sldMk cId="114654693" sldId="363"/>
        </pc:sldMkLst>
      </pc:sldChg>
      <pc:sldChg chg="del">
        <pc:chgData name="Ufuk Unal" userId="d77f72b3-53d7-4cb7-8425-5a8f29447216" providerId="ADAL" clId="{A5CB6BCE-CFF7-469F-AABE-282CE60C0D3F}" dt="2023-04-06T13:04:36.292" v="10" actId="47"/>
        <pc:sldMkLst>
          <pc:docMk/>
          <pc:sldMk cId="68671429" sldId="364"/>
        </pc:sldMkLst>
      </pc:sldChg>
      <pc:sldChg chg="del">
        <pc:chgData name="Ufuk Unal" userId="d77f72b3-53d7-4cb7-8425-5a8f29447216" providerId="ADAL" clId="{A5CB6BCE-CFF7-469F-AABE-282CE60C0D3F}" dt="2023-04-06T13:04:36.292" v="10" actId="47"/>
        <pc:sldMkLst>
          <pc:docMk/>
          <pc:sldMk cId="3814972833" sldId="365"/>
        </pc:sldMkLst>
      </pc:sldChg>
      <pc:sldChg chg="del">
        <pc:chgData name="Ufuk Unal" userId="d77f72b3-53d7-4cb7-8425-5a8f29447216" providerId="ADAL" clId="{A5CB6BCE-CFF7-469F-AABE-282CE60C0D3F}" dt="2023-04-06T13:04:36.292" v="10" actId="47"/>
        <pc:sldMkLst>
          <pc:docMk/>
          <pc:sldMk cId="1766050880" sldId="366"/>
        </pc:sldMkLst>
      </pc:sldChg>
      <pc:sldChg chg="del">
        <pc:chgData name="Ufuk Unal" userId="d77f72b3-53d7-4cb7-8425-5a8f29447216" providerId="ADAL" clId="{A5CB6BCE-CFF7-469F-AABE-282CE60C0D3F}" dt="2023-04-06T13:04:36.292" v="10" actId="47"/>
        <pc:sldMkLst>
          <pc:docMk/>
          <pc:sldMk cId="2830932289" sldId="367"/>
        </pc:sldMkLst>
      </pc:sldChg>
      <pc:sldChg chg="del">
        <pc:chgData name="Ufuk Unal" userId="d77f72b3-53d7-4cb7-8425-5a8f29447216" providerId="ADAL" clId="{A5CB6BCE-CFF7-469F-AABE-282CE60C0D3F}" dt="2023-04-06T13:04:36.292" v="10" actId="47"/>
        <pc:sldMkLst>
          <pc:docMk/>
          <pc:sldMk cId="3461289532" sldId="368"/>
        </pc:sldMkLst>
      </pc:sldChg>
      <pc:sldChg chg="del">
        <pc:chgData name="Ufuk Unal" userId="d77f72b3-53d7-4cb7-8425-5a8f29447216" providerId="ADAL" clId="{A5CB6BCE-CFF7-469F-AABE-282CE60C0D3F}" dt="2023-04-06T13:04:36.292" v="10" actId="47"/>
        <pc:sldMkLst>
          <pc:docMk/>
          <pc:sldMk cId="1006181768" sldId="369"/>
        </pc:sldMkLst>
      </pc:sldChg>
      <pc:sldChg chg="del">
        <pc:chgData name="Ufuk Unal" userId="d77f72b3-53d7-4cb7-8425-5a8f29447216" providerId="ADAL" clId="{A5CB6BCE-CFF7-469F-AABE-282CE60C0D3F}" dt="2023-04-06T13:04:36.292" v="10" actId="47"/>
        <pc:sldMkLst>
          <pc:docMk/>
          <pc:sldMk cId="1944942873" sldId="370"/>
        </pc:sldMkLst>
      </pc:sldChg>
      <pc:sldChg chg="del">
        <pc:chgData name="Ufuk Unal" userId="d77f72b3-53d7-4cb7-8425-5a8f29447216" providerId="ADAL" clId="{A5CB6BCE-CFF7-469F-AABE-282CE60C0D3F}" dt="2023-04-06T13:04:36.292" v="10" actId="47"/>
        <pc:sldMkLst>
          <pc:docMk/>
          <pc:sldMk cId="2853401936" sldId="371"/>
        </pc:sldMkLst>
      </pc:sldChg>
      <pc:sldChg chg="del">
        <pc:chgData name="Ufuk Unal" userId="d77f72b3-53d7-4cb7-8425-5a8f29447216" providerId="ADAL" clId="{A5CB6BCE-CFF7-469F-AABE-282CE60C0D3F}" dt="2023-04-06T13:04:36.292" v="10" actId="47"/>
        <pc:sldMkLst>
          <pc:docMk/>
          <pc:sldMk cId="2263266425" sldId="372"/>
        </pc:sldMkLst>
      </pc:sldChg>
      <pc:sldChg chg="add del">
        <pc:chgData name="Ufuk Unal" userId="d77f72b3-53d7-4cb7-8425-5a8f29447216" providerId="ADAL" clId="{A5CB6BCE-CFF7-469F-AABE-282CE60C0D3F}" dt="2023-04-06T13:04:06.500" v="9" actId="47"/>
        <pc:sldMkLst>
          <pc:docMk/>
          <pc:sldMk cId="1086794968" sldId="373"/>
        </pc:sldMkLst>
      </pc:sldChg>
    </pc:docChg>
  </pc:docChgLst>
  <pc:docChgLst>
    <pc:chgData name="Ufuk Unal" userId="d77f72b3-53d7-4cb7-8425-5a8f29447216" providerId="ADAL" clId="{B0DF57DB-BE44-48D9-A5E9-05DDE94F5005}"/>
    <pc:docChg chg="custSel modSld modMainMaster">
      <pc:chgData name="Ufuk Unal" userId="d77f72b3-53d7-4cb7-8425-5a8f29447216" providerId="ADAL" clId="{B0DF57DB-BE44-48D9-A5E9-05DDE94F5005}" dt="2023-03-14T10:09:21.256" v="54" actId="6549"/>
      <pc:docMkLst>
        <pc:docMk/>
      </pc:docMkLst>
      <pc:sldChg chg="delSp modSp mod">
        <pc:chgData name="Ufuk Unal" userId="d77f72b3-53d7-4cb7-8425-5a8f29447216" providerId="ADAL" clId="{B0DF57DB-BE44-48D9-A5E9-05DDE94F5005}" dt="2023-03-14T09:40:49.424" v="2" actId="20577"/>
        <pc:sldMkLst>
          <pc:docMk/>
          <pc:sldMk cId="2459807384" sldId="256"/>
        </pc:sldMkLst>
      </pc:sldChg>
      <pc:sldChg chg="modNotesTx">
        <pc:chgData name="Ufuk Unal" userId="d77f72b3-53d7-4cb7-8425-5a8f29447216" providerId="ADAL" clId="{B0DF57DB-BE44-48D9-A5E9-05DDE94F5005}" dt="2023-03-14T09:41:48.685" v="4" actId="6549"/>
        <pc:sldMkLst>
          <pc:docMk/>
          <pc:sldMk cId="3311703480" sldId="325"/>
        </pc:sldMkLst>
      </pc:sldChg>
      <pc:sldChg chg="modNotesTx">
        <pc:chgData name="Ufuk Unal" userId="d77f72b3-53d7-4cb7-8425-5a8f29447216" providerId="ADAL" clId="{B0DF57DB-BE44-48D9-A5E9-05DDE94F5005}" dt="2023-03-14T10:07:00.303" v="45" actId="6549"/>
        <pc:sldMkLst>
          <pc:docMk/>
          <pc:sldMk cId="3673250314" sldId="326"/>
        </pc:sldMkLst>
      </pc:sldChg>
      <pc:sldChg chg="modNotesTx">
        <pc:chgData name="Ufuk Unal" userId="d77f72b3-53d7-4cb7-8425-5a8f29447216" providerId="ADAL" clId="{B0DF57DB-BE44-48D9-A5E9-05DDE94F5005}" dt="2023-03-14T10:08:53.084" v="50" actId="6549"/>
        <pc:sldMkLst>
          <pc:docMk/>
          <pc:sldMk cId="2503827922" sldId="327"/>
        </pc:sldMkLst>
      </pc:sldChg>
      <pc:sldChg chg="modNotesTx">
        <pc:chgData name="Ufuk Unal" userId="d77f72b3-53d7-4cb7-8425-5a8f29447216" providerId="ADAL" clId="{B0DF57DB-BE44-48D9-A5E9-05DDE94F5005}" dt="2023-03-14T10:08:58.409" v="51" actId="6549"/>
        <pc:sldMkLst>
          <pc:docMk/>
          <pc:sldMk cId="4063430119" sldId="328"/>
        </pc:sldMkLst>
      </pc:sldChg>
      <pc:sldChg chg="modNotesTx">
        <pc:chgData name="Ufuk Unal" userId="d77f72b3-53d7-4cb7-8425-5a8f29447216" providerId="ADAL" clId="{B0DF57DB-BE44-48D9-A5E9-05DDE94F5005}" dt="2023-03-14T10:09:07.868" v="53" actId="6549"/>
        <pc:sldMkLst>
          <pc:docMk/>
          <pc:sldMk cId="1976804067" sldId="329"/>
        </pc:sldMkLst>
      </pc:sldChg>
      <pc:sldChg chg="modSp mod modNotesTx">
        <pc:chgData name="Ufuk Unal" userId="d77f72b3-53d7-4cb7-8425-5a8f29447216" providerId="ADAL" clId="{B0DF57DB-BE44-48D9-A5E9-05DDE94F5005}" dt="2023-03-14T09:42:40.900" v="18" actId="20577"/>
        <pc:sldMkLst>
          <pc:docMk/>
          <pc:sldMk cId="1374603204" sldId="341"/>
        </pc:sldMkLst>
      </pc:sldChg>
      <pc:sldChg chg="modNotesTx">
        <pc:chgData name="Ufuk Unal" userId="d77f72b3-53d7-4cb7-8425-5a8f29447216" providerId="ADAL" clId="{B0DF57DB-BE44-48D9-A5E9-05DDE94F5005}" dt="2023-03-14T09:43:14.588" v="19" actId="6549"/>
        <pc:sldMkLst>
          <pc:docMk/>
          <pc:sldMk cId="1994260570" sldId="342"/>
        </pc:sldMkLst>
      </pc:sldChg>
      <pc:sldChg chg="modNotesTx">
        <pc:chgData name="Ufuk Unal" userId="d77f72b3-53d7-4cb7-8425-5a8f29447216" providerId="ADAL" clId="{B0DF57DB-BE44-48D9-A5E9-05DDE94F5005}" dt="2023-03-14T09:43:33.699" v="20" actId="6549"/>
        <pc:sldMkLst>
          <pc:docMk/>
          <pc:sldMk cId="2416504450" sldId="343"/>
        </pc:sldMkLst>
      </pc:sldChg>
      <pc:sldChg chg="modSp mod modNotesTx">
        <pc:chgData name="Ufuk Unal" userId="d77f72b3-53d7-4cb7-8425-5a8f29447216" providerId="ADAL" clId="{B0DF57DB-BE44-48D9-A5E9-05DDE94F5005}" dt="2023-03-14T09:44:48.693" v="25" actId="20577"/>
        <pc:sldMkLst>
          <pc:docMk/>
          <pc:sldMk cId="2684641891" sldId="344"/>
        </pc:sldMkLst>
      </pc:sldChg>
      <pc:sldChg chg="modNotesTx">
        <pc:chgData name="Ufuk Unal" userId="d77f72b3-53d7-4cb7-8425-5a8f29447216" providerId="ADAL" clId="{B0DF57DB-BE44-48D9-A5E9-05DDE94F5005}" dt="2023-03-14T09:46:02.188" v="30" actId="6549"/>
        <pc:sldMkLst>
          <pc:docMk/>
          <pc:sldMk cId="1396881717" sldId="345"/>
        </pc:sldMkLst>
      </pc:sldChg>
      <pc:sldChg chg="modNotesTx">
        <pc:chgData name="Ufuk Unal" userId="d77f72b3-53d7-4cb7-8425-5a8f29447216" providerId="ADAL" clId="{B0DF57DB-BE44-48D9-A5E9-05DDE94F5005}" dt="2023-03-14T09:46:08.139" v="31" actId="6549"/>
        <pc:sldMkLst>
          <pc:docMk/>
          <pc:sldMk cId="4104435945" sldId="346"/>
        </pc:sldMkLst>
      </pc:sldChg>
      <pc:sldChg chg="modNotesTx">
        <pc:chgData name="Ufuk Unal" userId="d77f72b3-53d7-4cb7-8425-5a8f29447216" providerId="ADAL" clId="{B0DF57DB-BE44-48D9-A5E9-05DDE94F5005}" dt="2023-03-14T09:46:29.030" v="33" actId="6549"/>
        <pc:sldMkLst>
          <pc:docMk/>
          <pc:sldMk cId="2470924352" sldId="347"/>
        </pc:sldMkLst>
      </pc:sldChg>
      <pc:sldChg chg="modNotesTx">
        <pc:chgData name="Ufuk Unal" userId="d77f72b3-53d7-4cb7-8425-5a8f29447216" providerId="ADAL" clId="{B0DF57DB-BE44-48D9-A5E9-05DDE94F5005}" dt="2023-03-14T09:46:37.348" v="35" actId="6549"/>
        <pc:sldMkLst>
          <pc:docMk/>
          <pc:sldMk cId="838802227" sldId="349"/>
        </pc:sldMkLst>
      </pc:sldChg>
      <pc:sldChg chg="modNotesTx">
        <pc:chgData name="Ufuk Unal" userId="d77f72b3-53d7-4cb7-8425-5a8f29447216" providerId="ADAL" clId="{B0DF57DB-BE44-48D9-A5E9-05DDE94F5005}" dt="2023-03-14T09:46:40.629" v="36" actId="6549"/>
        <pc:sldMkLst>
          <pc:docMk/>
          <pc:sldMk cId="1108545243" sldId="350"/>
        </pc:sldMkLst>
      </pc:sldChg>
      <pc:sldChg chg="modNotesTx">
        <pc:chgData name="Ufuk Unal" userId="d77f72b3-53d7-4cb7-8425-5a8f29447216" providerId="ADAL" clId="{B0DF57DB-BE44-48D9-A5E9-05DDE94F5005}" dt="2023-03-14T09:46:43.386" v="37" actId="6549"/>
        <pc:sldMkLst>
          <pc:docMk/>
          <pc:sldMk cId="1001165308" sldId="351"/>
        </pc:sldMkLst>
      </pc:sldChg>
      <pc:sldChg chg="modNotesTx">
        <pc:chgData name="Ufuk Unal" userId="d77f72b3-53d7-4cb7-8425-5a8f29447216" providerId="ADAL" clId="{B0DF57DB-BE44-48D9-A5E9-05DDE94F5005}" dt="2023-03-14T09:46:50.877" v="39" actId="6549"/>
        <pc:sldMkLst>
          <pc:docMk/>
          <pc:sldMk cId="3243177277" sldId="352"/>
        </pc:sldMkLst>
      </pc:sldChg>
      <pc:sldChg chg="modNotesTx">
        <pc:chgData name="Ufuk Unal" userId="d77f72b3-53d7-4cb7-8425-5a8f29447216" providerId="ADAL" clId="{B0DF57DB-BE44-48D9-A5E9-05DDE94F5005}" dt="2023-03-14T09:45:29.636" v="26" actId="6549"/>
        <pc:sldMkLst>
          <pc:docMk/>
          <pc:sldMk cId="2021682167" sldId="353"/>
        </pc:sldMkLst>
      </pc:sldChg>
      <pc:sldChg chg="modNotesTx">
        <pc:chgData name="Ufuk Unal" userId="d77f72b3-53d7-4cb7-8425-5a8f29447216" providerId="ADAL" clId="{B0DF57DB-BE44-48D9-A5E9-05DDE94F5005}" dt="2023-03-14T09:45:36.796" v="27" actId="6549"/>
        <pc:sldMkLst>
          <pc:docMk/>
          <pc:sldMk cId="423197906" sldId="354"/>
        </pc:sldMkLst>
      </pc:sldChg>
      <pc:sldChg chg="modNotesTx">
        <pc:chgData name="Ufuk Unal" userId="d77f72b3-53d7-4cb7-8425-5a8f29447216" providerId="ADAL" clId="{B0DF57DB-BE44-48D9-A5E9-05DDE94F5005}" dt="2023-03-14T09:45:58.106" v="29" actId="6549"/>
        <pc:sldMkLst>
          <pc:docMk/>
          <pc:sldMk cId="4233599654" sldId="355"/>
        </pc:sldMkLst>
      </pc:sldChg>
      <pc:sldChg chg="modSp mod modNotesTx">
        <pc:chgData name="Ufuk Unal" userId="d77f72b3-53d7-4cb7-8425-5a8f29447216" providerId="ADAL" clId="{B0DF57DB-BE44-48D9-A5E9-05DDE94F5005}" dt="2023-03-14T10:07:55.220" v="48" actId="6549"/>
        <pc:sldMkLst>
          <pc:docMk/>
          <pc:sldMk cId="3798046907" sldId="357"/>
        </pc:sldMkLst>
      </pc:sldChg>
      <pc:sldChg chg="modNotesTx">
        <pc:chgData name="Ufuk Unal" userId="d77f72b3-53d7-4cb7-8425-5a8f29447216" providerId="ADAL" clId="{B0DF57DB-BE44-48D9-A5E9-05DDE94F5005}" dt="2023-03-14T09:46:47.782" v="38" actId="6549"/>
        <pc:sldMkLst>
          <pc:docMk/>
          <pc:sldMk cId="2763019059" sldId="358"/>
        </pc:sldMkLst>
      </pc:sldChg>
      <pc:sldChg chg="modNotesTx">
        <pc:chgData name="Ufuk Unal" userId="d77f72b3-53d7-4cb7-8425-5a8f29447216" providerId="ADAL" clId="{B0DF57DB-BE44-48D9-A5E9-05DDE94F5005}" dt="2023-03-14T09:45:53.949" v="28" actId="6549"/>
        <pc:sldMkLst>
          <pc:docMk/>
          <pc:sldMk cId="1502931874" sldId="359"/>
        </pc:sldMkLst>
      </pc:sldChg>
      <pc:sldChg chg="modNotesTx">
        <pc:chgData name="Ufuk Unal" userId="d77f72b3-53d7-4cb7-8425-5a8f29447216" providerId="ADAL" clId="{B0DF57DB-BE44-48D9-A5E9-05DDE94F5005}" dt="2023-03-14T09:46:18.797" v="32" actId="6549"/>
        <pc:sldMkLst>
          <pc:docMk/>
          <pc:sldMk cId="2784854281" sldId="360"/>
        </pc:sldMkLst>
      </pc:sldChg>
      <pc:sldChg chg="modNotesTx">
        <pc:chgData name="Ufuk Unal" userId="d77f72b3-53d7-4cb7-8425-5a8f29447216" providerId="ADAL" clId="{B0DF57DB-BE44-48D9-A5E9-05DDE94F5005}" dt="2023-03-14T09:46:32.749" v="34" actId="6549"/>
        <pc:sldMkLst>
          <pc:docMk/>
          <pc:sldMk cId="81848509" sldId="361"/>
        </pc:sldMkLst>
      </pc:sldChg>
      <pc:sldChg chg="modNotesTx">
        <pc:chgData name="Ufuk Unal" userId="d77f72b3-53d7-4cb7-8425-5a8f29447216" providerId="ADAL" clId="{B0DF57DB-BE44-48D9-A5E9-05DDE94F5005}" dt="2023-03-14T09:46:54.846" v="40" actId="6549"/>
        <pc:sldMkLst>
          <pc:docMk/>
          <pc:sldMk cId="2726252616" sldId="362"/>
        </pc:sldMkLst>
      </pc:sldChg>
      <pc:sldChg chg="modNotesTx">
        <pc:chgData name="Ufuk Unal" userId="d77f72b3-53d7-4cb7-8425-5a8f29447216" providerId="ADAL" clId="{B0DF57DB-BE44-48D9-A5E9-05DDE94F5005}" dt="2023-03-14T09:46:57.442" v="41" actId="6549"/>
        <pc:sldMkLst>
          <pc:docMk/>
          <pc:sldMk cId="114654693" sldId="363"/>
        </pc:sldMkLst>
      </pc:sldChg>
      <pc:sldChg chg="modNotesTx">
        <pc:chgData name="Ufuk Unal" userId="d77f72b3-53d7-4cb7-8425-5a8f29447216" providerId="ADAL" clId="{B0DF57DB-BE44-48D9-A5E9-05DDE94F5005}" dt="2023-03-14T09:47:03.519" v="42" actId="6549"/>
        <pc:sldMkLst>
          <pc:docMk/>
          <pc:sldMk cId="68671429" sldId="364"/>
        </pc:sldMkLst>
      </pc:sldChg>
      <pc:sldChg chg="modNotesTx">
        <pc:chgData name="Ufuk Unal" userId="d77f72b3-53d7-4cb7-8425-5a8f29447216" providerId="ADAL" clId="{B0DF57DB-BE44-48D9-A5E9-05DDE94F5005}" dt="2023-03-14T10:06:47.184" v="43" actId="6549"/>
        <pc:sldMkLst>
          <pc:docMk/>
          <pc:sldMk cId="3814972833" sldId="365"/>
        </pc:sldMkLst>
      </pc:sldChg>
      <pc:sldChg chg="modNotesTx">
        <pc:chgData name="Ufuk Unal" userId="d77f72b3-53d7-4cb7-8425-5a8f29447216" providerId="ADAL" clId="{B0DF57DB-BE44-48D9-A5E9-05DDE94F5005}" dt="2023-03-14T10:08:48.939" v="49" actId="6549"/>
        <pc:sldMkLst>
          <pc:docMk/>
          <pc:sldMk cId="1766050880" sldId="366"/>
        </pc:sldMkLst>
      </pc:sldChg>
      <pc:sldChg chg="modNotesTx">
        <pc:chgData name="Ufuk Unal" userId="d77f72b3-53d7-4cb7-8425-5a8f29447216" providerId="ADAL" clId="{B0DF57DB-BE44-48D9-A5E9-05DDE94F5005}" dt="2023-03-14T10:09:21.256" v="54" actId="6549"/>
        <pc:sldMkLst>
          <pc:docMk/>
          <pc:sldMk cId="2830932289" sldId="367"/>
        </pc:sldMkLst>
      </pc:sldChg>
      <pc:sldChg chg="modNotesTx">
        <pc:chgData name="Ufuk Unal" userId="d77f72b3-53d7-4cb7-8425-5a8f29447216" providerId="ADAL" clId="{B0DF57DB-BE44-48D9-A5E9-05DDE94F5005}" dt="2023-03-14T10:09:03.930" v="52" actId="6549"/>
        <pc:sldMkLst>
          <pc:docMk/>
          <pc:sldMk cId="3461289532" sldId="368"/>
        </pc:sldMkLst>
      </pc:sldChg>
      <pc:sldMasterChg chg="modSldLayout">
        <pc:chgData name="Ufuk Unal" userId="d77f72b3-53d7-4cb7-8425-5a8f29447216" providerId="ADAL" clId="{B0DF57DB-BE44-48D9-A5E9-05DDE94F5005}" dt="2023-03-14T09:41:05.076" v="3" actId="478"/>
        <pc:sldMasterMkLst>
          <pc:docMk/>
          <pc:sldMasterMk cId="100049181" sldId="2147483782"/>
        </pc:sldMasterMkLst>
        <pc:sldLayoutChg chg="delSp">
          <pc:chgData name="Ufuk Unal" userId="d77f72b3-53d7-4cb7-8425-5a8f29447216" providerId="ADAL" clId="{B0DF57DB-BE44-48D9-A5E9-05DDE94F5005}" dt="2023-03-14T09:41:05.076" v="3" actId="478"/>
          <pc:sldLayoutMkLst>
            <pc:docMk/>
            <pc:sldMasterMk cId="100049181" sldId="2147483782"/>
            <pc:sldLayoutMk cId="2489093777" sldId="2147483783"/>
          </pc:sldLayoutMkLst>
        </pc:sldLayoutChg>
      </pc:sldMasterChg>
    </pc:docChg>
  </pc:docChgLst>
  <pc:docChgLst>
    <pc:chgData name="Ufuk Unal" userId="d77f72b3-53d7-4cb7-8425-5a8f29447216" providerId="ADAL" clId="{3725B750-FEEC-4A73-BFFB-BBC01C6C39BE}"/>
    <pc:docChg chg="modSld">
      <pc:chgData name="Ufuk Unal" userId="d77f72b3-53d7-4cb7-8425-5a8f29447216" providerId="ADAL" clId="{3725B750-FEEC-4A73-BFFB-BBC01C6C39BE}" dt="2025-09-26T08:10:51.959" v="43" actId="6549"/>
      <pc:docMkLst>
        <pc:docMk/>
      </pc:docMkLst>
      <pc:sldChg chg="modSp mod modNotesTx">
        <pc:chgData name="Ufuk Unal" userId="d77f72b3-53d7-4cb7-8425-5a8f29447216" providerId="ADAL" clId="{3725B750-FEEC-4A73-BFFB-BBC01C6C39BE}" dt="2025-09-26T08:10:51.959" v="43" actId="6549"/>
        <pc:sldMkLst>
          <pc:docMk/>
          <pc:sldMk cId="2188780187" sldId="275"/>
        </pc:sldMkLst>
        <pc:spChg chg="mod">
          <ac:chgData name="Ufuk Unal" userId="d77f72b3-53d7-4cb7-8425-5a8f29447216" providerId="ADAL" clId="{3725B750-FEEC-4A73-BFFB-BBC01C6C39BE}" dt="2025-09-26T08:10:51.959" v="43" actId="6549"/>
          <ac:spMkLst>
            <pc:docMk/>
            <pc:sldMk cId="2188780187" sldId="275"/>
            <ac:spMk id="12" creationId="{A18FBEB3-16D3-4B44-824A-478C8D80107F}"/>
          </ac:spMkLst>
        </pc:spChg>
      </pc:sldChg>
      <pc:sldChg chg="modSp mod modNotesTx">
        <pc:chgData name="Ufuk Unal" userId="d77f72b3-53d7-4cb7-8425-5a8f29447216" providerId="ADAL" clId="{3725B750-FEEC-4A73-BFFB-BBC01C6C39BE}" dt="2025-09-26T08:10:06.293" v="38" actId="6549"/>
        <pc:sldMkLst>
          <pc:docMk/>
          <pc:sldMk cId="301117499" sldId="276"/>
        </pc:sldMkLst>
        <pc:spChg chg="mod">
          <ac:chgData name="Ufuk Unal" userId="d77f72b3-53d7-4cb7-8425-5a8f29447216" providerId="ADAL" clId="{3725B750-FEEC-4A73-BFFB-BBC01C6C39BE}" dt="2025-09-26T08:09:56.566" v="18" actId="6549"/>
          <ac:spMkLst>
            <pc:docMk/>
            <pc:sldMk cId="301117499" sldId="276"/>
            <ac:spMk id="12" creationId="{A18FBEB3-16D3-4B44-824A-478C8D80107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A36FCBC5-022F-4F31-A153-EFFC809EC573}" type="datetimeFigureOut">
              <a:rPr lang="de-DE"/>
              <a:pPr>
                <a:defRPr/>
              </a:pPr>
              <a:t>26.09.2025</a:t>
            </a:fld>
            <a:endParaRPr lang="de-DE"/>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222AC1C-78EB-4159-9788-A81CB6D78FF5}" type="slidenum">
              <a:rPr lang="de-DE"/>
              <a:pPr>
                <a:defRPr/>
              </a:pPr>
              <a:t>‹#›</a:t>
            </a:fld>
            <a:endParaRPr lang="de-DE"/>
          </a:p>
        </p:txBody>
      </p:sp>
    </p:spTree>
    <p:extLst>
      <p:ext uri="{BB962C8B-B14F-4D97-AF65-F5344CB8AC3E}">
        <p14:creationId xmlns:p14="http://schemas.microsoft.com/office/powerpoint/2010/main" val="236772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74181A-B52E-4AEA-801A-5F0AC153D341}" type="slidenum">
              <a:rPr lang="en-US"/>
              <a:pPr>
                <a:defRPr/>
              </a:pPr>
              <a:t>‹#›</a:t>
            </a:fld>
            <a:endParaRPr lang="en-US"/>
          </a:p>
        </p:txBody>
      </p:sp>
    </p:spTree>
    <p:extLst>
      <p:ext uri="{BB962C8B-B14F-4D97-AF65-F5344CB8AC3E}">
        <p14:creationId xmlns:p14="http://schemas.microsoft.com/office/powerpoint/2010/main" val="18847195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a:t>
            </a:fld>
            <a:endParaRPr lang="en-US"/>
          </a:p>
        </p:txBody>
      </p:sp>
    </p:spTree>
    <p:extLst>
      <p:ext uri="{BB962C8B-B14F-4D97-AF65-F5344CB8AC3E}">
        <p14:creationId xmlns:p14="http://schemas.microsoft.com/office/powerpoint/2010/main" val="242148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Flags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Each group object has five to six communication flags. These flags control the communication possibilities of an object with the bus.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a:t>
            </a:fld>
            <a:endParaRPr lang="en-US"/>
          </a:p>
        </p:txBody>
      </p:sp>
    </p:spTree>
    <p:extLst>
      <p:ext uri="{BB962C8B-B14F-4D97-AF65-F5344CB8AC3E}">
        <p14:creationId xmlns:p14="http://schemas.microsoft.com/office/powerpoint/2010/main" val="3692632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Setting the Flags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most cases, flags are </a:t>
            </a:r>
            <a:r>
              <a:rPr lang="en-GB" sz="1200" kern="1200" dirty="0" err="1">
                <a:solidFill>
                  <a:schemeClr val="tx1"/>
                </a:solidFill>
                <a:effectLst/>
                <a:latin typeface="Arial" charset="0"/>
                <a:ea typeface="+mn-ea"/>
                <a:cs typeface="+mn-cs"/>
              </a:rPr>
              <a:t>preset</a:t>
            </a:r>
            <a:r>
              <a:rPr lang="en-GB" sz="1200" kern="1200" dirty="0">
                <a:solidFill>
                  <a:schemeClr val="tx1"/>
                </a:solidFill>
                <a:effectLst/>
                <a:latin typeface="Arial" charset="0"/>
                <a:ea typeface="+mn-ea"/>
                <a:cs typeface="+mn-cs"/>
              </a:rPr>
              <a:t> by the manufacturers. However, if the configuration extends beyond basic functions, adaptations must be carried out.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Flag settings can take place in Buildings/Functions view, in Group Addresses view and in the Topology view at the objects of the devices. Flags can be set at individual objects or simultaneously set and deleted at several objects.</a:t>
            </a: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1.1 Example: Setting a Flag in Buildings View</a:t>
            </a: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a:t>
            </a:fld>
            <a:endParaRPr lang="en-US"/>
          </a:p>
        </p:txBody>
      </p:sp>
    </p:spTree>
    <p:extLst>
      <p:ext uri="{BB962C8B-B14F-4D97-AF65-F5344CB8AC3E}">
        <p14:creationId xmlns:p14="http://schemas.microsoft.com/office/powerpoint/2010/main" val="3367753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Setting the Flags</a:t>
            </a: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1.2 Example: Simultaneous Setting of Flags at Several Objects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In order to set or delete flags at several objects simultaneously, the relevant objects must be marked (</a:t>
            </a:r>
            <a:r>
              <a:rPr lang="en-GB" sz="1200" kern="1200" dirty="0" err="1">
                <a:solidFill>
                  <a:schemeClr val="tx1"/>
                </a:solidFill>
                <a:effectLst/>
                <a:latin typeface="Arial" charset="0"/>
                <a:ea typeface="+mn-ea"/>
                <a:cs typeface="+mn-cs"/>
              </a:rPr>
              <a:t>Shift+click</a:t>
            </a:r>
            <a:r>
              <a:rPr lang="en-GB" sz="1200" kern="1200" dirty="0">
                <a:solidFill>
                  <a:schemeClr val="tx1"/>
                </a:solidFill>
                <a:effectLst/>
                <a:latin typeface="Arial" charset="0"/>
                <a:ea typeface="+mn-ea"/>
                <a:cs typeface="+mn-cs"/>
              </a:rPr>
              <a:t> or </a:t>
            </a:r>
            <a:r>
              <a:rPr lang="en-GB" sz="1200" kern="1200" dirty="0" err="1">
                <a:solidFill>
                  <a:schemeClr val="tx1"/>
                </a:solidFill>
                <a:effectLst/>
                <a:latin typeface="Arial" charset="0"/>
                <a:ea typeface="+mn-ea"/>
                <a:cs typeface="+mn-cs"/>
              </a:rPr>
              <a:t>Ctrl+click</a:t>
            </a:r>
            <a:r>
              <a:rPr lang="en-GB" sz="1200" kern="1200" dirty="0">
                <a:solidFill>
                  <a:schemeClr val="tx1"/>
                </a:solidFill>
                <a:effectLst/>
                <a:latin typeface="Arial" charset="0"/>
                <a:ea typeface="+mn-ea"/>
                <a:cs typeface="+mn-cs"/>
              </a:rPr>
              <a:t>) and the setting is carried out in the object properties in the sidebar.</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a:t>
            </a:fld>
            <a:endParaRPr lang="en-US"/>
          </a:p>
        </p:txBody>
      </p:sp>
    </p:spTree>
    <p:extLst>
      <p:ext uri="{BB962C8B-B14F-4D97-AF65-F5344CB8AC3E}">
        <p14:creationId xmlns:p14="http://schemas.microsoft.com/office/powerpoint/2010/main" val="204235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The Communication Flag ‘C’</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communication flag is the “</a:t>
            </a:r>
            <a:r>
              <a:rPr lang="en-GB" sz="1200" b="1" kern="1200" dirty="0">
                <a:solidFill>
                  <a:schemeClr val="tx1"/>
                </a:solidFill>
                <a:effectLst/>
                <a:latin typeface="Arial" charset="0"/>
                <a:ea typeface="+mn-ea"/>
                <a:cs typeface="+mn-cs"/>
              </a:rPr>
              <a:t>master switch</a:t>
            </a:r>
            <a:r>
              <a:rPr lang="en-GB" sz="1200" kern="1200" dirty="0">
                <a:solidFill>
                  <a:schemeClr val="tx1"/>
                </a:solidFill>
                <a:effectLst/>
                <a:latin typeface="Arial" charset="0"/>
                <a:ea typeface="+mn-ea"/>
                <a:cs typeface="+mn-cs"/>
              </a:rPr>
              <a:t>” for communication and is set by default at all the group objects. If this flag is not set, the object cannot send or receive telegrams.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Note: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this object is linked to a group address, an acknowledgement is also sent when the communication flag has been deleted!</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a:t>
            </a:fld>
            <a:endParaRPr lang="en-US"/>
          </a:p>
        </p:txBody>
      </p:sp>
    </p:spTree>
    <p:extLst>
      <p:ext uri="{BB962C8B-B14F-4D97-AF65-F5344CB8AC3E}">
        <p14:creationId xmlns:p14="http://schemas.microsoft.com/office/powerpoint/2010/main" val="612110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Example of a Communication Flag</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the case of the objects of the light mood push button depicted in the following diagram, the C flag must be removed for all objects without a group address: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5: Removal of communication flag for unused objects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a:t>
            </a:fld>
            <a:endParaRPr lang="en-US"/>
          </a:p>
        </p:txBody>
      </p:sp>
    </p:spTree>
    <p:extLst>
      <p:ext uri="{BB962C8B-B14F-4D97-AF65-F5344CB8AC3E}">
        <p14:creationId xmlns:p14="http://schemas.microsoft.com/office/powerpoint/2010/main" val="815807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The Write Flag ‘W’</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write flag is set, the value of a group object can be overwritten by the bus with group telegrams.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Typical applications: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An actuator can only be switched via group telegrams if the write flag is set at its switch object.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An LED on a push button can only react to group telegrams if the write flag is set at its LED object.</a:t>
            </a:r>
            <a:endParaRPr lang="es-ES" sz="1200" kern="1200" dirty="0">
              <a:solidFill>
                <a:schemeClr val="tx1"/>
              </a:solidFill>
              <a:effectLst/>
              <a:latin typeface="Arial" charset="0"/>
              <a:ea typeface="+mn-ea"/>
              <a:cs typeface="+mn-cs"/>
            </a:endParaRPr>
          </a:p>
          <a:p>
            <a:pPr marL="0" indent="0">
              <a:buFont typeface="Arial" panose="020B0604020202020204" pitchFamily="34" charset="0"/>
              <a:buNone/>
            </a:pPr>
            <a:endParaRPr lang="en-GB" sz="1200" kern="1200" dirty="0">
              <a:solidFill>
                <a:schemeClr val="tx1"/>
              </a:solidFill>
              <a:effectLst/>
              <a:latin typeface="Arial" charset="0"/>
              <a:ea typeface="+mn-ea"/>
              <a:cs typeface="+mn-cs"/>
            </a:endParaRPr>
          </a:p>
          <a:p>
            <a:pPr marL="0" indent="0">
              <a:buFont typeface="Arial" panose="020B0604020202020204" pitchFamily="34" charset="0"/>
              <a:buNone/>
            </a:pPr>
            <a:r>
              <a:rPr lang="en-GB" sz="1200" kern="1200" dirty="0">
                <a:solidFill>
                  <a:schemeClr val="tx1"/>
                </a:solidFill>
                <a:effectLst/>
                <a:latin typeface="Arial" charset="0"/>
                <a:ea typeface="+mn-ea"/>
                <a:cs typeface="+mn-cs"/>
              </a:rPr>
              <a:t>The write flag is set by default for all switch objects, value objects on dimming actuators as well as many push button objects (e.g. for the update of TOGGLE functions).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7</a:t>
            </a:fld>
            <a:endParaRPr lang="en-US"/>
          </a:p>
        </p:txBody>
      </p:sp>
    </p:spTree>
    <p:extLst>
      <p:ext uri="{BB962C8B-B14F-4D97-AF65-F5344CB8AC3E}">
        <p14:creationId xmlns:p14="http://schemas.microsoft.com/office/powerpoint/2010/main" val="2687325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The Transmit Flag ‘T’</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transmit flag is set, a group object can </a:t>
            </a:r>
            <a:r>
              <a:rPr lang="en-GB" sz="1200" u="sng" kern="1200" dirty="0">
                <a:solidFill>
                  <a:schemeClr val="tx1"/>
                </a:solidFill>
                <a:effectLst/>
                <a:latin typeface="Arial" charset="0"/>
                <a:ea typeface="+mn-ea"/>
                <a:cs typeface="+mn-cs"/>
              </a:rPr>
              <a:t>transmit</a:t>
            </a:r>
            <a:r>
              <a:rPr lang="en-GB" sz="1200" kern="1200" dirty="0">
                <a:solidFill>
                  <a:schemeClr val="tx1"/>
                </a:solidFill>
                <a:effectLst/>
                <a:latin typeface="Arial" charset="0"/>
                <a:ea typeface="+mn-ea"/>
                <a:cs typeface="+mn-cs"/>
              </a:rPr>
              <a:t> changes in its value on the bus by triggering group telegrams to the sending group address.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object value can be changed e.g. by a push button action, a change in temperature or the receipt of a group telegram.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transmit flag is set for sensors by default and in most cases also for status objects of actuators.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8</a:t>
            </a:fld>
            <a:endParaRPr lang="en-US"/>
          </a:p>
        </p:txBody>
      </p:sp>
    </p:spTree>
    <p:extLst>
      <p:ext uri="{BB962C8B-B14F-4D97-AF65-F5344CB8AC3E}">
        <p14:creationId xmlns:p14="http://schemas.microsoft.com/office/powerpoint/2010/main" val="13280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Example of a Transmit Flag</a:t>
            </a:r>
            <a:endParaRPr lang="es-ES" sz="1200" b="1"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8: Example: Specific transmit flag configurations can trigger telegram chain reactions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the example, two dimming actuators are switched in parallel. The transmit flag has been set for </a:t>
            </a:r>
            <a:r>
              <a:rPr lang="en-GB" sz="1200" u="sng" kern="1200" dirty="0">
                <a:solidFill>
                  <a:schemeClr val="tx1"/>
                </a:solidFill>
                <a:effectLst/>
                <a:latin typeface="Arial" charset="0"/>
                <a:ea typeface="+mn-ea"/>
                <a:cs typeface="+mn-cs"/>
              </a:rPr>
              <a:t>both</a:t>
            </a:r>
            <a:r>
              <a:rPr lang="en-GB" sz="1200" kern="1200" dirty="0">
                <a:solidFill>
                  <a:schemeClr val="tx1"/>
                </a:solidFill>
                <a:effectLst/>
                <a:latin typeface="Arial" charset="0"/>
                <a:ea typeface="+mn-ea"/>
                <a:cs typeface="+mn-cs"/>
              </a:rPr>
              <a:t> dimming actuators at the combined switch/status object.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this configuration, this results in both actuators sending a telegram to 1/0/1 after each update of the switching status. The other actuator receives the telegram and sends an update telegram. Result: A chain reaction of update telegrams. The bus is put under a heavy load and the actuators possibly no longer react.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9</a:t>
            </a:fld>
            <a:endParaRPr lang="en-US"/>
          </a:p>
        </p:txBody>
      </p:sp>
    </p:spTree>
    <p:extLst>
      <p:ext uri="{BB962C8B-B14F-4D97-AF65-F5344CB8AC3E}">
        <p14:creationId xmlns:p14="http://schemas.microsoft.com/office/powerpoint/2010/main" val="2506326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The Read Flag ‘R’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read flag enables the object value to be read out via read telegram.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function is required for visualisation, light scenes etc. to query the current object status.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More precisely: If the read telegram is set at an object, the bus devices responds to a read request telegram with a response telegram to the sending group address of the object. If the read flag is deleted, there is no response.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read flag is not set by default in most cases. The flag is set by many manufacturers for status objects.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10</a:t>
            </a:fld>
            <a:endParaRPr lang="en-US"/>
          </a:p>
        </p:txBody>
      </p:sp>
    </p:spTree>
    <p:extLst>
      <p:ext uri="{BB962C8B-B14F-4D97-AF65-F5344CB8AC3E}">
        <p14:creationId xmlns:p14="http://schemas.microsoft.com/office/powerpoint/2010/main" val="3540668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Example of a Transmit Flag</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example represents the sequence of a read request: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by a visualisation (1.1.255)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at the status object (read flag set here) of a switch actuator (1.1.1)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via the group address 3/2/1 (status of lamp 1):</a:t>
            </a:r>
            <a:endParaRPr lang="es-ES" sz="1200" kern="1200" dirty="0">
              <a:solidFill>
                <a:schemeClr val="tx1"/>
              </a:solidFill>
              <a:effectLst/>
              <a:latin typeface="Arial" charset="0"/>
              <a:ea typeface="+mn-ea"/>
              <a:cs typeface="+mn-cs"/>
            </a:endParaRPr>
          </a:p>
          <a:p>
            <a:pPr marL="171450" indent="-171450">
              <a:buFont typeface="Arial" panose="020B0604020202020204" pitchFamily="34" charset="0"/>
              <a:buChar char="•"/>
            </a:pPr>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11</a:t>
            </a:fld>
            <a:endParaRPr lang="en-US"/>
          </a:p>
        </p:txBody>
      </p:sp>
    </p:spTree>
    <p:extLst>
      <p:ext uri="{BB962C8B-B14F-4D97-AF65-F5344CB8AC3E}">
        <p14:creationId xmlns:p14="http://schemas.microsoft.com/office/powerpoint/2010/main" val="583911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Special Features of Read Flags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Some specific features should be noted when using read flags: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b="1" kern="1200" dirty="0">
                <a:solidFill>
                  <a:schemeClr val="tx1"/>
                </a:solidFill>
                <a:effectLst/>
                <a:latin typeface="Arial" charset="0"/>
                <a:ea typeface="+mn-ea"/>
                <a:cs typeface="+mn-cs"/>
              </a:rPr>
              <a:t>The read flag should only be set at the bus device which is to respond.</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The read flag is </a:t>
            </a:r>
            <a:r>
              <a:rPr lang="en-GB" sz="1200" b="1" kern="1200" dirty="0">
                <a:solidFill>
                  <a:schemeClr val="tx1"/>
                </a:solidFill>
                <a:effectLst/>
                <a:latin typeface="Arial" charset="0"/>
                <a:ea typeface="+mn-ea"/>
                <a:cs typeface="+mn-cs"/>
              </a:rPr>
              <a:t>only set once</a:t>
            </a:r>
            <a:r>
              <a:rPr lang="en-GB" sz="1200" kern="1200" dirty="0">
                <a:solidFill>
                  <a:schemeClr val="tx1"/>
                </a:solidFill>
                <a:effectLst/>
                <a:latin typeface="Arial" charset="0"/>
                <a:ea typeface="+mn-ea"/>
                <a:cs typeface="+mn-cs"/>
              </a:rPr>
              <a:t> for each group address.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If the read flag has been set for a group address at several objects, a read request would trigger several response telegrams. Different status values could be answered shortly after each other. The effects on the reading devices would then be hard to predict.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b="1" kern="1200" dirty="0">
                <a:solidFill>
                  <a:schemeClr val="tx1"/>
                </a:solidFill>
                <a:effectLst/>
                <a:latin typeface="Arial" charset="0"/>
                <a:ea typeface="+mn-ea"/>
                <a:cs typeface="+mn-cs"/>
              </a:rPr>
              <a:t>The group address that is used to read out the object status </a:t>
            </a:r>
            <a:r>
              <a:rPr lang="en-GB" sz="1200" b="1" u="sng" kern="1200" dirty="0">
                <a:solidFill>
                  <a:schemeClr val="tx1"/>
                </a:solidFill>
                <a:effectLst/>
                <a:latin typeface="Arial" charset="0"/>
                <a:ea typeface="+mn-ea"/>
                <a:cs typeface="+mn-cs"/>
              </a:rPr>
              <a:t>must</a:t>
            </a:r>
            <a:r>
              <a:rPr lang="en-GB" sz="1200" b="1" kern="1200" dirty="0">
                <a:solidFill>
                  <a:schemeClr val="tx1"/>
                </a:solidFill>
                <a:effectLst/>
                <a:latin typeface="Arial" charset="0"/>
                <a:ea typeface="+mn-ea"/>
                <a:cs typeface="+mn-cs"/>
              </a:rPr>
              <a:t> be placed at the transmission point of the bus device that should be read out</a:t>
            </a:r>
            <a:r>
              <a:rPr lang="en-GB" sz="1200" kern="1200" dirty="0">
                <a:solidFill>
                  <a:schemeClr val="tx1"/>
                </a:solidFill>
                <a:effectLst/>
                <a:latin typeface="Arial" charset="0"/>
                <a:ea typeface="+mn-ea"/>
                <a:cs typeface="+mn-cs"/>
              </a:rPr>
              <a:t> as the sending group address is only used as a destination in the response telegram (see following example).</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Example – The group address for the read request would be 3/1/6:</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12</a:t>
            </a:fld>
            <a:endParaRPr lang="en-US"/>
          </a:p>
        </p:txBody>
      </p:sp>
    </p:spTree>
    <p:extLst>
      <p:ext uri="{BB962C8B-B14F-4D97-AF65-F5344CB8AC3E}">
        <p14:creationId xmlns:p14="http://schemas.microsoft.com/office/powerpoint/2010/main" val="29549527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Special Features of Read Flags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Some specific features should be noted when using read flags: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b="1" kern="1200" dirty="0">
                <a:solidFill>
                  <a:schemeClr val="tx1"/>
                </a:solidFill>
                <a:effectLst/>
                <a:latin typeface="Arial" charset="0"/>
                <a:ea typeface="+mn-ea"/>
                <a:cs typeface="+mn-cs"/>
              </a:rPr>
              <a:t>The read flag should only be set at the bus device which is to respond.</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The read flag is </a:t>
            </a:r>
            <a:r>
              <a:rPr lang="en-GB" sz="1200" b="1" kern="1200" dirty="0">
                <a:solidFill>
                  <a:schemeClr val="tx1"/>
                </a:solidFill>
                <a:effectLst/>
                <a:latin typeface="Arial" charset="0"/>
                <a:ea typeface="+mn-ea"/>
                <a:cs typeface="+mn-cs"/>
              </a:rPr>
              <a:t>only set once</a:t>
            </a:r>
            <a:r>
              <a:rPr lang="en-GB" sz="1200" kern="1200" dirty="0">
                <a:solidFill>
                  <a:schemeClr val="tx1"/>
                </a:solidFill>
                <a:effectLst/>
                <a:latin typeface="Arial" charset="0"/>
                <a:ea typeface="+mn-ea"/>
                <a:cs typeface="+mn-cs"/>
              </a:rPr>
              <a:t> for each group address.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If the read flag has been set for a group address at several objects, a read request would trigger several response telegrams. Different status values could be answered shortly after each other. The effects on the reading devices would then be hard to predict.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b="1" kern="1200" dirty="0">
                <a:solidFill>
                  <a:schemeClr val="tx1"/>
                </a:solidFill>
                <a:effectLst/>
                <a:latin typeface="Arial" charset="0"/>
                <a:ea typeface="+mn-ea"/>
                <a:cs typeface="+mn-cs"/>
              </a:rPr>
              <a:t>The group address that is used to read out the object status </a:t>
            </a:r>
            <a:r>
              <a:rPr lang="en-GB" sz="1200" b="1" u="sng" kern="1200" dirty="0">
                <a:solidFill>
                  <a:schemeClr val="tx1"/>
                </a:solidFill>
                <a:effectLst/>
                <a:latin typeface="Arial" charset="0"/>
                <a:ea typeface="+mn-ea"/>
                <a:cs typeface="+mn-cs"/>
              </a:rPr>
              <a:t>must</a:t>
            </a:r>
            <a:r>
              <a:rPr lang="en-GB" sz="1200" b="1" kern="1200" dirty="0">
                <a:solidFill>
                  <a:schemeClr val="tx1"/>
                </a:solidFill>
                <a:effectLst/>
                <a:latin typeface="Arial" charset="0"/>
                <a:ea typeface="+mn-ea"/>
                <a:cs typeface="+mn-cs"/>
              </a:rPr>
              <a:t> be placed at the transmission point of the bus device that should be read out</a:t>
            </a:r>
            <a:r>
              <a:rPr lang="en-GB" sz="1200" kern="1200" dirty="0">
                <a:solidFill>
                  <a:schemeClr val="tx1"/>
                </a:solidFill>
                <a:effectLst/>
                <a:latin typeface="Arial" charset="0"/>
                <a:ea typeface="+mn-ea"/>
                <a:cs typeface="+mn-cs"/>
              </a:rPr>
              <a:t> as the sending group address is only used as a destination in the response telegram (see following example).</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Example – The group address for the read request would be 3/1/6:</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13</a:t>
            </a:fld>
            <a:endParaRPr lang="en-US"/>
          </a:p>
        </p:txBody>
      </p:sp>
    </p:spTree>
    <p:extLst>
      <p:ext uri="{BB962C8B-B14F-4D97-AF65-F5344CB8AC3E}">
        <p14:creationId xmlns:p14="http://schemas.microsoft.com/office/powerpoint/2010/main" val="18581854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The Update Flag ‘U’</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The update flag adopts a special role: it controls whether the received response telegrams should be ignored or whether the received value should be transferred to the group object.</a:t>
            </a:r>
          </a:p>
          <a:p>
            <a:endParaRPr lang="en-U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If the update flag is set, a response telegram of a read procedure is interpreted as a ‘normal’ write telegram i.e. the value of the group object is changed by the response telegram. </a:t>
            </a:r>
          </a:p>
          <a:p>
            <a:endParaRPr lang="en-U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If it is deleted, response telegrams are ignored.</a:t>
            </a:r>
          </a:p>
          <a:p>
            <a:endParaRPr lang="en-U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Update flags can only be deleted from system 2 bus couplers onwards. </a:t>
            </a:r>
          </a:p>
          <a:p>
            <a:endParaRPr lang="en-U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In the case of system 1 bus couplers, the update flag is always set. Devices with BCU1 do not distinguish between response telegrams and “normal” write telegrams. They therefore change their object status as a result of read/response sequences!</a:t>
            </a: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14</a:t>
            </a:fld>
            <a:endParaRPr lang="en-US"/>
          </a:p>
        </p:txBody>
      </p:sp>
    </p:spTree>
    <p:extLst>
      <p:ext uri="{BB962C8B-B14F-4D97-AF65-F5344CB8AC3E}">
        <p14:creationId xmlns:p14="http://schemas.microsoft.com/office/powerpoint/2010/main" val="24243305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Example of the Interaction of Read and Update Flag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example clarifies the interaction of read and update flags.</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13: Group address structure</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14: Group content: 1/0/1 – First floor lighting in living room ON/OFF</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15: Group content: 1/1/2 – First floor lighting in staircase ON/OFF </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16: Group content: 0/0/1 – Central functions lighting all ON/OFF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Sample sequence:</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The multifunction push button (1.3.3) with </a:t>
            </a:r>
            <a:r>
              <a:rPr lang="en-GB" sz="1200" kern="1200" dirty="0" err="1">
                <a:solidFill>
                  <a:schemeClr val="tx1"/>
                </a:solidFill>
                <a:effectLst/>
                <a:latin typeface="Arial" charset="0"/>
                <a:ea typeface="+mn-ea"/>
                <a:cs typeface="+mn-cs"/>
              </a:rPr>
              <a:t>lightscene</a:t>
            </a:r>
            <a:r>
              <a:rPr lang="en-GB" sz="1200" kern="1200" dirty="0">
                <a:solidFill>
                  <a:schemeClr val="tx1"/>
                </a:solidFill>
                <a:effectLst/>
                <a:latin typeface="Arial" charset="0"/>
                <a:ea typeface="+mn-ea"/>
                <a:cs typeface="+mn-cs"/>
              </a:rPr>
              <a:t> module sends a read request to group 1/1/2 to query a switching state.</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The read flag is set and the actuator 1.3.2 reacts with a response telegram. </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Instead of 1/1/2, the group address of the central function 0/0/1 “Lighting ON/OFF” is incorrectly set at the sending point. The actuator therefore sends its response to 0/0/1 instead of 1/1/2!</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Result: A read request at 1/1/2 now leads to the lighting being switched on or off throughout the building (using the living room and staircase as an example) (depending on the switching state of the queried actuator)!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Sequence in detail:</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Multifunction push button sends a read telegram to 1/1/2</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Actuator 1.3.2 sends a response telegram to sending group address 0/0/1 with useful data “ON” or “OFF”.</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All other bus devices “listen to” the response telegram.</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All objects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 in which the update flag is set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 and which carry the address 0/0/1,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now interpret the response telegram precisely as a “normal” write telegram and adopt the useful data i.e. “ON” or “OFF”.</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The relevant actuator channels are switched.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Note:</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If the configuration is incorrect, read requests can trigger (unintentional) switching actions!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15</a:t>
            </a:fld>
            <a:endParaRPr lang="en-US"/>
          </a:p>
        </p:txBody>
      </p:sp>
    </p:spTree>
    <p:extLst>
      <p:ext uri="{BB962C8B-B14F-4D97-AF65-F5344CB8AC3E}">
        <p14:creationId xmlns:p14="http://schemas.microsoft.com/office/powerpoint/2010/main" val="9145226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The Read on Init </a:t>
            </a:r>
            <a:r>
              <a:rPr lang="en-GB" sz="1200" b="1" kern="1200">
                <a:solidFill>
                  <a:schemeClr val="tx1"/>
                </a:solidFill>
                <a:effectLst/>
                <a:latin typeface="Arial" charset="0"/>
                <a:ea typeface="+mn-ea"/>
                <a:cs typeface="+mn-cs"/>
              </a:rPr>
              <a:t>Flag ‘I’</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addition to the flags (CRWTU) described above, system B devices (with mask versions $07B0 and $17B0) also offer a Read on Init flag (called “I” flag).</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Read on Init flag is set for one or more group objects, the device automatically triggers read telegrams to the sending group addresses after bus voltage failure and recovery.</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 flag is not set by default in most cases.</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Usually, a delay can be set in the parameters for triggering read telegrams. If many ‘I‘ flags are set in an installation, the delays for all the relevant device should be set carefully and of varying duration. Otherwise it could cause a high bus load if a large number of devices send their read requests “simultaneously” after bus voltage recovery.</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16</a:t>
            </a:fld>
            <a:endParaRPr lang="en-US"/>
          </a:p>
        </p:txBody>
      </p:sp>
    </p:spTree>
    <p:extLst>
      <p:ext uri="{BB962C8B-B14F-4D97-AF65-F5344CB8AC3E}">
        <p14:creationId xmlns:p14="http://schemas.microsoft.com/office/powerpoint/2010/main" val="26742241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EVEL 1">
    <p:spTree>
      <p:nvGrpSpPr>
        <p:cNvPr id="1" name=""/>
        <p:cNvGrpSpPr/>
        <p:nvPr/>
      </p:nvGrpSpPr>
      <p:grpSpPr>
        <a:xfrm>
          <a:off x="0" y="0"/>
          <a:ext cx="0" cy="0"/>
          <a:chOff x="0" y="0"/>
          <a:chExt cx="0" cy="0"/>
        </a:xfrm>
      </p:grpSpPr>
      <p:pic>
        <p:nvPicPr>
          <p:cNvPr id="6" name="Picture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7663" y="4630738"/>
            <a:ext cx="34432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447675" y="2122715"/>
            <a:ext cx="6890657" cy="996042"/>
          </a:xfrm>
        </p:spPr>
        <p:txBody>
          <a:bodyPr/>
          <a:lstStyle>
            <a:lvl1pPr algn="l">
              <a:defRPr sz="2800" baseline="0">
                <a:latin typeface="Gotham Medium"/>
              </a:defRPr>
            </a:lvl1pPr>
          </a:lstStyle>
          <a:p>
            <a:r>
              <a:rPr lang="en-US" dirty="0"/>
              <a:t>&lt;&lt;Main Title&gt;&gt;</a:t>
            </a:r>
          </a:p>
        </p:txBody>
      </p:sp>
      <p:sp>
        <p:nvSpPr>
          <p:cNvPr id="3" name="Subtitle 2"/>
          <p:cNvSpPr>
            <a:spLocks noGrp="1"/>
          </p:cNvSpPr>
          <p:nvPr>
            <p:ph type="subTitle" idx="1" hasCustomPrompt="1"/>
          </p:nvPr>
        </p:nvSpPr>
        <p:spPr>
          <a:xfrm>
            <a:off x="447675" y="3393054"/>
            <a:ext cx="4343400" cy="481693"/>
          </a:xfrm>
        </p:spPr>
        <p:txBody>
          <a:bodyPr/>
          <a:lstStyle>
            <a:lvl1pPr marL="0" indent="0" algn="l">
              <a:buNone/>
              <a:defRPr sz="200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248909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EVEL 2">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2" name="Content Placeholder 2"/>
          <p:cNvSpPr>
            <a:spLocks noGrp="1"/>
          </p:cNvSpPr>
          <p:nvPr>
            <p:ph idx="1"/>
          </p:nvPr>
        </p:nvSpPr>
        <p:spPr>
          <a:xfrm>
            <a:off x="457200" y="1911010"/>
            <a:ext cx="8229600" cy="4089740"/>
          </a:xfrm>
        </p:spPr>
        <p:txBody>
          <a:bodyPr/>
          <a:lstStyle>
            <a:lvl1pPr>
              <a:defRPr sz="2000">
                <a:latin typeface="Gotham Light"/>
              </a:defRPr>
            </a:lvl1pPr>
            <a:lvl2pPr>
              <a:defRPr sz="1800">
                <a:latin typeface="Gotham Light"/>
              </a:defRPr>
            </a:lvl2pPr>
            <a:lvl3pPr>
              <a:defRPr sz="1500">
                <a:latin typeface="Gotham Light"/>
              </a:defRPr>
            </a:lvl3pPr>
            <a:lvl4pPr>
              <a:defRPr sz="1500">
                <a:latin typeface="Gotham Light"/>
              </a:defRPr>
            </a:lvl4pPr>
            <a:lvl5pPr>
              <a:defRPr sz="1500">
                <a:latin typeface="Gotham 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863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LEVEL 3">
    <p:spTree>
      <p:nvGrpSpPr>
        <p:cNvPr id="1" name=""/>
        <p:cNvGrpSpPr/>
        <p:nvPr/>
      </p:nvGrpSpPr>
      <p:grpSpPr>
        <a:xfrm>
          <a:off x="0" y="0"/>
          <a:ext cx="0" cy="0"/>
          <a:chOff x="0" y="0"/>
          <a:chExt cx="0" cy="0"/>
        </a:xfrm>
      </p:grpSpPr>
      <p:sp>
        <p:nvSpPr>
          <p:cNvPr id="5"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6"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7"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9" name="Title 1"/>
          <p:cNvSpPr txBox="1">
            <a:spLocks/>
          </p:cNvSpPr>
          <p:nvPr/>
        </p:nvSpPr>
        <p:spPr bwMode="auto">
          <a:xfrm>
            <a:off x="690563" y="3148013"/>
            <a:ext cx="6889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lgn="l" defTabSz="457200" rtl="0" eaLnBrk="0" fontAlgn="base" hangingPunct="0">
              <a:spcBef>
                <a:spcPct val="0"/>
              </a:spcBef>
              <a:spcAft>
                <a:spcPct val="0"/>
              </a:spcAft>
              <a:buFont typeface="Wingdings" panose="05000000000000000000" pitchFamily="2" charset="2"/>
              <a:buChar char="§"/>
              <a:defRPr sz="2500" kern="1200">
                <a:solidFill>
                  <a:schemeClr val="tx1"/>
                </a:solidFill>
                <a:latin typeface="Gotham Medium"/>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a:lstStyle>
          <a:p>
            <a:pPr>
              <a:defRPr/>
            </a:pPr>
            <a:r>
              <a:rPr lang="es-ES_tradnl" dirty="0" err="1"/>
              <a:t>Title</a:t>
            </a:r>
            <a:r>
              <a:rPr lang="es-ES_tradnl" dirty="0"/>
              <a:t> 2 </a:t>
            </a:r>
            <a:r>
              <a:rPr lang="en-US" dirty="0"/>
              <a:t>&lt;&lt;e.g. agenda point&gt;&gt;</a:t>
            </a:r>
          </a:p>
        </p:txBody>
      </p:sp>
      <p:sp>
        <p:nvSpPr>
          <p:cNvPr id="10" name="Subtitle 2"/>
          <p:cNvSpPr txBox="1">
            <a:spLocks/>
          </p:cNvSpPr>
          <p:nvPr/>
        </p:nvSpPr>
        <p:spPr bwMode="auto">
          <a:xfrm>
            <a:off x="936625" y="3867150"/>
            <a:ext cx="4343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defTabSz="457200" rtl="0" eaLnBrk="0" fontAlgn="base" hangingPunct="0">
              <a:spcBef>
                <a:spcPct val="20000"/>
              </a:spcBef>
              <a:spcAft>
                <a:spcPct val="0"/>
              </a:spcAft>
              <a:buFont typeface="Arial" panose="020B0604020202020204" pitchFamily="34" charset="0"/>
              <a:buNone/>
              <a:defRPr sz="1500" kern="1200">
                <a:solidFill>
                  <a:schemeClr val="tx1"/>
                </a:solidFill>
                <a:latin typeface="Gotham Light"/>
                <a:ea typeface="MS PGothic" panose="020B0600070205080204" pitchFamily="34" charset="-128"/>
                <a:cs typeface="MS PGothic" charset="0"/>
              </a:defRPr>
            </a:lvl1pPr>
            <a:lvl2pPr marL="457200" indent="0" algn="ctr" defTabSz="457200"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S PGothic" panose="020B0600070205080204" pitchFamily="34" charset="-128"/>
                <a:cs typeface="MS PGothic" charset="0"/>
              </a:defRPr>
            </a:lvl2pPr>
            <a:lvl3pPr marL="914400" indent="0" algn="ctr" defTabSz="457200"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S PGothic" panose="020B0600070205080204" pitchFamily="34" charset="-128"/>
                <a:cs typeface="MS PGothic" charset="0"/>
              </a:defRPr>
            </a:lvl3pPr>
            <a:lvl4pPr marL="13716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4pPr>
            <a:lvl5pPr marL="18288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&lt;&lt;subtitle&gt;&gt;</a:t>
            </a:r>
          </a:p>
        </p:txBody>
      </p:sp>
      <p:sp>
        <p:nvSpPr>
          <p:cNvPr id="16" name="Title 1"/>
          <p:cNvSpPr>
            <a:spLocks noGrp="1"/>
          </p:cNvSpPr>
          <p:nvPr>
            <p:ph type="ctrTitle" hasCustomPrompt="1"/>
          </p:nvPr>
        </p:nvSpPr>
        <p:spPr>
          <a:xfrm>
            <a:off x="690108" y="1449155"/>
            <a:ext cx="6890657" cy="719476"/>
          </a:xfrm>
        </p:spPr>
        <p:txBody>
          <a:bodyPr/>
          <a:lstStyle>
            <a:lvl1pPr marL="342900" indent="-342900" algn="l">
              <a:buFont typeface="Wingdings" panose="05000000000000000000" pitchFamily="2" charset="2"/>
              <a:buChar char="§"/>
              <a:defRPr sz="2500">
                <a:latin typeface="Gotham Medium"/>
              </a:defRPr>
            </a:lvl1pPr>
          </a:lstStyle>
          <a:p>
            <a:r>
              <a:rPr lang="en-US" dirty="0"/>
              <a:t>Title 1 &lt;&lt;e.g. agenda point&gt;&gt;</a:t>
            </a:r>
          </a:p>
        </p:txBody>
      </p:sp>
      <p:sp>
        <p:nvSpPr>
          <p:cNvPr id="17" name="Subtitle 2"/>
          <p:cNvSpPr>
            <a:spLocks noGrp="1"/>
          </p:cNvSpPr>
          <p:nvPr>
            <p:ph type="subTitle" idx="1" hasCustomPrompt="1"/>
          </p:nvPr>
        </p:nvSpPr>
        <p:spPr>
          <a:xfrm>
            <a:off x="936625" y="2168631"/>
            <a:ext cx="4343400" cy="481693"/>
          </a:xfrm>
        </p:spPr>
        <p:txBody>
          <a:bodyPr/>
          <a:lstStyle>
            <a:lvl1pPr marL="0" indent="0" algn="l">
              <a:buNone/>
              <a:defRPr sz="1500" baseline="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113468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1 PICTURE">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6" name="Text Placeholder 15"/>
          <p:cNvSpPr>
            <a:spLocks noGrp="1"/>
          </p:cNvSpPr>
          <p:nvPr>
            <p:ph type="body" sz="quarter" idx="11" hasCustomPrompt="1"/>
          </p:nvPr>
        </p:nvSpPr>
        <p:spPr>
          <a:xfrm>
            <a:off x="784452" y="2376262"/>
            <a:ext cx="3668485" cy="644751"/>
          </a:xfrm>
        </p:spPr>
        <p:txBody>
          <a:bodyPr/>
          <a:lstStyle>
            <a:lvl1pPr algn="l" defTabSz="457200" rtl="0" eaLnBrk="1" fontAlgn="base" hangingPunct="1">
              <a:spcBef>
                <a:spcPct val="0"/>
              </a:spcBef>
              <a:spcAft>
                <a:spcPct val="0"/>
              </a:spcAft>
              <a:defRPr lang="en-US" sz="2800" kern="1200" dirty="0">
                <a:solidFill>
                  <a:srgbClr val="404040"/>
                </a:solidFill>
                <a:latin typeface="Gotham Medium" charset="0"/>
                <a:ea typeface="MS PGothic" panose="020B0600070205080204" pitchFamily="34" charset="-128"/>
                <a:cs typeface="+mn-cs"/>
              </a:defRPr>
            </a:lvl1pPr>
          </a:lstStyle>
          <a:p>
            <a:pPr lvl="0"/>
            <a:r>
              <a:rPr lang="en-US" dirty="0"/>
              <a:t>&lt;&lt;Headline&gt;&gt;</a:t>
            </a:r>
          </a:p>
        </p:txBody>
      </p:sp>
      <p:sp>
        <p:nvSpPr>
          <p:cNvPr id="18" name="Text Placeholder 17"/>
          <p:cNvSpPr>
            <a:spLocks noGrp="1"/>
          </p:cNvSpPr>
          <p:nvPr>
            <p:ph type="body" sz="quarter" idx="12" hasCustomPrompt="1"/>
          </p:nvPr>
        </p:nvSpPr>
        <p:spPr>
          <a:xfrm>
            <a:off x="1159693" y="3298825"/>
            <a:ext cx="3293244" cy="1330325"/>
          </a:xfrm>
        </p:spPr>
        <p:txBody>
          <a:bodyPr/>
          <a:lstStyle>
            <a:lvl1pPr marL="0" indent="0">
              <a:buNone/>
              <a:defRPr lang="en-US" sz="15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4452938" y="1927225"/>
            <a:ext cx="4691062" cy="3135313"/>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104290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3 PICTURES">
    <p:spTree>
      <p:nvGrpSpPr>
        <p:cNvPr id="1" name=""/>
        <p:cNvGrpSpPr/>
        <p:nvPr/>
      </p:nvGrpSpPr>
      <p:grpSpPr>
        <a:xfrm>
          <a:off x="0" y="0"/>
          <a:ext cx="0" cy="0"/>
          <a:chOff x="0" y="0"/>
          <a:chExt cx="0" cy="0"/>
        </a:xfrm>
      </p:grpSpPr>
      <p:cxnSp>
        <p:nvCxnSpPr>
          <p:cNvPr id="12"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25"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26"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16" name="Text Placeholder 15"/>
          <p:cNvSpPr>
            <a:spLocks noGrp="1"/>
          </p:cNvSpPr>
          <p:nvPr>
            <p:ph type="body" sz="quarter" idx="11" hasCustomPrompt="1"/>
          </p:nvPr>
        </p:nvSpPr>
        <p:spPr>
          <a:xfrm>
            <a:off x="482600" y="1915316"/>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8" name="Text Placeholder 17"/>
          <p:cNvSpPr>
            <a:spLocks noGrp="1"/>
          </p:cNvSpPr>
          <p:nvPr>
            <p:ph type="body" sz="quarter" idx="12" hasCustomPrompt="1"/>
          </p:nvPr>
        </p:nvSpPr>
        <p:spPr>
          <a:xfrm>
            <a:off x="2563950" y="1761443"/>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6389688" y="1501099"/>
            <a:ext cx="2754312" cy="1402440"/>
          </a:xfrm>
        </p:spPr>
        <p:txBody>
          <a:bodyPr/>
          <a:lstStyle/>
          <a:p>
            <a:pPr lvl="0"/>
            <a:r>
              <a:rPr lang="en-US" noProof="0"/>
              <a:t>Click icon to add picture</a:t>
            </a:r>
            <a:endParaRPr lang="en-US" noProof="0" dirty="0"/>
          </a:p>
        </p:txBody>
      </p:sp>
      <p:sp>
        <p:nvSpPr>
          <p:cNvPr id="15" name="Text Placeholder 15"/>
          <p:cNvSpPr>
            <a:spLocks noGrp="1"/>
          </p:cNvSpPr>
          <p:nvPr>
            <p:ph type="body" sz="quarter" idx="14" hasCustomPrompt="1"/>
          </p:nvPr>
        </p:nvSpPr>
        <p:spPr>
          <a:xfrm>
            <a:off x="496212" y="358627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7" name="Text Placeholder 17"/>
          <p:cNvSpPr>
            <a:spLocks noGrp="1"/>
          </p:cNvSpPr>
          <p:nvPr>
            <p:ph type="body" sz="quarter" idx="15" hasCustomPrompt="1"/>
          </p:nvPr>
        </p:nvSpPr>
        <p:spPr>
          <a:xfrm>
            <a:off x="2577562" y="343240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19" name="Picture Placeholder 20"/>
          <p:cNvSpPr>
            <a:spLocks noGrp="1"/>
          </p:cNvSpPr>
          <p:nvPr>
            <p:ph type="pic" sz="quarter" idx="16"/>
          </p:nvPr>
        </p:nvSpPr>
        <p:spPr>
          <a:xfrm>
            <a:off x="6403300" y="3172060"/>
            <a:ext cx="2754312" cy="1402440"/>
          </a:xfrm>
        </p:spPr>
        <p:txBody>
          <a:bodyPr/>
          <a:lstStyle/>
          <a:p>
            <a:pPr lvl="0"/>
            <a:r>
              <a:rPr lang="en-US" noProof="0"/>
              <a:t>Click icon to add picture</a:t>
            </a:r>
            <a:endParaRPr lang="en-US" noProof="0" dirty="0"/>
          </a:p>
        </p:txBody>
      </p:sp>
      <p:sp>
        <p:nvSpPr>
          <p:cNvPr id="20" name="Text Placeholder 15"/>
          <p:cNvSpPr>
            <a:spLocks noGrp="1"/>
          </p:cNvSpPr>
          <p:nvPr>
            <p:ph type="body" sz="quarter" idx="17" hasCustomPrompt="1"/>
          </p:nvPr>
        </p:nvSpPr>
        <p:spPr>
          <a:xfrm>
            <a:off x="501653" y="528172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22" name="Text Placeholder 17"/>
          <p:cNvSpPr>
            <a:spLocks noGrp="1"/>
          </p:cNvSpPr>
          <p:nvPr>
            <p:ph type="body" sz="quarter" idx="18" hasCustomPrompt="1"/>
          </p:nvPr>
        </p:nvSpPr>
        <p:spPr>
          <a:xfrm>
            <a:off x="2583003" y="512785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3" name="Picture Placeholder 20"/>
          <p:cNvSpPr>
            <a:spLocks noGrp="1"/>
          </p:cNvSpPr>
          <p:nvPr>
            <p:ph type="pic" sz="quarter" idx="19"/>
          </p:nvPr>
        </p:nvSpPr>
        <p:spPr>
          <a:xfrm>
            <a:off x="6408741" y="4867510"/>
            <a:ext cx="2754312" cy="1402440"/>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667713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LARGE PICTURE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21" name="Picture Placeholder 20"/>
          <p:cNvSpPr>
            <a:spLocks noGrp="1"/>
          </p:cNvSpPr>
          <p:nvPr>
            <p:ph type="pic" sz="quarter" idx="13"/>
          </p:nvPr>
        </p:nvSpPr>
        <p:spPr>
          <a:xfrm>
            <a:off x="339726" y="1477053"/>
            <a:ext cx="8804274" cy="4835752"/>
          </a:xfrm>
        </p:spPr>
        <p:txBody>
          <a:bodyPr/>
          <a:lstStyle/>
          <a:p>
            <a:pPr lvl="0"/>
            <a:r>
              <a:rPr lang="en-US" noProof="0"/>
              <a:t>Click icon to add picture</a:t>
            </a:r>
            <a:endParaRPr lang="en-US" noProof="0" dirty="0"/>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808628" y="2020548"/>
            <a:ext cx="3293244" cy="1330325"/>
          </a:xfrm>
        </p:spPr>
        <p:txBody>
          <a:bodyPr/>
          <a:lstStyle>
            <a:lvl1pPr marL="0" indent="0">
              <a:buNone/>
              <a:defRPr lang="en-US" sz="18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Tree>
    <p:extLst>
      <p:ext uri="{BB962C8B-B14F-4D97-AF65-F5344CB8AC3E}">
        <p14:creationId xmlns:p14="http://schemas.microsoft.com/office/powerpoint/2010/main" val="104650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AND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1984375" y="1466392"/>
            <a:ext cx="5511800" cy="444500"/>
          </a:xfrm>
        </p:spPr>
        <p:txBody>
          <a:bodyPr/>
          <a:lstStyle>
            <a:lvl1pPr marL="0" indent="0" algn="ctr">
              <a:buNone/>
              <a:defRPr sz="2000" baseline="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3016250" y="4998247"/>
            <a:ext cx="3787865" cy="658482"/>
          </a:xfrm>
        </p:spPr>
        <p:txBody>
          <a:bodyPr/>
          <a:lstStyle>
            <a:lvl1pPr marL="0" indent="0" algn="ctr">
              <a:buNone/>
              <a:defRPr lang="en-US" sz="1400" kern="1200" dirty="0" smtClean="0">
                <a:solidFill>
                  <a:schemeClr val="tx1">
                    <a:lumMod val="75000"/>
                    <a:lumOff val="25000"/>
                  </a:schemeClr>
                </a:solidFill>
                <a:latin typeface="Gotham Light"/>
                <a:ea typeface="+mn-ea"/>
                <a:cs typeface="Gotham Light"/>
              </a:defRPr>
            </a:lvl1pPr>
          </a:lstStyle>
          <a:p>
            <a:pPr lvl="0"/>
            <a:r>
              <a:rPr lang="en-US" dirty="0"/>
              <a:t>&lt;&lt;Description of media&gt;&gt;</a:t>
            </a:r>
          </a:p>
          <a:p>
            <a:pPr lvl="0"/>
            <a:r>
              <a:rPr lang="en-US" dirty="0"/>
              <a:t>&lt;&lt;caption&gt;&gt;</a:t>
            </a:r>
          </a:p>
        </p:txBody>
      </p:sp>
      <p:sp>
        <p:nvSpPr>
          <p:cNvPr id="3" name="Media Placeholder 2"/>
          <p:cNvSpPr>
            <a:spLocks noGrp="1"/>
          </p:cNvSpPr>
          <p:nvPr>
            <p:ph type="media" sz="quarter" idx="14"/>
          </p:nvPr>
        </p:nvSpPr>
        <p:spPr>
          <a:xfrm>
            <a:off x="1984375" y="2020888"/>
            <a:ext cx="5511800" cy="2863850"/>
          </a:xfrm>
        </p:spPr>
        <p:txBody>
          <a:bodyPr/>
          <a:lstStyle>
            <a:lvl1pPr>
              <a:defRPr/>
            </a:lvl1pPr>
          </a:lstStyle>
          <a:p>
            <a:pPr lvl="0"/>
            <a:r>
              <a:rPr lang="en-US" noProof="0"/>
              <a:t>Click icon to add media</a:t>
            </a:r>
            <a:endParaRPr lang="en-US" noProof="0" dirty="0"/>
          </a:p>
        </p:txBody>
      </p:sp>
    </p:spTree>
    <p:extLst>
      <p:ext uri="{BB962C8B-B14F-4D97-AF65-F5344CB8AC3E}">
        <p14:creationId xmlns:p14="http://schemas.microsoft.com/office/powerpoint/2010/main" val="3145434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3" y="5222875"/>
            <a:ext cx="146526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263525" y="5962650"/>
            <a:ext cx="422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5"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5663" y="4886325"/>
            <a:ext cx="293528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p:nvPr/>
        </p:nvSpPr>
        <p:spPr>
          <a:xfrm>
            <a:off x="3205163" y="1665288"/>
            <a:ext cx="2565400" cy="769937"/>
          </a:xfrm>
          <a:prstGeom prst="rect">
            <a:avLst/>
          </a:prstGeom>
          <a:noFill/>
        </p:spPr>
        <p:txBody>
          <a:bodyPr>
            <a:spAutoFit/>
          </a:bodyPr>
          <a:ls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a:pPr algn="ctr" eaLnBrk="1" fontAlgn="auto" hangingPunct="1">
              <a:spcBef>
                <a:spcPts val="0"/>
              </a:spcBef>
              <a:spcAft>
                <a:spcPts val="0"/>
              </a:spcAft>
              <a:defRPr/>
            </a:pPr>
            <a:r>
              <a:rPr lang="en-US" sz="4400" dirty="0">
                <a:solidFill>
                  <a:schemeClr val="tx1">
                    <a:lumMod val="75000"/>
                    <a:lumOff val="25000"/>
                  </a:schemeClr>
                </a:solidFill>
                <a:latin typeface="Gotham Medium"/>
                <a:ea typeface="+mn-ea"/>
                <a:cs typeface="Gotham Medium"/>
              </a:rPr>
              <a:t>Thanks.</a:t>
            </a:r>
          </a:p>
        </p:txBody>
      </p:sp>
      <p:sp>
        <p:nvSpPr>
          <p:cNvPr id="9" name="Text Placeholder 8"/>
          <p:cNvSpPr>
            <a:spLocks noGrp="1"/>
          </p:cNvSpPr>
          <p:nvPr>
            <p:ph type="body" sz="quarter" idx="10" hasCustomPrompt="1"/>
          </p:nvPr>
        </p:nvSpPr>
        <p:spPr>
          <a:xfrm>
            <a:off x="2712131" y="2686050"/>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[Full name of presenter]</a:t>
            </a:r>
          </a:p>
          <a:p>
            <a:pPr algn="ctr" eaLnBrk="1" hangingPunct="1"/>
            <a:endParaRPr lang="en-US" altLang="en-US" sz="1400" dirty="0">
              <a:solidFill>
                <a:srgbClr val="404040"/>
              </a:solidFill>
              <a:latin typeface="Gotham Light" charset="0"/>
            </a:endParaRPr>
          </a:p>
        </p:txBody>
      </p:sp>
      <p:sp>
        <p:nvSpPr>
          <p:cNvPr id="11" name="Content Placeholder 10"/>
          <p:cNvSpPr>
            <a:spLocks noGrp="1"/>
          </p:cNvSpPr>
          <p:nvPr>
            <p:ph sz="quarter" idx="12" hasCustomPrompt="1"/>
          </p:nvPr>
        </p:nvSpPr>
        <p:spPr>
          <a:xfrm>
            <a:off x="2702606" y="2960345"/>
            <a:ext cx="3552825" cy="252639"/>
          </a:xfrm>
        </p:spPr>
        <p:txBody>
          <a:bodyPr/>
          <a:lstStyle>
            <a:lvl1pPr marL="0" indent="0" algn="ctr">
              <a:buNone/>
              <a:defRPr sz="1000" baseline="0">
                <a:latin typeface="Gotham Light"/>
              </a:defRPr>
            </a:lvl1pPr>
          </a:lstStyle>
          <a:p>
            <a:pPr lvl="0"/>
            <a:r>
              <a:rPr lang="en-US" dirty="0"/>
              <a:t>[Position of presenter]</a:t>
            </a:r>
          </a:p>
        </p:txBody>
      </p:sp>
      <p:sp>
        <p:nvSpPr>
          <p:cNvPr id="12" name="Text Placeholder 8"/>
          <p:cNvSpPr>
            <a:spLocks noGrp="1"/>
          </p:cNvSpPr>
          <p:nvPr>
            <p:ph type="body" sz="quarter" idx="13" hasCustomPrompt="1"/>
          </p:nvPr>
        </p:nvSpPr>
        <p:spPr>
          <a:xfrm>
            <a:off x="2717579" y="3311978"/>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[Phone number]</a:t>
            </a:r>
          </a:p>
          <a:p>
            <a:pPr algn="ctr" eaLnBrk="1" hangingPunct="1"/>
            <a:endParaRPr lang="en-US" altLang="en-US" sz="1400" dirty="0">
              <a:solidFill>
                <a:srgbClr val="404040"/>
              </a:solidFill>
              <a:latin typeface="Gotham Light" charset="0"/>
            </a:endParaRPr>
          </a:p>
        </p:txBody>
      </p:sp>
      <p:sp>
        <p:nvSpPr>
          <p:cNvPr id="14" name="Text Placeholder 8"/>
          <p:cNvSpPr>
            <a:spLocks noGrp="1"/>
          </p:cNvSpPr>
          <p:nvPr>
            <p:ph type="body" sz="quarter" idx="14" hasCustomPrompt="1"/>
          </p:nvPr>
        </p:nvSpPr>
        <p:spPr>
          <a:xfrm>
            <a:off x="2714860" y="3595006"/>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[Email]</a:t>
            </a:r>
          </a:p>
          <a:p>
            <a:pPr algn="ctr" eaLnBrk="1" hangingPunct="1"/>
            <a:endParaRPr lang="en-US" altLang="en-US" sz="1400" dirty="0">
              <a:solidFill>
                <a:srgbClr val="404040"/>
              </a:solidFill>
              <a:latin typeface="Gotham Light" charset="0"/>
            </a:endParaRPr>
          </a:p>
        </p:txBody>
      </p:sp>
      <p:sp>
        <p:nvSpPr>
          <p:cNvPr id="15" name="TextBox 12"/>
          <p:cNvSpPr txBox="1">
            <a:spLocks noChangeArrowheads="1"/>
          </p:cNvSpPr>
          <p:nvPr/>
        </p:nvSpPr>
        <p:spPr bwMode="auto">
          <a:xfrm>
            <a:off x="2717579" y="3998787"/>
            <a:ext cx="35514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1400" dirty="0">
                <a:solidFill>
                  <a:srgbClr val="404040"/>
                </a:solidFill>
                <a:latin typeface="Gotham Light" charset="0"/>
              </a:rPr>
              <a:t>For general questions: </a:t>
            </a:r>
          </a:p>
          <a:p>
            <a:pPr algn="ctr" eaLnBrk="1" hangingPunct="1"/>
            <a:r>
              <a:rPr lang="en-US" altLang="en-US" sz="1400" dirty="0">
                <a:solidFill>
                  <a:srgbClr val="404040"/>
                </a:solidFill>
                <a:latin typeface="Gotham Light" charset="0"/>
              </a:rPr>
              <a:t>info@knx.org – www.knx.org</a:t>
            </a:r>
          </a:p>
        </p:txBody>
      </p:sp>
    </p:spTree>
    <p:extLst>
      <p:ext uri="{BB962C8B-B14F-4D97-AF65-F5344CB8AC3E}">
        <p14:creationId xmlns:p14="http://schemas.microsoft.com/office/powerpoint/2010/main" val="1377345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556791"/>
            <a:ext cx="8856984" cy="4751933"/>
          </a:xfrm>
          <a:prstGeom prst="rect">
            <a:avLst/>
          </a:prstGeom>
        </p:spPr>
        <p:txBody>
          <a:bodyPr/>
          <a:lstStyle>
            <a:lvl2pPr>
              <a:defRPr sz="1800"/>
            </a:lvl2pPr>
            <a:lvl3pPr>
              <a:defRPr sz="15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174670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415927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081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8126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40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295267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16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579243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510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77664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21070"/>
            <a:ext cx="8229600" cy="4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7"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pic>
        <p:nvPicPr>
          <p:cNvPr id="10" name="Imagen 21" descr="Worldmap.jpg"/>
          <p:cNvPicPr>
            <a:picLocks noChangeAspect="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82600" y="301718"/>
            <a:ext cx="1104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ector recto 20"/>
          <p:cNvCxnSpPr/>
          <p:nvPr/>
        </p:nvCxnSpPr>
        <p:spPr>
          <a:xfrm>
            <a:off x="0" y="1484784"/>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sp>
        <p:nvSpPr>
          <p:cNvPr id="14" name="TextBox 11"/>
          <p:cNvSpPr txBox="1">
            <a:spLocks noChangeArrowheads="1"/>
          </p:cNvSpPr>
          <p:nvPr/>
        </p:nvSpPr>
        <p:spPr bwMode="auto">
          <a:xfrm>
            <a:off x="8104188" y="6367462"/>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Tree>
    <p:extLst>
      <p:ext uri="{BB962C8B-B14F-4D97-AF65-F5344CB8AC3E}">
        <p14:creationId xmlns:p14="http://schemas.microsoft.com/office/powerpoint/2010/main" val="100049181"/>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770" r:id="rId18"/>
    <p:sldLayoutId id="2147483772" r:id="rId19"/>
  </p:sldLayoutIdLst>
  <p:txStyles>
    <p:titleStyle>
      <a:lvl1pPr algn="ctr" defTabSz="457200" rtl="0" eaLnBrk="1" fontAlgn="base" hangingPunct="1">
        <a:spcBef>
          <a:spcPct val="0"/>
        </a:spcBef>
        <a:spcAft>
          <a:spcPct val="0"/>
        </a:spcAft>
        <a:defRPr sz="2000" kern="1200">
          <a:solidFill>
            <a:schemeClr val="tx1"/>
          </a:solidFill>
          <a:latin typeface="Gotham Medium"/>
          <a:ea typeface="MS PGothic" panose="020B0600070205080204" pitchFamily="34" charset="-128"/>
          <a:cs typeface="Gotham Medium"/>
        </a:defRPr>
      </a:lvl1pPr>
      <a:lvl2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Gotham Light"/>
          <a:ea typeface="MS PGothic" panose="020B0600070205080204" pitchFamily="34" charset="-128"/>
          <a:cs typeface="Gotham Light"/>
        </a:defRPr>
      </a:lvl1pPr>
      <a:lvl2pPr marL="742950" indent="-285750" algn="l" defTabSz="457200" rtl="0" eaLnBrk="1" fontAlgn="base" hangingPunct="1">
        <a:spcBef>
          <a:spcPct val="20000"/>
        </a:spcBef>
        <a:spcAft>
          <a:spcPct val="0"/>
        </a:spcAft>
        <a:buFont typeface="Arial" panose="020B0604020202020204" pitchFamily="34" charset="0"/>
        <a:buChar char="–"/>
        <a:defRPr sz="1800" kern="1200">
          <a:solidFill>
            <a:schemeClr val="tx1"/>
          </a:solidFill>
          <a:latin typeface="Gotham Light"/>
          <a:ea typeface="MS PGothic" panose="020B0600070205080204" pitchFamily="34" charset="-128"/>
          <a:cs typeface="Gotham Light"/>
        </a:defRPr>
      </a:lvl2pPr>
      <a:lvl3pPr marL="11430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3pPr>
      <a:lvl4pPr marL="16002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4pPr>
      <a:lvl5pPr marL="20574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0.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4048-93B1-4D7E-924E-3B2609D395A8}"/>
              </a:ext>
            </a:extLst>
          </p:cNvPr>
          <p:cNvSpPr>
            <a:spLocks noGrp="1"/>
          </p:cNvSpPr>
          <p:nvPr>
            <p:ph type="ctrTitle"/>
          </p:nvPr>
        </p:nvSpPr>
        <p:spPr/>
        <p:txBody>
          <a:bodyPr/>
          <a:lstStyle/>
          <a:p>
            <a:r>
              <a:rPr lang="en-GB" dirty="0"/>
              <a:t>KNX Advanced Course</a:t>
            </a:r>
            <a:endParaRPr lang="en-GB" sz="2400" b="0" dirty="0">
              <a:solidFill>
                <a:srgbClr val="0C4B9D"/>
              </a:solidFill>
              <a:latin typeface="+mn-lt"/>
              <a:ea typeface="+mn-ea"/>
              <a:cs typeface="+mn-cs"/>
            </a:endParaRPr>
          </a:p>
        </p:txBody>
      </p:sp>
      <p:sp>
        <p:nvSpPr>
          <p:cNvPr id="6" name="Subtitle 2">
            <a:extLst>
              <a:ext uri="{FF2B5EF4-FFF2-40B4-BE49-F238E27FC236}">
                <a16:creationId xmlns:a16="http://schemas.microsoft.com/office/drawing/2014/main" id="{36891D17-0544-4779-B232-7495C4C552DF}"/>
              </a:ext>
            </a:extLst>
          </p:cNvPr>
          <p:cNvSpPr>
            <a:spLocks noGrp="1"/>
          </p:cNvSpPr>
          <p:nvPr>
            <p:ph type="subTitle" idx="1"/>
          </p:nvPr>
        </p:nvSpPr>
        <p:spPr>
          <a:xfrm>
            <a:off x="468188" y="3447972"/>
            <a:ext cx="4607868" cy="1076325"/>
          </a:xfrm>
        </p:spPr>
        <p:txBody>
          <a:bodyPr/>
          <a:lstStyle/>
          <a:p>
            <a:r>
              <a:rPr lang="nl-BE" sz="2400" dirty="0" err="1"/>
              <a:t>Flags</a:t>
            </a:r>
            <a:endParaRPr lang="en-GB" sz="2400" dirty="0"/>
          </a:p>
        </p:txBody>
      </p:sp>
    </p:spTree>
    <p:extLst>
      <p:ext uri="{BB962C8B-B14F-4D97-AF65-F5344CB8AC3E}">
        <p14:creationId xmlns:p14="http://schemas.microsoft.com/office/powerpoint/2010/main" val="245980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Flags</a:t>
            </a:r>
          </a:p>
        </p:txBody>
      </p:sp>
      <p:pic>
        <p:nvPicPr>
          <p:cNvPr id="4" name="Picture 3">
            <a:extLst>
              <a:ext uri="{FF2B5EF4-FFF2-40B4-BE49-F238E27FC236}">
                <a16:creationId xmlns:a16="http://schemas.microsoft.com/office/drawing/2014/main" id="{236CA334-E2F2-43FC-9ABE-A560480EDFD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404286" y="3459336"/>
            <a:ext cx="4272170" cy="2304157"/>
          </a:xfrm>
          <a:prstGeom prst="rect">
            <a:avLst/>
          </a:prstGeom>
          <a:noFill/>
          <a:ln>
            <a:noFill/>
          </a:ln>
        </p:spPr>
      </p:pic>
      <p:sp>
        <p:nvSpPr>
          <p:cNvPr id="5" name="Content Placeholder 1">
            <a:extLst>
              <a:ext uri="{FF2B5EF4-FFF2-40B4-BE49-F238E27FC236}">
                <a16:creationId xmlns:a16="http://schemas.microsoft.com/office/drawing/2014/main" id="{9C40CEA1-13D2-4509-8137-2408883E2CC4}"/>
              </a:ext>
            </a:extLst>
          </p:cNvPr>
          <p:cNvSpPr txBox="1">
            <a:spLocks/>
          </p:cNvSpPr>
          <p:nvPr/>
        </p:nvSpPr>
        <p:spPr>
          <a:xfrm>
            <a:off x="971600" y="2504976"/>
            <a:ext cx="3648710"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None/>
            </a:pPr>
            <a:r>
              <a:rPr lang="es-ES" sz="2400" kern="0" dirty="0">
                <a:ea typeface="Open Sans" panose="020B0606030504020204" pitchFamily="34" charset="0"/>
                <a:cs typeface="Open Sans" panose="020B0606030504020204" pitchFamily="34" charset="0"/>
              </a:rPr>
              <a:t>6 </a:t>
            </a:r>
            <a:r>
              <a:rPr lang="en-GB" sz="2400" kern="0" dirty="0">
                <a:ea typeface="Open Sans" panose="020B0606030504020204" pitchFamily="34" charset="0"/>
                <a:cs typeface="Open Sans" panose="020B0606030504020204" pitchFamily="34" charset="0"/>
              </a:rPr>
              <a:t>Flags</a:t>
            </a:r>
            <a:r>
              <a:rPr lang="es-ES" sz="2400" kern="0" dirty="0">
                <a:ea typeface="Open Sans" panose="020B0606030504020204" pitchFamily="34" charset="0"/>
                <a:cs typeface="Open Sans" panose="020B0606030504020204" pitchFamily="34" charset="0"/>
              </a:rPr>
              <a:t>:</a:t>
            </a:r>
          </a:p>
          <a:p>
            <a:pPr>
              <a:lnSpc>
                <a:spcPct val="150000"/>
              </a:lnSpc>
              <a:defRPr/>
            </a:pPr>
            <a:r>
              <a:rPr lang="es-ES" sz="2000" kern="0" dirty="0">
                <a:solidFill>
                  <a:schemeClr val="bg1">
                    <a:lumMod val="10000"/>
                  </a:schemeClr>
                </a:solidFill>
                <a:ea typeface="Open Sans" panose="020B0606030504020204" pitchFamily="34" charset="0"/>
                <a:cs typeface="Open Sans" panose="020B0606030504020204" pitchFamily="34" charset="0"/>
              </a:rPr>
              <a:t>C  :  </a:t>
            </a:r>
            <a:r>
              <a:rPr lang="en-GB" sz="2000" kern="0" dirty="0">
                <a:solidFill>
                  <a:schemeClr val="bg1">
                    <a:lumMod val="10000"/>
                  </a:schemeClr>
                </a:solidFill>
                <a:ea typeface="Open Sans" panose="020B0606030504020204" pitchFamily="34" charset="0"/>
                <a:cs typeface="Open Sans" panose="020B0606030504020204" pitchFamily="34" charset="0"/>
              </a:rPr>
              <a:t>Communication</a:t>
            </a:r>
          </a:p>
          <a:p>
            <a:pPr>
              <a:lnSpc>
                <a:spcPct val="150000"/>
              </a:lnSpc>
              <a:defRPr/>
            </a:pPr>
            <a:r>
              <a:rPr lang="es-ES" sz="2000" kern="0" dirty="0">
                <a:solidFill>
                  <a:schemeClr val="bg1">
                    <a:lumMod val="10000"/>
                  </a:schemeClr>
                </a:solidFill>
                <a:ea typeface="Open Sans" panose="020B0606030504020204" pitchFamily="34" charset="0"/>
                <a:cs typeface="Open Sans" panose="020B0606030504020204" pitchFamily="34" charset="0"/>
              </a:rPr>
              <a:t>R  :  </a:t>
            </a:r>
            <a:r>
              <a:rPr lang="en-GB" sz="2000" kern="0" dirty="0">
                <a:solidFill>
                  <a:schemeClr val="bg1">
                    <a:lumMod val="10000"/>
                  </a:schemeClr>
                </a:solidFill>
                <a:ea typeface="Open Sans" panose="020B0606030504020204" pitchFamily="34" charset="0"/>
                <a:cs typeface="Open Sans" panose="020B0606030504020204" pitchFamily="34" charset="0"/>
              </a:rPr>
              <a:t>Read</a:t>
            </a:r>
          </a:p>
          <a:p>
            <a:pPr>
              <a:lnSpc>
                <a:spcPct val="150000"/>
              </a:lnSpc>
              <a:defRPr/>
            </a:pPr>
            <a:r>
              <a:rPr lang="es-ES" sz="2000" kern="0" dirty="0">
                <a:solidFill>
                  <a:schemeClr val="bg1">
                    <a:lumMod val="10000"/>
                  </a:schemeClr>
                </a:solidFill>
                <a:ea typeface="Open Sans" panose="020B0606030504020204" pitchFamily="34" charset="0"/>
                <a:cs typeface="Open Sans" panose="020B0606030504020204" pitchFamily="34" charset="0"/>
              </a:rPr>
              <a:t>W :  </a:t>
            </a:r>
            <a:r>
              <a:rPr lang="en-GB" sz="2000" kern="0" dirty="0">
                <a:solidFill>
                  <a:schemeClr val="bg1">
                    <a:lumMod val="10000"/>
                  </a:schemeClr>
                </a:solidFill>
                <a:ea typeface="Open Sans" panose="020B0606030504020204" pitchFamily="34" charset="0"/>
                <a:cs typeface="Open Sans" panose="020B0606030504020204" pitchFamily="34" charset="0"/>
              </a:rPr>
              <a:t>Write</a:t>
            </a:r>
          </a:p>
          <a:p>
            <a:pPr>
              <a:lnSpc>
                <a:spcPct val="150000"/>
              </a:lnSpc>
              <a:defRPr/>
            </a:pPr>
            <a:r>
              <a:rPr lang="es-ES" sz="2000" kern="0" dirty="0">
                <a:solidFill>
                  <a:schemeClr val="bg1">
                    <a:lumMod val="10000"/>
                  </a:schemeClr>
                </a:solidFill>
                <a:ea typeface="Open Sans" panose="020B0606030504020204" pitchFamily="34" charset="0"/>
                <a:cs typeface="Open Sans" panose="020B0606030504020204" pitchFamily="34" charset="0"/>
              </a:rPr>
              <a:t>T  :  </a:t>
            </a:r>
            <a:r>
              <a:rPr lang="en-GB" sz="2000" kern="0" dirty="0">
                <a:solidFill>
                  <a:schemeClr val="bg1">
                    <a:lumMod val="10000"/>
                  </a:schemeClr>
                </a:solidFill>
                <a:ea typeface="Open Sans" panose="020B0606030504020204" pitchFamily="34" charset="0"/>
                <a:cs typeface="Open Sans" panose="020B0606030504020204" pitchFamily="34" charset="0"/>
              </a:rPr>
              <a:t>Transmit</a:t>
            </a:r>
          </a:p>
          <a:p>
            <a:pPr>
              <a:lnSpc>
                <a:spcPct val="150000"/>
              </a:lnSpc>
              <a:defRPr/>
            </a:pPr>
            <a:r>
              <a:rPr lang="es-ES" sz="2000" kern="0" dirty="0">
                <a:solidFill>
                  <a:schemeClr val="bg1">
                    <a:lumMod val="10000"/>
                  </a:schemeClr>
                </a:solidFill>
                <a:ea typeface="Open Sans" panose="020B0606030504020204" pitchFamily="34" charset="0"/>
                <a:cs typeface="Open Sans" panose="020B0606030504020204" pitchFamily="34" charset="0"/>
              </a:rPr>
              <a:t>U  :  </a:t>
            </a:r>
            <a:r>
              <a:rPr lang="en-GB" sz="2000" kern="0" dirty="0">
                <a:solidFill>
                  <a:schemeClr val="bg1">
                    <a:lumMod val="10000"/>
                  </a:schemeClr>
                </a:solidFill>
                <a:ea typeface="Open Sans" panose="020B0606030504020204" pitchFamily="34" charset="0"/>
                <a:cs typeface="Open Sans" panose="020B0606030504020204" pitchFamily="34" charset="0"/>
              </a:rPr>
              <a:t>Update</a:t>
            </a:r>
          </a:p>
          <a:p>
            <a:pPr>
              <a:lnSpc>
                <a:spcPct val="150000"/>
              </a:lnSpc>
              <a:defRPr/>
            </a:pPr>
            <a:r>
              <a:rPr lang="en-GB" sz="2000" kern="0" dirty="0">
                <a:solidFill>
                  <a:schemeClr val="bg1">
                    <a:lumMod val="10000"/>
                  </a:schemeClr>
                </a:solidFill>
                <a:ea typeface="Open Sans" panose="020B0606030504020204" pitchFamily="34" charset="0"/>
                <a:cs typeface="Open Sans" panose="020B0606030504020204" pitchFamily="34" charset="0"/>
              </a:rPr>
              <a:t>I    :  Read On Init</a:t>
            </a:r>
            <a:endParaRPr lang="es-E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
        <p:nvSpPr>
          <p:cNvPr id="6" name="Content Placeholder 1">
            <a:extLst>
              <a:ext uri="{FF2B5EF4-FFF2-40B4-BE49-F238E27FC236}">
                <a16:creationId xmlns:a16="http://schemas.microsoft.com/office/drawing/2014/main" id="{3B27D006-0CBF-40E4-BDC1-91C638C656DF}"/>
              </a:ext>
            </a:extLst>
          </p:cNvPr>
          <p:cNvSpPr txBox="1">
            <a:spLocks/>
          </p:cNvSpPr>
          <p:nvPr/>
        </p:nvSpPr>
        <p:spPr>
          <a:xfrm>
            <a:off x="971600" y="1412875"/>
            <a:ext cx="7704856" cy="1080021"/>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Font typeface="Wingdings" pitchFamily="2" charset="2"/>
              <a:buNone/>
            </a:pPr>
            <a:r>
              <a:rPr lang="en-GB" sz="2000" kern="0" dirty="0">
                <a:solidFill>
                  <a:schemeClr val="bg2">
                    <a:lumMod val="10000"/>
                  </a:schemeClr>
                </a:solidFill>
                <a:ea typeface="Open Sans" panose="020B0606030504020204" pitchFamily="34" charset="0"/>
                <a:cs typeface="Open Sans" panose="020B0606030504020204" pitchFamily="34" charset="0"/>
              </a:rPr>
              <a:t>The flags control the communication possibilities of an object on the bus</a:t>
            </a:r>
            <a:endParaRPr lang="en-US" sz="2000" kern="0" dirty="0">
              <a:solidFill>
                <a:schemeClr val="tx1"/>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998842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Setting the Flags</a:t>
            </a:r>
          </a:p>
        </p:txBody>
      </p:sp>
      <p:pic>
        <p:nvPicPr>
          <p:cNvPr id="4" name="Picture 3">
            <a:extLst>
              <a:ext uri="{FF2B5EF4-FFF2-40B4-BE49-F238E27FC236}">
                <a16:creationId xmlns:a16="http://schemas.microsoft.com/office/drawing/2014/main" id="{FA09BC2F-66BF-4C53-A772-81249F73A2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04350" y="2132856"/>
            <a:ext cx="7531608" cy="2080260"/>
          </a:xfrm>
          <a:prstGeom prst="rect">
            <a:avLst/>
          </a:prstGeom>
          <a:noFill/>
          <a:ln>
            <a:noFill/>
          </a:ln>
        </p:spPr>
      </p:pic>
      <p:sp>
        <p:nvSpPr>
          <p:cNvPr id="7" name="Right Arrow 3">
            <a:extLst>
              <a:ext uri="{FF2B5EF4-FFF2-40B4-BE49-F238E27FC236}">
                <a16:creationId xmlns:a16="http://schemas.microsoft.com/office/drawing/2014/main" id="{034088F7-23BD-455B-B261-63F1C5ED58FC}"/>
              </a:ext>
            </a:extLst>
          </p:cNvPr>
          <p:cNvSpPr/>
          <p:nvPr/>
        </p:nvSpPr>
        <p:spPr bwMode="auto">
          <a:xfrm rot="16200000">
            <a:off x="6529263" y="4052107"/>
            <a:ext cx="650875" cy="388937"/>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sp>
        <p:nvSpPr>
          <p:cNvPr id="6" name="Content Placeholder 1">
            <a:extLst>
              <a:ext uri="{FF2B5EF4-FFF2-40B4-BE49-F238E27FC236}">
                <a16:creationId xmlns:a16="http://schemas.microsoft.com/office/drawing/2014/main" id="{2220AF08-79F9-4E22-AF52-1CBEB04E76AF}"/>
              </a:ext>
            </a:extLst>
          </p:cNvPr>
          <p:cNvSpPr txBox="1">
            <a:spLocks/>
          </p:cNvSpPr>
          <p:nvPr/>
        </p:nvSpPr>
        <p:spPr>
          <a:xfrm>
            <a:off x="1307166" y="1590223"/>
            <a:ext cx="7128792" cy="719138"/>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gn="r">
              <a:spcBef>
                <a:spcPct val="30000"/>
              </a:spcBef>
              <a:buClrTx/>
              <a:buFont typeface="Wingdings" pitchFamily="2" charset="2"/>
              <a:buNone/>
              <a:defRPr/>
            </a:pPr>
            <a:r>
              <a:rPr lang="en-GB" sz="2000" kern="1200">
                <a:solidFill>
                  <a:schemeClr val="tx1"/>
                </a:solidFill>
                <a:latin typeface="Arial" charset="0"/>
              </a:rPr>
              <a:t>Setting a Flag in Buildings View</a:t>
            </a:r>
            <a:endParaRPr lang="es-ES" sz="2000" kern="1200" dirty="0">
              <a:solidFill>
                <a:schemeClr val="tx1"/>
              </a:solidFill>
              <a:latin typeface="Arial" charset="0"/>
            </a:endParaRPr>
          </a:p>
        </p:txBody>
      </p:sp>
    </p:spTree>
    <p:extLst>
      <p:ext uri="{BB962C8B-B14F-4D97-AF65-F5344CB8AC3E}">
        <p14:creationId xmlns:p14="http://schemas.microsoft.com/office/powerpoint/2010/main" val="823753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Setting the Flags</a:t>
            </a:r>
          </a:p>
        </p:txBody>
      </p:sp>
      <p:pic>
        <p:nvPicPr>
          <p:cNvPr id="5" name="Picture 4">
            <a:extLst>
              <a:ext uri="{FF2B5EF4-FFF2-40B4-BE49-F238E27FC236}">
                <a16:creationId xmlns:a16="http://schemas.microsoft.com/office/drawing/2014/main" id="{9155BD92-F2AC-4F32-81E1-01E295C5C25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2212689"/>
            <a:ext cx="7499985" cy="3118104"/>
          </a:xfrm>
          <a:prstGeom prst="rect">
            <a:avLst/>
          </a:prstGeom>
          <a:noFill/>
          <a:ln>
            <a:noFill/>
          </a:ln>
        </p:spPr>
      </p:pic>
      <p:sp>
        <p:nvSpPr>
          <p:cNvPr id="6" name="Content Placeholder 1">
            <a:extLst>
              <a:ext uri="{FF2B5EF4-FFF2-40B4-BE49-F238E27FC236}">
                <a16:creationId xmlns:a16="http://schemas.microsoft.com/office/drawing/2014/main" id="{D0625D2C-5A7E-4B42-9790-A0F6A7A0AACA}"/>
              </a:ext>
            </a:extLst>
          </p:cNvPr>
          <p:cNvSpPr txBox="1">
            <a:spLocks/>
          </p:cNvSpPr>
          <p:nvPr/>
        </p:nvSpPr>
        <p:spPr>
          <a:xfrm>
            <a:off x="755575" y="1526206"/>
            <a:ext cx="7788017" cy="580528"/>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lvl="0" indent="0" algn="r">
              <a:spcBef>
                <a:spcPct val="30000"/>
              </a:spcBef>
              <a:buClrTx/>
              <a:buNone/>
              <a:defRPr/>
            </a:pPr>
            <a:r>
              <a:rPr lang="en-GB" sz="2000" dirty="0">
                <a:solidFill>
                  <a:schemeClr val="tx1"/>
                </a:solidFill>
                <a:latin typeface="Arial" charset="0"/>
              </a:rPr>
              <a:t>Simultaneous Setting of Flags at Several Objects</a:t>
            </a:r>
          </a:p>
          <a:p>
            <a:pPr marL="0" lvl="0" indent="0" algn="r">
              <a:spcBef>
                <a:spcPct val="30000"/>
              </a:spcBef>
              <a:buClrTx/>
              <a:buNone/>
              <a:defRPr/>
            </a:pPr>
            <a:endParaRPr lang="en-GB" sz="2000" b="0" dirty="0">
              <a:solidFill>
                <a:schemeClr val="tx1"/>
              </a:solidFill>
              <a:latin typeface="Arial" charset="0"/>
            </a:endParaRPr>
          </a:p>
          <a:p>
            <a:pPr algn="r"/>
            <a:endParaRPr lang="en-US" sz="2000" b="0" kern="0" dirty="0"/>
          </a:p>
          <a:p>
            <a:pPr algn="r"/>
            <a:endParaRPr lang="en-US" sz="2000" b="0" kern="0" dirty="0">
              <a:solidFill>
                <a:schemeClr val="tx1"/>
              </a:solidFill>
            </a:endParaRPr>
          </a:p>
          <a:p>
            <a:pPr marL="457200" indent="-457200" algn="r">
              <a:buFont typeface="+mj-lt"/>
              <a:buAutoNum type="arabicPeriod"/>
            </a:pPr>
            <a:endParaRPr lang="en-US" sz="2000" b="0" kern="0" dirty="0"/>
          </a:p>
        </p:txBody>
      </p:sp>
      <p:sp>
        <p:nvSpPr>
          <p:cNvPr id="7" name="Content Placeholder 1">
            <a:extLst>
              <a:ext uri="{FF2B5EF4-FFF2-40B4-BE49-F238E27FC236}">
                <a16:creationId xmlns:a16="http://schemas.microsoft.com/office/drawing/2014/main" id="{82CD2937-EA21-4280-A67B-8EE0E7D97CAE}"/>
              </a:ext>
            </a:extLst>
          </p:cNvPr>
          <p:cNvSpPr txBox="1">
            <a:spLocks/>
          </p:cNvSpPr>
          <p:nvPr/>
        </p:nvSpPr>
        <p:spPr>
          <a:xfrm>
            <a:off x="4995698" y="3659005"/>
            <a:ext cx="1656184" cy="1008112"/>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spcBef>
                <a:spcPct val="30000"/>
              </a:spcBef>
              <a:buClrTx/>
              <a:buNone/>
              <a:defRPr/>
            </a:pPr>
            <a:r>
              <a:rPr lang="en-GB" sz="1600" b="0" dirty="0">
                <a:solidFill>
                  <a:schemeClr val="tx1"/>
                </a:solidFill>
                <a:latin typeface="Arial" charset="0"/>
              </a:rPr>
              <a:t>2. Set the flags for all objects</a:t>
            </a:r>
          </a:p>
          <a:p>
            <a:pPr marL="0" lvl="0" indent="0">
              <a:spcBef>
                <a:spcPct val="30000"/>
              </a:spcBef>
              <a:buClrTx/>
              <a:buNone/>
              <a:defRPr/>
            </a:pPr>
            <a:endParaRPr lang="en-GB" sz="1600" b="0" dirty="0">
              <a:solidFill>
                <a:schemeClr val="tx1"/>
              </a:solidFill>
              <a:latin typeface="Arial" charset="0"/>
            </a:endParaRPr>
          </a:p>
          <a:p>
            <a:endParaRPr lang="en-US" sz="1600" b="0" kern="0" dirty="0"/>
          </a:p>
          <a:p>
            <a:endParaRPr lang="en-US" sz="1600" b="0" kern="0" dirty="0">
              <a:solidFill>
                <a:schemeClr val="tx1"/>
              </a:solidFill>
            </a:endParaRPr>
          </a:p>
          <a:p>
            <a:pPr marL="457200" indent="-457200">
              <a:buFont typeface="+mj-lt"/>
              <a:buAutoNum type="arabicPeriod"/>
            </a:pPr>
            <a:endParaRPr lang="en-US" sz="1600" b="0" kern="0" dirty="0"/>
          </a:p>
        </p:txBody>
      </p:sp>
      <p:sp>
        <p:nvSpPr>
          <p:cNvPr id="8" name="Right Arrow 3">
            <a:extLst>
              <a:ext uri="{FF2B5EF4-FFF2-40B4-BE49-F238E27FC236}">
                <a16:creationId xmlns:a16="http://schemas.microsoft.com/office/drawing/2014/main" id="{405BCB83-B3E1-48D9-8B89-D4C2CC21328C}"/>
              </a:ext>
            </a:extLst>
          </p:cNvPr>
          <p:cNvSpPr/>
          <p:nvPr/>
        </p:nvSpPr>
        <p:spPr bwMode="auto">
          <a:xfrm rot="16200000">
            <a:off x="1128663" y="3450556"/>
            <a:ext cx="650875" cy="388937"/>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sp>
        <p:nvSpPr>
          <p:cNvPr id="9" name="Right Arrow 3">
            <a:extLst>
              <a:ext uri="{FF2B5EF4-FFF2-40B4-BE49-F238E27FC236}">
                <a16:creationId xmlns:a16="http://schemas.microsoft.com/office/drawing/2014/main" id="{C0FBA4A9-B8F2-4E61-A3D9-AC7100CD8E70}"/>
              </a:ext>
            </a:extLst>
          </p:cNvPr>
          <p:cNvSpPr/>
          <p:nvPr/>
        </p:nvSpPr>
        <p:spPr bwMode="auto">
          <a:xfrm>
            <a:off x="6444208" y="3842273"/>
            <a:ext cx="650875" cy="388937"/>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sp>
        <p:nvSpPr>
          <p:cNvPr id="10" name="Content Placeholder 1">
            <a:extLst>
              <a:ext uri="{FF2B5EF4-FFF2-40B4-BE49-F238E27FC236}">
                <a16:creationId xmlns:a16="http://schemas.microsoft.com/office/drawing/2014/main" id="{7FAF01B1-9162-443D-BEFE-306C455692AA}"/>
              </a:ext>
            </a:extLst>
          </p:cNvPr>
          <p:cNvSpPr txBox="1">
            <a:spLocks/>
          </p:cNvSpPr>
          <p:nvPr/>
        </p:nvSpPr>
        <p:spPr>
          <a:xfrm>
            <a:off x="600407" y="4061234"/>
            <a:ext cx="2675449" cy="1008112"/>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spcBef>
                <a:spcPct val="30000"/>
              </a:spcBef>
              <a:buClrTx/>
              <a:buNone/>
              <a:defRPr/>
            </a:pPr>
            <a:r>
              <a:rPr lang="en-GB" sz="1600" b="0" dirty="0">
                <a:solidFill>
                  <a:schemeClr val="tx1"/>
                </a:solidFill>
                <a:latin typeface="Arial" charset="0"/>
              </a:rPr>
              <a:t>1. Relevant objects must be marked with </a:t>
            </a:r>
            <a:r>
              <a:rPr lang="en-GB" sz="1600" b="0" dirty="0" err="1">
                <a:solidFill>
                  <a:schemeClr val="tx1"/>
                </a:solidFill>
                <a:latin typeface="Arial" charset="0"/>
              </a:rPr>
              <a:t>Shift+click</a:t>
            </a:r>
            <a:r>
              <a:rPr lang="en-GB" sz="1600" b="0" dirty="0">
                <a:solidFill>
                  <a:schemeClr val="tx1"/>
                </a:solidFill>
                <a:latin typeface="Arial" charset="0"/>
              </a:rPr>
              <a:t> or </a:t>
            </a:r>
            <a:r>
              <a:rPr lang="en-GB" sz="1600" b="0" dirty="0" err="1">
                <a:solidFill>
                  <a:schemeClr val="tx1"/>
                </a:solidFill>
                <a:latin typeface="Arial" charset="0"/>
              </a:rPr>
              <a:t>Ctrl+click</a:t>
            </a:r>
            <a:endParaRPr lang="en-GB" sz="1600" b="0" dirty="0">
              <a:solidFill>
                <a:schemeClr val="tx1"/>
              </a:solidFill>
              <a:latin typeface="Arial" charset="0"/>
            </a:endParaRPr>
          </a:p>
          <a:p>
            <a:pPr marL="0" lvl="0" indent="0">
              <a:spcBef>
                <a:spcPct val="30000"/>
              </a:spcBef>
              <a:buClrTx/>
              <a:buNone/>
              <a:defRPr/>
            </a:pPr>
            <a:endParaRPr lang="en-GB" sz="1600" b="0" dirty="0">
              <a:solidFill>
                <a:schemeClr val="tx1"/>
              </a:solidFill>
              <a:latin typeface="Arial" charset="0"/>
            </a:endParaRPr>
          </a:p>
          <a:p>
            <a:endParaRPr lang="en-US" sz="1600" b="0" kern="0" dirty="0"/>
          </a:p>
          <a:p>
            <a:endParaRPr lang="en-US" sz="1600" b="0" kern="0" dirty="0">
              <a:solidFill>
                <a:schemeClr val="tx1"/>
              </a:solidFill>
            </a:endParaRPr>
          </a:p>
          <a:p>
            <a:pPr marL="457200" indent="-457200">
              <a:buFont typeface="+mj-lt"/>
              <a:buAutoNum type="arabicPeriod"/>
            </a:pPr>
            <a:endParaRPr lang="en-US" sz="1600" b="0" kern="0" dirty="0"/>
          </a:p>
        </p:txBody>
      </p:sp>
    </p:spTree>
    <p:extLst>
      <p:ext uri="{BB962C8B-B14F-4D97-AF65-F5344CB8AC3E}">
        <p14:creationId xmlns:p14="http://schemas.microsoft.com/office/powerpoint/2010/main" val="272624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The Communication Flag ‘C’</a:t>
            </a:r>
          </a:p>
        </p:txBody>
      </p:sp>
      <p:pic>
        <p:nvPicPr>
          <p:cNvPr id="11" name="Picture 10">
            <a:extLst>
              <a:ext uri="{FF2B5EF4-FFF2-40B4-BE49-F238E27FC236}">
                <a16:creationId xmlns:a16="http://schemas.microsoft.com/office/drawing/2014/main" id="{E42C4C2B-1537-4BB1-A0F6-23C7A6363BB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955940" y="1628800"/>
            <a:ext cx="2848695" cy="4363254"/>
          </a:xfrm>
          <a:prstGeom prst="rect">
            <a:avLst/>
          </a:prstGeom>
          <a:noFill/>
          <a:ln>
            <a:noFill/>
          </a:ln>
        </p:spPr>
      </p:pic>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2" y="1557313"/>
            <a:ext cx="4983299"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GB" sz="1800" dirty="0">
                <a:solidFill>
                  <a:schemeClr val="tx1"/>
                </a:solidFill>
              </a:rPr>
              <a:t>It is the “</a:t>
            </a:r>
            <a:r>
              <a:rPr lang="en-GB" sz="1800" dirty="0"/>
              <a:t>master switch</a:t>
            </a:r>
            <a:r>
              <a:rPr lang="en-GB" sz="1800" dirty="0">
                <a:solidFill>
                  <a:schemeClr val="tx1"/>
                </a:solidFill>
              </a:rPr>
              <a:t>” for communication </a:t>
            </a:r>
          </a:p>
          <a:p>
            <a:endParaRPr lang="en-GB" sz="1800" kern="0" dirty="0">
              <a:solidFill>
                <a:schemeClr val="tx1"/>
              </a:solidFill>
            </a:endParaRPr>
          </a:p>
          <a:p>
            <a:r>
              <a:rPr lang="en-GB" sz="1800" dirty="0"/>
              <a:t>Set by default </a:t>
            </a:r>
            <a:r>
              <a:rPr lang="en-GB" sz="1800" dirty="0">
                <a:solidFill>
                  <a:schemeClr val="tx1"/>
                </a:solidFill>
              </a:rPr>
              <a:t>at all the group objects</a:t>
            </a:r>
            <a:endParaRPr lang="en-US" sz="1800" kern="0" dirty="0"/>
          </a:p>
          <a:p>
            <a:endParaRPr lang="en-US" sz="1800" kern="0" dirty="0"/>
          </a:p>
          <a:p>
            <a:r>
              <a:rPr lang="en-GB" sz="1800" dirty="0">
                <a:solidFill>
                  <a:schemeClr val="tx1"/>
                </a:solidFill>
              </a:rPr>
              <a:t>If this flag is not set, the object cannot </a:t>
            </a:r>
            <a:r>
              <a:rPr lang="en-GB" sz="1800" dirty="0"/>
              <a:t>send or receive telegrams</a:t>
            </a:r>
            <a:endParaRPr lang="en-GB" sz="1800" dirty="0">
              <a:solidFill>
                <a:schemeClr val="tx1"/>
              </a:solidFill>
            </a:endParaRPr>
          </a:p>
          <a:p>
            <a:endParaRPr lang="en-GB" sz="1800" dirty="0">
              <a:solidFill>
                <a:schemeClr val="tx1"/>
              </a:solidFill>
            </a:endParaRPr>
          </a:p>
          <a:p>
            <a:r>
              <a:rPr lang="en-GB" sz="1800" dirty="0">
                <a:solidFill>
                  <a:schemeClr val="tx1"/>
                </a:solidFill>
              </a:rPr>
              <a:t>If this object is linked to a group address, an acknowledgement is also sent when the communication flag has been deleted!</a:t>
            </a:r>
            <a:endParaRPr lang="es-ES" sz="1800" dirty="0">
              <a:solidFill>
                <a:schemeClr val="tx1"/>
              </a:solidFill>
            </a:endParaRPr>
          </a:p>
          <a:p>
            <a:pPr marL="457200" indent="-457200">
              <a:buFont typeface="+mj-lt"/>
              <a:buAutoNum type="arabicPeriod"/>
            </a:pPr>
            <a:endParaRPr lang="en-US" sz="1800" kern="0" dirty="0"/>
          </a:p>
        </p:txBody>
      </p:sp>
    </p:spTree>
    <p:extLst>
      <p:ext uri="{BB962C8B-B14F-4D97-AF65-F5344CB8AC3E}">
        <p14:creationId xmlns:p14="http://schemas.microsoft.com/office/powerpoint/2010/main" val="2188780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Example of a Communication Flag</a:t>
            </a:r>
            <a:endParaRPr lang="en-GB" dirty="0"/>
          </a:p>
        </p:txBody>
      </p:sp>
      <p:pic>
        <p:nvPicPr>
          <p:cNvPr id="4" name="Picture 3">
            <a:extLst>
              <a:ext uri="{FF2B5EF4-FFF2-40B4-BE49-F238E27FC236}">
                <a16:creationId xmlns:a16="http://schemas.microsoft.com/office/drawing/2014/main" id="{57F0B0E0-EE7D-4CC5-9CB0-2D74317D8A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700808"/>
            <a:ext cx="7381780" cy="1910334"/>
          </a:xfrm>
          <a:prstGeom prst="rect">
            <a:avLst/>
          </a:prstGeom>
          <a:noFill/>
          <a:ln>
            <a:noFill/>
          </a:ln>
        </p:spPr>
      </p:pic>
      <p:sp>
        <p:nvSpPr>
          <p:cNvPr id="5" name="Rectangle 4">
            <a:extLst>
              <a:ext uri="{FF2B5EF4-FFF2-40B4-BE49-F238E27FC236}">
                <a16:creationId xmlns:a16="http://schemas.microsoft.com/office/drawing/2014/main" id="{A7FD2CED-9B3B-47D9-8813-B763E9D26495}"/>
              </a:ext>
            </a:extLst>
          </p:cNvPr>
          <p:cNvSpPr/>
          <p:nvPr/>
        </p:nvSpPr>
        <p:spPr>
          <a:xfrm>
            <a:off x="2555776" y="4365104"/>
            <a:ext cx="5832648" cy="369332"/>
          </a:xfrm>
          <a:prstGeom prst="rect">
            <a:avLst/>
          </a:prstGeom>
        </p:spPr>
        <p:txBody>
          <a:bodyPr wrap="square">
            <a:spAutoFit/>
          </a:bodyPr>
          <a:lstStyle/>
          <a:p>
            <a:r>
              <a:rPr lang="en-US" b="1" dirty="0"/>
              <a:t>Removal of communication flag for unused objects</a:t>
            </a:r>
          </a:p>
        </p:txBody>
      </p:sp>
      <p:sp>
        <p:nvSpPr>
          <p:cNvPr id="6" name="Right Arrow 3">
            <a:extLst>
              <a:ext uri="{FF2B5EF4-FFF2-40B4-BE49-F238E27FC236}">
                <a16:creationId xmlns:a16="http://schemas.microsoft.com/office/drawing/2014/main" id="{C0B0315A-2EA2-42E6-9E83-FD0C273E247A}"/>
              </a:ext>
            </a:extLst>
          </p:cNvPr>
          <p:cNvSpPr/>
          <p:nvPr/>
        </p:nvSpPr>
        <p:spPr bwMode="auto">
          <a:xfrm rot="16200000">
            <a:off x="5737175" y="3729425"/>
            <a:ext cx="650875" cy="388937"/>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spTree>
    <p:extLst>
      <p:ext uri="{BB962C8B-B14F-4D97-AF65-F5344CB8AC3E}">
        <p14:creationId xmlns:p14="http://schemas.microsoft.com/office/powerpoint/2010/main" val="1574279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The Write Flag ‘W’</a:t>
            </a:r>
          </a:p>
        </p:txBody>
      </p:sp>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2" y="1557313"/>
            <a:ext cx="4983299"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800" dirty="0">
                <a:solidFill>
                  <a:schemeClr val="tx1"/>
                </a:solidFill>
              </a:rPr>
              <a:t>If it is set, </a:t>
            </a:r>
            <a:r>
              <a:rPr lang="en-US" sz="1800" dirty="0"/>
              <a:t>the value of a group object can be overwritten by</a:t>
            </a:r>
            <a:r>
              <a:rPr lang="en-US" sz="1800" dirty="0">
                <a:solidFill>
                  <a:schemeClr val="tx1"/>
                </a:solidFill>
              </a:rPr>
              <a:t> group telegrams</a:t>
            </a:r>
          </a:p>
          <a:p>
            <a:endParaRPr lang="en-GB" sz="1800" kern="0" dirty="0">
              <a:solidFill>
                <a:schemeClr val="tx1"/>
              </a:solidFill>
            </a:endParaRPr>
          </a:p>
          <a:p>
            <a:r>
              <a:rPr lang="en-GB" sz="1800" dirty="0"/>
              <a:t>Set by default </a:t>
            </a:r>
            <a:r>
              <a:rPr lang="en-US" sz="1800" dirty="0">
                <a:solidFill>
                  <a:schemeClr val="tx1"/>
                </a:solidFill>
              </a:rPr>
              <a:t>for all switch objects, value objects on dimming actuators as well as many push button objects</a:t>
            </a:r>
            <a:endParaRPr lang="en-US" sz="1800" kern="0" dirty="0"/>
          </a:p>
          <a:p>
            <a:endParaRPr lang="en-US" sz="1800" kern="0" dirty="0"/>
          </a:p>
          <a:p>
            <a:r>
              <a:rPr lang="en-GB" sz="1800" dirty="0">
                <a:latin typeface="Arial" charset="0"/>
              </a:rPr>
              <a:t>Typical applications: </a:t>
            </a:r>
            <a:endParaRPr lang="es-ES" sz="1800" dirty="0">
              <a:latin typeface="Arial" charset="0"/>
            </a:endParaRPr>
          </a:p>
          <a:p>
            <a:pPr marL="685800" lvl="1">
              <a:buFont typeface="Wingdings" panose="05000000000000000000" pitchFamily="2" charset="2"/>
              <a:buChar char="§"/>
            </a:pPr>
            <a:r>
              <a:rPr lang="en-GB" sz="1800" b="1" dirty="0">
                <a:solidFill>
                  <a:schemeClr val="tx1"/>
                </a:solidFill>
                <a:latin typeface="Arial" charset="0"/>
              </a:rPr>
              <a:t>An actuator can only be switched if the write flag is set at its switch object</a:t>
            </a:r>
          </a:p>
          <a:p>
            <a:pPr marL="685800" lvl="1">
              <a:buFont typeface="Wingdings" panose="05000000000000000000" pitchFamily="2" charset="2"/>
              <a:buChar char="§"/>
            </a:pPr>
            <a:endParaRPr lang="es-ES" sz="1800" b="1" dirty="0">
              <a:solidFill>
                <a:schemeClr val="tx1"/>
              </a:solidFill>
              <a:latin typeface="Arial" charset="0"/>
            </a:endParaRPr>
          </a:p>
          <a:p>
            <a:pPr marL="685800" lvl="1">
              <a:buFont typeface="Wingdings" panose="05000000000000000000" pitchFamily="2" charset="2"/>
              <a:buChar char="§"/>
            </a:pPr>
            <a:r>
              <a:rPr lang="en-GB" sz="1800" b="1" dirty="0">
                <a:solidFill>
                  <a:schemeClr val="tx1"/>
                </a:solidFill>
                <a:latin typeface="Arial" charset="0"/>
              </a:rPr>
              <a:t>An LED on a push button can only react to group telegrams if the write flag is set at its LED object</a:t>
            </a:r>
            <a:endParaRPr lang="es-ES" sz="1800" b="1" dirty="0">
              <a:solidFill>
                <a:schemeClr val="tx1"/>
              </a:solidFill>
              <a:latin typeface="Arial" charset="0"/>
            </a:endParaRPr>
          </a:p>
          <a:p>
            <a:pPr marL="0" indent="0">
              <a:buNone/>
            </a:pPr>
            <a:endParaRPr lang="en-US" sz="1800" kern="0" dirty="0"/>
          </a:p>
        </p:txBody>
      </p:sp>
      <p:pic>
        <p:nvPicPr>
          <p:cNvPr id="5" name="Picture 4">
            <a:extLst>
              <a:ext uri="{FF2B5EF4-FFF2-40B4-BE49-F238E27FC236}">
                <a16:creationId xmlns:a16="http://schemas.microsoft.com/office/drawing/2014/main" id="{D6157E89-490A-4007-A1CF-9AF1A7C6BA6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109147" y="1578236"/>
            <a:ext cx="2542282" cy="4176464"/>
          </a:xfrm>
          <a:prstGeom prst="rect">
            <a:avLst/>
          </a:prstGeom>
          <a:noFill/>
          <a:ln>
            <a:noFill/>
          </a:ln>
        </p:spPr>
      </p:pic>
    </p:spTree>
    <p:extLst>
      <p:ext uri="{BB962C8B-B14F-4D97-AF65-F5344CB8AC3E}">
        <p14:creationId xmlns:p14="http://schemas.microsoft.com/office/powerpoint/2010/main" val="301117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The Transmit Flag ‘T’</a:t>
            </a:r>
          </a:p>
        </p:txBody>
      </p:sp>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2" y="1557313"/>
            <a:ext cx="4983299"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800" dirty="0">
                <a:solidFill>
                  <a:schemeClr val="tx1"/>
                </a:solidFill>
              </a:rPr>
              <a:t>If it is set, a group object </a:t>
            </a:r>
            <a:r>
              <a:rPr lang="en-US" sz="1800" dirty="0"/>
              <a:t>can transmit changes </a:t>
            </a:r>
            <a:r>
              <a:rPr lang="en-US" sz="1800" dirty="0">
                <a:solidFill>
                  <a:schemeClr val="tx1"/>
                </a:solidFill>
              </a:rPr>
              <a:t>in its value on the bus </a:t>
            </a:r>
            <a:r>
              <a:rPr lang="en-US" sz="1800" dirty="0"/>
              <a:t>by triggering group telegrams </a:t>
            </a:r>
            <a:r>
              <a:rPr lang="en-US" sz="1800" dirty="0">
                <a:solidFill>
                  <a:schemeClr val="tx1"/>
                </a:solidFill>
              </a:rPr>
              <a:t>to the sending group address</a:t>
            </a:r>
          </a:p>
          <a:p>
            <a:endParaRPr lang="en-GB" sz="1800" kern="0" dirty="0">
              <a:solidFill>
                <a:schemeClr val="tx1"/>
              </a:solidFill>
            </a:endParaRPr>
          </a:p>
          <a:p>
            <a:r>
              <a:rPr lang="en-GB" sz="1800" dirty="0"/>
              <a:t>Set by default </a:t>
            </a:r>
            <a:r>
              <a:rPr lang="en-US" sz="1800" dirty="0">
                <a:solidFill>
                  <a:schemeClr val="tx1"/>
                </a:solidFill>
              </a:rPr>
              <a:t>for sensors and in most cases also for status objects of actuators </a:t>
            </a:r>
            <a:endParaRPr lang="en-US" sz="1800" kern="0" dirty="0"/>
          </a:p>
          <a:p>
            <a:endParaRPr lang="en-US" sz="1800" kern="0" dirty="0"/>
          </a:p>
          <a:p>
            <a:pPr marL="0" indent="0">
              <a:buNone/>
            </a:pPr>
            <a:endParaRPr lang="en-US" sz="1800" kern="0" dirty="0"/>
          </a:p>
        </p:txBody>
      </p:sp>
      <p:pic>
        <p:nvPicPr>
          <p:cNvPr id="6" name="Picture 5">
            <a:extLst>
              <a:ext uri="{FF2B5EF4-FFF2-40B4-BE49-F238E27FC236}">
                <a16:creationId xmlns:a16="http://schemas.microsoft.com/office/drawing/2014/main" id="{B258ED1C-65F3-4275-9915-B8FDF96F31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06808" y="1557313"/>
            <a:ext cx="2346960" cy="4171188"/>
          </a:xfrm>
          <a:prstGeom prst="rect">
            <a:avLst/>
          </a:prstGeom>
          <a:noFill/>
          <a:ln>
            <a:noFill/>
          </a:ln>
        </p:spPr>
      </p:pic>
    </p:spTree>
    <p:extLst>
      <p:ext uri="{BB962C8B-B14F-4D97-AF65-F5344CB8AC3E}">
        <p14:creationId xmlns:p14="http://schemas.microsoft.com/office/powerpoint/2010/main" val="2731248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Example of a Transmit Flag</a:t>
            </a:r>
            <a:endParaRPr lang="en-GB" dirty="0"/>
          </a:p>
        </p:txBody>
      </p:sp>
      <p:sp>
        <p:nvSpPr>
          <p:cNvPr id="5" name="Rectangle 4">
            <a:extLst>
              <a:ext uri="{FF2B5EF4-FFF2-40B4-BE49-F238E27FC236}">
                <a16:creationId xmlns:a16="http://schemas.microsoft.com/office/drawing/2014/main" id="{A7FD2CED-9B3B-47D9-8813-B763E9D26495}"/>
              </a:ext>
            </a:extLst>
          </p:cNvPr>
          <p:cNvSpPr/>
          <p:nvPr/>
        </p:nvSpPr>
        <p:spPr>
          <a:xfrm>
            <a:off x="895099" y="5458420"/>
            <a:ext cx="7517664" cy="646331"/>
          </a:xfrm>
          <a:prstGeom prst="rect">
            <a:avLst/>
          </a:prstGeom>
        </p:spPr>
        <p:txBody>
          <a:bodyPr wrap="square">
            <a:spAutoFit/>
          </a:bodyPr>
          <a:lstStyle/>
          <a:p>
            <a:r>
              <a:rPr lang="en-US" b="1" dirty="0">
                <a:solidFill>
                  <a:srgbClr val="369226"/>
                </a:solidFill>
              </a:rPr>
              <a:t>Result: </a:t>
            </a:r>
            <a:r>
              <a:rPr lang="en-US" b="1" dirty="0"/>
              <a:t>A chain reaction of update telegrams. The bus is put under a heavy load and the actuators possibly no longer react</a:t>
            </a:r>
          </a:p>
        </p:txBody>
      </p:sp>
      <p:pic>
        <p:nvPicPr>
          <p:cNvPr id="8" name="Picture 7">
            <a:extLst>
              <a:ext uri="{FF2B5EF4-FFF2-40B4-BE49-F238E27FC236}">
                <a16:creationId xmlns:a16="http://schemas.microsoft.com/office/drawing/2014/main" id="{6C4B1237-C6FA-4466-86EF-7DC580263F5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1558556"/>
            <a:ext cx="7369155" cy="3628085"/>
          </a:xfrm>
          <a:prstGeom prst="rect">
            <a:avLst/>
          </a:prstGeom>
          <a:noFill/>
          <a:ln>
            <a:noFill/>
          </a:ln>
        </p:spPr>
      </p:pic>
    </p:spTree>
    <p:extLst>
      <p:ext uri="{BB962C8B-B14F-4D97-AF65-F5344CB8AC3E}">
        <p14:creationId xmlns:p14="http://schemas.microsoft.com/office/powerpoint/2010/main" val="2993101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The Read Flag ‘R’</a:t>
            </a:r>
          </a:p>
        </p:txBody>
      </p:sp>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2" y="1557313"/>
            <a:ext cx="4983299"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800" dirty="0"/>
              <a:t>Enables</a:t>
            </a:r>
            <a:r>
              <a:rPr lang="en-US" sz="1800" dirty="0">
                <a:solidFill>
                  <a:schemeClr val="tx1"/>
                </a:solidFill>
              </a:rPr>
              <a:t> the object value to be </a:t>
            </a:r>
            <a:r>
              <a:rPr lang="en-US" sz="1800" dirty="0"/>
              <a:t>read out </a:t>
            </a:r>
            <a:r>
              <a:rPr lang="en-US" sz="1800" dirty="0">
                <a:solidFill>
                  <a:schemeClr val="tx1"/>
                </a:solidFill>
              </a:rPr>
              <a:t>via read telegram</a:t>
            </a:r>
          </a:p>
          <a:p>
            <a:endParaRPr lang="en-US" sz="1800" dirty="0">
              <a:solidFill>
                <a:schemeClr val="tx1"/>
              </a:solidFill>
            </a:endParaRPr>
          </a:p>
          <a:p>
            <a:r>
              <a:rPr lang="en-US" sz="1800" dirty="0">
                <a:solidFill>
                  <a:schemeClr val="tx1"/>
                </a:solidFill>
              </a:rPr>
              <a:t>If it is set at an object, the bus device </a:t>
            </a:r>
            <a:r>
              <a:rPr lang="en-US" sz="1800" dirty="0"/>
              <a:t>responds to a read request </a:t>
            </a:r>
            <a:r>
              <a:rPr lang="en-US" sz="1800" dirty="0">
                <a:solidFill>
                  <a:schemeClr val="tx1"/>
                </a:solidFill>
              </a:rPr>
              <a:t>telegram with a response telegram to the sending group address. If it is deleted, there is no response</a:t>
            </a:r>
          </a:p>
          <a:p>
            <a:pPr marL="0" indent="0">
              <a:buNone/>
            </a:pPr>
            <a:r>
              <a:rPr lang="en-US" sz="1800" dirty="0"/>
              <a:t> </a:t>
            </a:r>
          </a:p>
          <a:p>
            <a:r>
              <a:rPr lang="en-GB" sz="1800" dirty="0"/>
              <a:t>Not set by default </a:t>
            </a:r>
            <a:r>
              <a:rPr lang="en-US" sz="1800" dirty="0">
                <a:solidFill>
                  <a:schemeClr val="tx1"/>
                </a:solidFill>
              </a:rPr>
              <a:t>in most cases</a:t>
            </a:r>
          </a:p>
          <a:p>
            <a:endParaRPr lang="en-US" sz="1800" dirty="0">
              <a:solidFill>
                <a:schemeClr val="tx1"/>
              </a:solidFill>
              <a:latin typeface="Arial" charset="0"/>
            </a:endParaRPr>
          </a:p>
          <a:p>
            <a:r>
              <a:rPr lang="en-US" sz="1800" dirty="0">
                <a:latin typeface="Arial" charset="0"/>
              </a:rPr>
              <a:t>S</a:t>
            </a:r>
            <a:r>
              <a:rPr lang="en-GB" sz="1800" dirty="0">
                <a:latin typeface="Arial" charset="0"/>
              </a:rPr>
              <a:t>et </a:t>
            </a:r>
            <a:r>
              <a:rPr lang="en-GB" sz="1800" dirty="0">
                <a:solidFill>
                  <a:schemeClr val="tx1"/>
                </a:solidFill>
                <a:latin typeface="Arial" charset="0"/>
              </a:rPr>
              <a:t>by many manufacturers </a:t>
            </a:r>
            <a:r>
              <a:rPr lang="en-GB" sz="1800" dirty="0">
                <a:latin typeface="Arial" charset="0"/>
              </a:rPr>
              <a:t>for status objects</a:t>
            </a:r>
            <a:endParaRPr lang="en-US" sz="1800" kern="0" dirty="0"/>
          </a:p>
        </p:txBody>
      </p:sp>
      <p:pic>
        <p:nvPicPr>
          <p:cNvPr id="6" name="Picture 5">
            <a:extLst>
              <a:ext uri="{FF2B5EF4-FFF2-40B4-BE49-F238E27FC236}">
                <a16:creationId xmlns:a16="http://schemas.microsoft.com/office/drawing/2014/main" id="{4B70B9D3-2B10-4EEB-9677-D5E39267374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012160" y="1557313"/>
            <a:ext cx="2517775" cy="4465955"/>
          </a:xfrm>
          <a:prstGeom prst="rect">
            <a:avLst/>
          </a:prstGeom>
          <a:noFill/>
          <a:ln>
            <a:noFill/>
          </a:ln>
        </p:spPr>
      </p:pic>
    </p:spTree>
    <p:extLst>
      <p:ext uri="{BB962C8B-B14F-4D97-AF65-F5344CB8AC3E}">
        <p14:creationId xmlns:p14="http://schemas.microsoft.com/office/powerpoint/2010/main" val="1994521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Principle Sequence of a Read Request </a:t>
            </a:r>
            <a:endParaRPr lang="en-GB" dirty="0"/>
          </a:p>
        </p:txBody>
      </p:sp>
      <p:pic>
        <p:nvPicPr>
          <p:cNvPr id="4" name="Picture 3">
            <a:extLst>
              <a:ext uri="{FF2B5EF4-FFF2-40B4-BE49-F238E27FC236}">
                <a16:creationId xmlns:a16="http://schemas.microsoft.com/office/drawing/2014/main" id="{EC24409D-D1DB-41A6-9595-12A6793B1813}"/>
              </a:ext>
            </a:extLst>
          </p:cNvPr>
          <p:cNvPicPr>
            <a:picLocks noChangeAspect="1"/>
          </p:cNvPicPr>
          <p:nvPr/>
        </p:nvPicPr>
        <p:blipFill>
          <a:blip r:embed="rId3"/>
          <a:stretch>
            <a:fillRect/>
          </a:stretch>
        </p:blipFill>
        <p:spPr>
          <a:xfrm>
            <a:off x="908889" y="3739152"/>
            <a:ext cx="7740352" cy="1143542"/>
          </a:xfrm>
          <a:prstGeom prst="rect">
            <a:avLst/>
          </a:prstGeom>
        </p:spPr>
      </p:pic>
      <p:sp>
        <p:nvSpPr>
          <p:cNvPr id="6" name="Rectangle 5">
            <a:extLst>
              <a:ext uri="{FF2B5EF4-FFF2-40B4-BE49-F238E27FC236}">
                <a16:creationId xmlns:a16="http://schemas.microsoft.com/office/drawing/2014/main" id="{AE51FC98-007C-4865-A3A4-3EBB47F4A8B1}"/>
              </a:ext>
            </a:extLst>
          </p:cNvPr>
          <p:cNvSpPr/>
          <p:nvPr/>
        </p:nvSpPr>
        <p:spPr>
          <a:xfrm>
            <a:off x="942047" y="1457763"/>
            <a:ext cx="7878425" cy="2019014"/>
          </a:xfrm>
          <a:prstGeom prst="rect">
            <a:avLst/>
          </a:prstGeom>
        </p:spPr>
        <p:txBody>
          <a:bodyPr/>
          <a:lstStyle/>
          <a:p>
            <a:pPr eaLnBrk="0" hangingPunct="0">
              <a:lnSpc>
                <a:spcPct val="150000"/>
              </a:lnSpc>
              <a:spcBef>
                <a:spcPct val="20000"/>
              </a:spcBef>
              <a:buClr>
                <a:srgbClr val="369226"/>
              </a:buClr>
            </a:pPr>
            <a:r>
              <a:rPr lang="en-GB" b="1" dirty="0">
                <a:solidFill>
                  <a:srgbClr val="369226"/>
                </a:solidFill>
                <a:latin typeface="+mn-lt"/>
                <a:cs typeface="+mn-cs"/>
              </a:rPr>
              <a:t>Sequence of a read request:</a:t>
            </a:r>
          </a:p>
          <a:p>
            <a:pPr marL="342900" indent="-342900" eaLnBrk="0" hangingPunct="0">
              <a:lnSpc>
                <a:spcPct val="150000"/>
              </a:lnSpc>
              <a:spcBef>
                <a:spcPct val="20000"/>
              </a:spcBef>
              <a:buClr>
                <a:srgbClr val="369226"/>
              </a:buClr>
              <a:buFont typeface="Wingdings" pitchFamily="2" charset="2"/>
              <a:buChar char="§"/>
            </a:pPr>
            <a:r>
              <a:rPr lang="en-GB" b="1" dirty="0">
                <a:latin typeface="+mn-lt"/>
                <a:cs typeface="+mn-cs"/>
              </a:rPr>
              <a:t>by a visualisation (1.1.255) </a:t>
            </a:r>
            <a:endParaRPr lang="es-ES" b="1" dirty="0">
              <a:latin typeface="+mn-lt"/>
              <a:cs typeface="+mn-cs"/>
            </a:endParaRPr>
          </a:p>
          <a:p>
            <a:pPr marL="342900" indent="-342900" eaLnBrk="0" hangingPunct="0">
              <a:lnSpc>
                <a:spcPct val="150000"/>
              </a:lnSpc>
              <a:spcBef>
                <a:spcPct val="20000"/>
              </a:spcBef>
              <a:buClr>
                <a:srgbClr val="369226"/>
              </a:buClr>
              <a:buFont typeface="Wingdings" pitchFamily="2" charset="2"/>
              <a:buChar char="§"/>
            </a:pPr>
            <a:r>
              <a:rPr lang="en-GB" b="1" dirty="0">
                <a:latin typeface="+mn-lt"/>
                <a:cs typeface="+mn-cs"/>
              </a:rPr>
              <a:t>at the status object (read flag set here) of a switch actuator (1.1.1) </a:t>
            </a:r>
            <a:endParaRPr lang="es-ES" b="1" dirty="0">
              <a:latin typeface="+mn-lt"/>
              <a:cs typeface="+mn-cs"/>
            </a:endParaRPr>
          </a:p>
          <a:p>
            <a:pPr marL="342900" indent="-342900" eaLnBrk="0" hangingPunct="0">
              <a:lnSpc>
                <a:spcPct val="150000"/>
              </a:lnSpc>
              <a:spcBef>
                <a:spcPct val="20000"/>
              </a:spcBef>
              <a:buClr>
                <a:srgbClr val="369226"/>
              </a:buClr>
              <a:buFont typeface="Wingdings" pitchFamily="2" charset="2"/>
              <a:buChar char="§"/>
            </a:pPr>
            <a:r>
              <a:rPr lang="en-GB" b="1" dirty="0">
                <a:latin typeface="+mn-lt"/>
                <a:cs typeface="+mn-cs"/>
              </a:rPr>
              <a:t>via the group address 3/2/1 (status of lamp 1):</a:t>
            </a:r>
            <a:endParaRPr lang="es-ES" b="1" dirty="0">
              <a:latin typeface="+mn-lt"/>
              <a:cs typeface="+mn-cs"/>
            </a:endParaRPr>
          </a:p>
        </p:txBody>
      </p:sp>
    </p:spTree>
    <p:extLst>
      <p:ext uri="{BB962C8B-B14F-4D97-AF65-F5344CB8AC3E}">
        <p14:creationId xmlns:p14="http://schemas.microsoft.com/office/powerpoint/2010/main" val="77704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Special Features of Read Flags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ea typeface="Open Sans" panose="020B0606030504020204" pitchFamily="34" charset="0"/>
                <a:cs typeface="Open Sans" panose="020B0606030504020204" pitchFamily="34" charset="0"/>
              </a:rPr>
              <a:t>Read flag should only be set at device which is to respond</a:t>
            </a:r>
          </a:p>
          <a:p>
            <a:pPr>
              <a:lnSpc>
                <a:spcPct val="150000"/>
              </a:lnSpc>
              <a:defRPr/>
            </a:pPr>
            <a:endParaRPr lang="en-US" sz="1200" kern="0" dirty="0">
              <a:ea typeface="Open Sans" panose="020B0606030504020204" pitchFamily="34" charset="0"/>
              <a:cs typeface="Open Sans" panose="020B0606030504020204" pitchFamily="34" charset="0"/>
            </a:endParaRPr>
          </a:p>
          <a:p>
            <a:pPr>
              <a:lnSpc>
                <a:spcPct val="150000"/>
              </a:lnSpc>
              <a:defRPr/>
            </a:pPr>
            <a:r>
              <a:rPr lang="en-US" sz="1800" kern="0" dirty="0">
                <a:solidFill>
                  <a:schemeClr val="bg1">
                    <a:lumMod val="10000"/>
                  </a:schemeClr>
                </a:solidFill>
                <a:ea typeface="Open Sans" panose="020B0606030504020204" pitchFamily="34" charset="0"/>
                <a:cs typeface="Open Sans" panose="020B0606030504020204" pitchFamily="34" charset="0"/>
              </a:rPr>
              <a:t>The read flag is </a:t>
            </a:r>
            <a:r>
              <a:rPr lang="en-US" sz="1800" kern="0" dirty="0">
                <a:ea typeface="Open Sans" panose="020B0606030504020204" pitchFamily="34" charset="0"/>
                <a:cs typeface="Open Sans" panose="020B0606030504020204" pitchFamily="34" charset="0"/>
              </a:rPr>
              <a:t>only set once </a:t>
            </a:r>
            <a:r>
              <a:rPr lang="en-US" sz="1800" kern="0" dirty="0">
                <a:solidFill>
                  <a:schemeClr val="bg1">
                    <a:lumMod val="10000"/>
                  </a:schemeClr>
                </a:solidFill>
                <a:ea typeface="Open Sans" panose="020B0606030504020204" pitchFamily="34" charset="0"/>
                <a:cs typeface="Open Sans" panose="020B0606030504020204" pitchFamily="34" charset="0"/>
              </a:rPr>
              <a:t>for each group address</a:t>
            </a:r>
          </a:p>
          <a:p>
            <a:pPr>
              <a:lnSpc>
                <a:spcPct val="150000"/>
              </a:lnSpc>
              <a:defRPr/>
            </a:pPr>
            <a:endParaRPr lang="en-US" sz="12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bg1">
                    <a:lumMod val="10000"/>
                  </a:schemeClr>
                </a:solidFill>
                <a:ea typeface="Open Sans" panose="020B0606030504020204" pitchFamily="34" charset="0"/>
                <a:cs typeface="Open Sans" panose="020B0606030504020204" pitchFamily="34" charset="0"/>
              </a:rPr>
              <a:t>If the read flag has been set for a group address at several objects, a read request would trigger several response telegrams</a:t>
            </a:r>
          </a:p>
          <a:p>
            <a:pPr>
              <a:lnSpc>
                <a:spcPct val="150000"/>
              </a:lnSpc>
              <a:defRPr/>
            </a:pPr>
            <a:endParaRPr lang="en-US" sz="1200" kern="0" dirty="0">
              <a:ea typeface="Open Sans" panose="020B0606030504020204" pitchFamily="34" charset="0"/>
              <a:cs typeface="Open Sans" panose="020B0606030504020204" pitchFamily="34" charset="0"/>
            </a:endParaRPr>
          </a:p>
          <a:p>
            <a:pPr>
              <a:lnSpc>
                <a:spcPct val="150000"/>
              </a:lnSpc>
              <a:defRPr/>
            </a:pPr>
            <a:r>
              <a:rPr lang="en-US" sz="1800" kern="0" dirty="0">
                <a:ea typeface="Open Sans" panose="020B0606030504020204" pitchFamily="34" charset="0"/>
                <a:cs typeface="Open Sans" panose="020B0606030504020204" pitchFamily="34" charset="0"/>
              </a:rPr>
              <a:t>The group address that is used to read out the object status must be placed at the transmission point of the device that should be read out </a:t>
            </a:r>
            <a:r>
              <a:rPr lang="en-US" sz="1800" kern="0" dirty="0">
                <a:solidFill>
                  <a:schemeClr val="bg1">
                    <a:lumMod val="10000"/>
                  </a:schemeClr>
                </a:solidFill>
                <a:ea typeface="Open Sans" panose="020B0606030504020204" pitchFamily="34" charset="0"/>
                <a:cs typeface="Open Sans" panose="020B0606030504020204" pitchFamily="34" charset="0"/>
              </a:rPr>
              <a:t>as the sending group address is only used as a destination in the response telegram</a:t>
            </a:r>
          </a:p>
        </p:txBody>
      </p:sp>
    </p:spTree>
    <p:extLst>
      <p:ext uri="{BB962C8B-B14F-4D97-AF65-F5344CB8AC3E}">
        <p14:creationId xmlns:p14="http://schemas.microsoft.com/office/powerpoint/2010/main" val="1533774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Special Features of Read Flags</a:t>
            </a:r>
            <a:endParaRPr lang="en-GB" dirty="0"/>
          </a:p>
        </p:txBody>
      </p:sp>
      <p:sp>
        <p:nvSpPr>
          <p:cNvPr id="6" name="Rectangle 5">
            <a:extLst>
              <a:ext uri="{FF2B5EF4-FFF2-40B4-BE49-F238E27FC236}">
                <a16:creationId xmlns:a16="http://schemas.microsoft.com/office/drawing/2014/main" id="{AE51FC98-007C-4865-A3A4-3EBB47F4A8B1}"/>
              </a:ext>
            </a:extLst>
          </p:cNvPr>
          <p:cNvSpPr/>
          <p:nvPr/>
        </p:nvSpPr>
        <p:spPr>
          <a:xfrm>
            <a:off x="911946" y="1554002"/>
            <a:ext cx="7527446" cy="428974"/>
          </a:xfrm>
          <a:prstGeom prst="rect">
            <a:avLst/>
          </a:prstGeom>
        </p:spPr>
        <p:txBody>
          <a:bodyPr/>
          <a:lstStyle/>
          <a:p>
            <a:pPr eaLnBrk="0" hangingPunct="0">
              <a:spcBef>
                <a:spcPct val="20000"/>
              </a:spcBef>
              <a:buClr>
                <a:srgbClr val="369226"/>
              </a:buClr>
            </a:pPr>
            <a:r>
              <a:rPr lang="en-GB" b="1" dirty="0">
                <a:solidFill>
                  <a:srgbClr val="369226"/>
                </a:solidFill>
                <a:latin typeface="+mn-lt"/>
                <a:cs typeface="+mn-cs"/>
              </a:rPr>
              <a:t>Incorrect: </a:t>
            </a:r>
            <a:r>
              <a:rPr lang="en-US" b="1" dirty="0">
                <a:latin typeface="+mn-lt"/>
                <a:cs typeface="+mn-cs"/>
              </a:rPr>
              <a:t>Group 3/1/6 for read request is not the sending address</a:t>
            </a:r>
            <a:endParaRPr lang="en-GB" b="1" dirty="0">
              <a:latin typeface="+mn-lt"/>
              <a:cs typeface="+mn-cs"/>
            </a:endParaRPr>
          </a:p>
        </p:txBody>
      </p:sp>
      <p:pic>
        <p:nvPicPr>
          <p:cNvPr id="5" name="Picture 4">
            <a:extLst>
              <a:ext uri="{FF2B5EF4-FFF2-40B4-BE49-F238E27FC236}">
                <a16:creationId xmlns:a16="http://schemas.microsoft.com/office/drawing/2014/main" id="{F7A3DDF9-9EA7-4117-A233-C8F4027AAE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82299" y="2078734"/>
            <a:ext cx="7457313" cy="1494282"/>
          </a:xfrm>
          <a:prstGeom prst="rect">
            <a:avLst/>
          </a:prstGeom>
          <a:noFill/>
          <a:ln>
            <a:noFill/>
          </a:ln>
        </p:spPr>
      </p:pic>
      <p:pic>
        <p:nvPicPr>
          <p:cNvPr id="7" name="Picture 6">
            <a:extLst>
              <a:ext uri="{FF2B5EF4-FFF2-40B4-BE49-F238E27FC236}">
                <a16:creationId xmlns:a16="http://schemas.microsoft.com/office/drawing/2014/main" id="{E9398811-3D19-488B-AACE-DD8D31D1965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71600" y="4575012"/>
            <a:ext cx="7467791" cy="1446276"/>
          </a:xfrm>
          <a:prstGeom prst="rect">
            <a:avLst/>
          </a:prstGeom>
          <a:noFill/>
          <a:ln>
            <a:noFill/>
          </a:ln>
        </p:spPr>
      </p:pic>
      <p:sp>
        <p:nvSpPr>
          <p:cNvPr id="8" name="Rectangle 7">
            <a:extLst>
              <a:ext uri="{FF2B5EF4-FFF2-40B4-BE49-F238E27FC236}">
                <a16:creationId xmlns:a16="http://schemas.microsoft.com/office/drawing/2014/main" id="{A4692046-0107-4E1E-9A93-A00F971AFD19}"/>
              </a:ext>
            </a:extLst>
          </p:cNvPr>
          <p:cNvSpPr/>
          <p:nvPr/>
        </p:nvSpPr>
        <p:spPr>
          <a:xfrm>
            <a:off x="941660" y="4077072"/>
            <a:ext cx="7878425" cy="428974"/>
          </a:xfrm>
          <a:prstGeom prst="rect">
            <a:avLst/>
          </a:prstGeom>
        </p:spPr>
        <p:txBody>
          <a:bodyPr/>
          <a:lstStyle/>
          <a:p>
            <a:pPr eaLnBrk="0" hangingPunct="0">
              <a:spcBef>
                <a:spcPct val="20000"/>
              </a:spcBef>
              <a:buClr>
                <a:srgbClr val="369226"/>
              </a:buClr>
            </a:pPr>
            <a:r>
              <a:rPr lang="en-GB" b="1" dirty="0">
                <a:solidFill>
                  <a:srgbClr val="369226"/>
                </a:solidFill>
                <a:latin typeface="+mn-lt"/>
                <a:cs typeface="+mn-cs"/>
              </a:rPr>
              <a:t>Correct: </a:t>
            </a:r>
            <a:r>
              <a:rPr lang="en-US" b="1" dirty="0">
                <a:latin typeface="+mn-lt"/>
                <a:cs typeface="+mn-cs"/>
              </a:rPr>
              <a:t>Group 3/1/6 for read request is the sending address</a:t>
            </a:r>
            <a:r>
              <a:rPr lang="en-GB" b="1" dirty="0">
                <a:solidFill>
                  <a:srgbClr val="369226"/>
                </a:solidFill>
                <a:latin typeface="+mn-lt"/>
                <a:cs typeface="+mn-cs"/>
              </a:rPr>
              <a:t> </a:t>
            </a:r>
          </a:p>
        </p:txBody>
      </p:sp>
    </p:spTree>
    <p:extLst>
      <p:ext uri="{BB962C8B-B14F-4D97-AF65-F5344CB8AC3E}">
        <p14:creationId xmlns:p14="http://schemas.microsoft.com/office/powerpoint/2010/main" val="4092861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The Update Flag ‘U’</a:t>
            </a:r>
          </a:p>
        </p:txBody>
      </p:sp>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2" y="1557313"/>
            <a:ext cx="4983299"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800" dirty="0">
                <a:solidFill>
                  <a:schemeClr val="tx1"/>
                </a:solidFill>
              </a:rPr>
              <a:t>It </a:t>
            </a:r>
            <a:r>
              <a:rPr lang="en-US" sz="1800" dirty="0"/>
              <a:t>controls</a:t>
            </a:r>
            <a:r>
              <a:rPr lang="en-US" sz="1800" dirty="0">
                <a:solidFill>
                  <a:schemeClr val="tx1"/>
                </a:solidFill>
              </a:rPr>
              <a:t> whether the </a:t>
            </a:r>
            <a:r>
              <a:rPr lang="en-US" sz="1800" dirty="0"/>
              <a:t>received value</a:t>
            </a:r>
            <a:r>
              <a:rPr lang="en-US" sz="1800" dirty="0">
                <a:solidFill>
                  <a:schemeClr val="tx1"/>
                </a:solidFill>
              </a:rPr>
              <a:t> of a response telegrams</a:t>
            </a:r>
            <a:r>
              <a:rPr lang="en-US" sz="1800" dirty="0"/>
              <a:t> should be ignored or transferred</a:t>
            </a:r>
            <a:r>
              <a:rPr lang="en-US" sz="1800" dirty="0">
                <a:solidFill>
                  <a:schemeClr val="tx1"/>
                </a:solidFill>
              </a:rPr>
              <a:t> to the group object</a:t>
            </a:r>
          </a:p>
          <a:p>
            <a:endParaRPr lang="en-US" sz="1800" dirty="0">
              <a:solidFill>
                <a:schemeClr val="tx1"/>
              </a:solidFill>
            </a:endParaRPr>
          </a:p>
          <a:p>
            <a:r>
              <a:rPr lang="en-US" sz="1800" dirty="0">
                <a:solidFill>
                  <a:schemeClr val="tx1"/>
                </a:solidFill>
              </a:rPr>
              <a:t>If it is set, </a:t>
            </a:r>
            <a:r>
              <a:rPr lang="en-US" sz="1800" dirty="0"/>
              <a:t>a response telegram </a:t>
            </a:r>
            <a:r>
              <a:rPr lang="en-US" sz="1800" dirty="0">
                <a:solidFill>
                  <a:schemeClr val="tx1"/>
                </a:solidFill>
              </a:rPr>
              <a:t>of a read </a:t>
            </a:r>
            <a:r>
              <a:rPr lang="en-US" sz="1800" dirty="0"/>
              <a:t>is interpreted as a write </a:t>
            </a:r>
            <a:r>
              <a:rPr lang="en-US" sz="1800" dirty="0">
                <a:solidFill>
                  <a:schemeClr val="tx1"/>
                </a:solidFill>
              </a:rPr>
              <a:t>telegram.  If it is deleted, response telegrams are ignored</a:t>
            </a:r>
          </a:p>
          <a:p>
            <a:endParaRPr lang="en-US" sz="1800" dirty="0">
              <a:solidFill>
                <a:schemeClr val="tx1"/>
              </a:solidFill>
            </a:endParaRPr>
          </a:p>
          <a:p>
            <a:r>
              <a:rPr lang="en-US" sz="1800" dirty="0">
                <a:solidFill>
                  <a:schemeClr val="tx1"/>
                </a:solidFill>
              </a:rPr>
              <a:t>It can only be deleted from system 2 bus couplers. It is always set for system 1 bus couplers </a:t>
            </a:r>
          </a:p>
          <a:p>
            <a:endParaRPr lang="en-US" sz="1800" dirty="0">
              <a:solidFill>
                <a:schemeClr val="tx1"/>
              </a:solidFill>
            </a:endParaRPr>
          </a:p>
          <a:p>
            <a:r>
              <a:rPr lang="en-US" sz="1800" dirty="0">
                <a:solidFill>
                  <a:schemeClr val="tx1"/>
                </a:solidFill>
              </a:rPr>
              <a:t>Devices with BCU1 always change their object status as a result of read/response sequences!</a:t>
            </a:r>
          </a:p>
          <a:p>
            <a:endParaRPr lang="en-US" sz="1800" kern="0" dirty="0"/>
          </a:p>
          <a:p>
            <a:pPr marL="0" indent="0">
              <a:buNone/>
            </a:pPr>
            <a:endParaRPr lang="en-US" sz="1800" kern="0" dirty="0"/>
          </a:p>
        </p:txBody>
      </p:sp>
      <p:pic>
        <p:nvPicPr>
          <p:cNvPr id="5" name="Picture 4">
            <a:extLst>
              <a:ext uri="{FF2B5EF4-FFF2-40B4-BE49-F238E27FC236}">
                <a16:creationId xmlns:a16="http://schemas.microsoft.com/office/drawing/2014/main" id="{E69DF900-090D-49C7-B191-0F4FD03F900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014405" y="1628800"/>
            <a:ext cx="2731765" cy="3959585"/>
          </a:xfrm>
          <a:prstGeom prst="rect">
            <a:avLst/>
          </a:prstGeom>
          <a:noFill/>
          <a:ln>
            <a:noFill/>
          </a:ln>
        </p:spPr>
      </p:pic>
    </p:spTree>
    <p:extLst>
      <p:ext uri="{BB962C8B-B14F-4D97-AF65-F5344CB8AC3E}">
        <p14:creationId xmlns:p14="http://schemas.microsoft.com/office/powerpoint/2010/main" val="3935427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768231" cy="719138"/>
          </a:xfrm>
        </p:spPr>
        <p:txBody>
          <a:bodyPr/>
          <a:lstStyle/>
          <a:p>
            <a:r>
              <a:rPr lang="en-US" dirty="0"/>
              <a:t>Example of the Interaction of Read and Update Flag </a:t>
            </a:r>
            <a:endParaRPr lang="en-GB" dirty="0"/>
          </a:p>
        </p:txBody>
      </p:sp>
      <p:pic>
        <p:nvPicPr>
          <p:cNvPr id="7" name="Picture 6">
            <a:extLst>
              <a:ext uri="{FF2B5EF4-FFF2-40B4-BE49-F238E27FC236}">
                <a16:creationId xmlns:a16="http://schemas.microsoft.com/office/drawing/2014/main" id="{31745515-E58A-4B1B-8BA1-7C35E1C96F9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0288" y="1974918"/>
            <a:ext cx="7468362" cy="493776"/>
          </a:xfrm>
          <a:prstGeom prst="rect">
            <a:avLst/>
          </a:prstGeom>
          <a:noFill/>
          <a:ln>
            <a:noFill/>
          </a:ln>
        </p:spPr>
      </p:pic>
      <p:pic>
        <p:nvPicPr>
          <p:cNvPr id="8" name="Picture 7">
            <a:extLst>
              <a:ext uri="{FF2B5EF4-FFF2-40B4-BE49-F238E27FC236}">
                <a16:creationId xmlns:a16="http://schemas.microsoft.com/office/drawing/2014/main" id="{67280263-CBD3-46F0-91CA-179CD0DEFAB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70288" y="3285134"/>
            <a:ext cx="7515225" cy="500063"/>
          </a:xfrm>
          <a:prstGeom prst="rect">
            <a:avLst/>
          </a:prstGeom>
          <a:noFill/>
          <a:ln>
            <a:noFill/>
          </a:ln>
        </p:spPr>
      </p:pic>
      <p:pic>
        <p:nvPicPr>
          <p:cNvPr id="2" name="Picture 1">
            <a:extLst>
              <a:ext uri="{FF2B5EF4-FFF2-40B4-BE49-F238E27FC236}">
                <a16:creationId xmlns:a16="http://schemas.microsoft.com/office/drawing/2014/main" id="{EA6EFFBF-4400-4348-8822-53DAF79BB328}"/>
              </a:ext>
            </a:extLst>
          </p:cNvPr>
          <p:cNvPicPr>
            <a:picLocks noChangeAspect="1"/>
          </p:cNvPicPr>
          <p:nvPr/>
        </p:nvPicPr>
        <p:blipFill>
          <a:blip r:embed="rId5"/>
          <a:stretch>
            <a:fillRect/>
          </a:stretch>
        </p:blipFill>
        <p:spPr>
          <a:xfrm>
            <a:off x="870288" y="4404096"/>
            <a:ext cx="7483123" cy="825104"/>
          </a:xfrm>
          <a:prstGeom prst="rect">
            <a:avLst/>
          </a:prstGeom>
        </p:spPr>
      </p:pic>
      <p:sp>
        <p:nvSpPr>
          <p:cNvPr id="9" name="Rectangle 8">
            <a:extLst>
              <a:ext uri="{FF2B5EF4-FFF2-40B4-BE49-F238E27FC236}">
                <a16:creationId xmlns:a16="http://schemas.microsoft.com/office/drawing/2014/main" id="{8F19F263-45A5-4021-AB00-8EB608E50BC7}"/>
              </a:ext>
            </a:extLst>
          </p:cNvPr>
          <p:cNvSpPr/>
          <p:nvPr/>
        </p:nvSpPr>
        <p:spPr>
          <a:xfrm>
            <a:off x="903600" y="1609270"/>
            <a:ext cx="7515225" cy="338554"/>
          </a:xfrm>
          <a:prstGeom prst="rect">
            <a:avLst/>
          </a:prstGeom>
        </p:spPr>
        <p:txBody>
          <a:bodyPr wrap="square">
            <a:spAutoFit/>
          </a:bodyPr>
          <a:lstStyle/>
          <a:p>
            <a:r>
              <a:rPr lang="en-GB" sz="1600" b="1" dirty="0"/>
              <a:t>Group content: 1/0/1 – First floor lighting in living room ON/OFF</a:t>
            </a:r>
            <a:endParaRPr lang="es-ES" sz="1600" b="1" dirty="0"/>
          </a:p>
        </p:txBody>
      </p:sp>
      <p:sp>
        <p:nvSpPr>
          <p:cNvPr id="10" name="Rectangle 9">
            <a:extLst>
              <a:ext uri="{FF2B5EF4-FFF2-40B4-BE49-F238E27FC236}">
                <a16:creationId xmlns:a16="http://schemas.microsoft.com/office/drawing/2014/main" id="{3BB5B0AF-6AEB-49F5-B33A-908014D66CDF}"/>
              </a:ext>
            </a:extLst>
          </p:cNvPr>
          <p:cNvSpPr/>
          <p:nvPr/>
        </p:nvSpPr>
        <p:spPr>
          <a:xfrm>
            <a:off x="903600" y="2827368"/>
            <a:ext cx="7468362" cy="338554"/>
          </a:xfrm>
          <a:prstGeom prst="rect">
            <a:avLst/>
          </a:prstGeom>
        </p:spPr>
        <p:txBody>
          <a:bodyPr wrap="square">
            <a:spAutoFit/>
          </a:bodyPr>
          <a:lstStyle/>
          <a:p>
            <a:r>
              <a:rPr lang="en-GB" sz="1600" b="1" dirty="0"/>
              <a:t>Group content: 1/1/2 – First floor lighting in staircase ON/OFF </a:t>
            </a:r>
            <a:endParaRPr lang="es-ES" sz="1600" b="1" dirty="0"/>
          </a:p>
        </p:txBody>
      </p:sp>
      <p:sp>
        <p:nvSpPr>
          <p:cNvPr id="11" name="Rectangle 10">
            <a:extLst>
              <a:ext uri="{FF2B5EF4-FFF2-40B4-BE49-F238E27FC236}">
                <a16:creationId xmlns:a16="http://schemas.microsoft.com/office/drawing/2014/main" id="{8B8AAE23-0F24-4883-9B6E-00E203078DB7}"/>
              </a:ext>
            </a:extLst>
          </p:cNvPr>
          <p:cNvSpPr/>
          <p:nvPr/>
        </p:nvSpPr>
        <p:spPr>
          <a:xfrm>
            <a:off x="903600" y="4048361"/>
            <a:ext cx="7483122" cy="338554"/>
          </a:xfrm>
          <a:prstGeom prst="rect">
            <a:avLst/>
          </a:prstGeom>
        </p:spPr>
        <p:txBody>
          <a:bodyPr wrap="square">
            <a:spAutoFit/>
          </a:bodyPr>
          <a:lstStyle/>
          <a:p>
            <a:r>
              <a:rPr lang="en-GB" sz="1600" b="1" dirty="0"/>
              <a:t>Group content: 0/0/1 – Central functions lighting all ON/OFF </a:t>
            </a:r>
            <a:endParaRPr lang="es-ES" sz="1600" b="1" dirty="0"/>
          </a:p>
        </p:txBody>
      </p:sp>
      <p:sp>
        <p:nvSpPr>
          <p:cNvPr id="12" name="Rectangle 11">
            <a:extLst>
              <a:ext uri="{FF2B5EF4-FFF2-40B4-BE49-F238E27FC236}">
                <a16:creationId xmlns:a16="http://schemas.microsoft.com/office/drawing/2014/main" id="{A050179B-E3CB-4D88-B06B-5E3087CAE828}"/>
              </a:ext>
            </a:extLst>
          </p:cNvPr>
          <p:cNvSpPr/>
          <p:nvPr/>
        </p:nvSpPr>
        <p:spPr>
          <a:xfrm>
            <a:off x="903600" y="5589240"/>
            <a:ext cx="7614623" cy="646331"/>
          </a:xfrm>
          <a:prstGeom prst="rect">
            <a:avLst/>
          </a:prstGeom>
        </p:spPr>
        <p:txBody>
          <a:bodyPr wrap="square">
            <a:spAutoFit/>
          </a:bodyPr>
          <a:lstStyle/>
          <a:p>
            <a:r>
              <a:rPr lang="en-GB" b="1" dirty="0">
                <a:solidFill>
                  <a:srgbClr val="369226"/>
                </a:solidFill>
              </a:rPr>
              <a:t>If the configuration is incorrect, read requests can trigger (unintentional) switching actions!</a:t>
            </a:r>
            <a:endParaRPr lang="es-ES" dirty="0">
              <a:solidFill>
                <a:srgbClr val="369226"/>
              </a:solidFill>
            </a:endParaRPr>
          </a:p>
        </p:txBody>
      </p:sp>
    </p:spTree>
    <p:extLst>
      <p:ext uri="{BB962C8B-B14F-4D97-AF65-F5344CB8AC3E}">
        <p14:creationId xmlns:p14="http://schemas.microsoft.com/office/powerpoint/2010/main" val="4126221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The Read on Init Flag ‘I’</a:t>
            </a:r>
          </a:p>
        </p:txBody>
      </p:sp>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2" y="1557313"/>
            <a:ext cx="5184056"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GB" sz="1800" dirty="0">
                <a:solidFill>
                  <a:schemeClr val="tx1"/>
                </a:solidFill>
                <a:latin typeface="Arial" charset="0"/>
              </a:rPr>
              <a:t>Available for system B devices with mask versions $07B0 and $17B0</a:t>
            </a:r>
            <a:endParaRPr lang="es-ES" sz="1800" dirty="0">
              <a:solidFill>
                <a:schemeClr val="tx1"/>
              </a:solidFill>
              <a:latin typeface="Arial" charset="0"/>
            </a:endParaRPr>
          </a:p>
          <a:p>
            <a:endParaRPr lang="es-ES" sz="1800" dirty="0">
              <a:solidFill>
                <a:schemeClr val="tx1"/>
              </a:solidFill>
              <a:latin typeface="Arial" charset="0"/>
            </a:endParaRPr>
          </a:p>
          <a:p>
            <a:r>
              <a:rPr lang="en-GB" sz="1800" dirty="0">
                <a:solidFill>
                  <a:schemeClr val="tx1"/>
                </a:solidFill>
                <a:latin typeface="Arial" charset="0"/>
              </a:rPr>
              <a:t>If it is set for one or more group objects, the device </a:t>
            </a:r>
            <a:r>
              <a:rPr lang="en-GB" sz="1800" dirty="0">
                <a:latin typeface="Arial" charset="0"/>
              </a:rPr>
              <a:t>automatically triggers read </a:t>
            </a:r>
            <a:r>
              <a:rPr lang="en-GB" sz="1800" dirty="0">
                <a:solidFill>
                  <a:schemeClr val="tx1"/>
                </a:solidFill>
                <a:latin typeface="Arial" charset="0"/>
              </a:rPr>
              <a:t>telegrams to the sending group addresses</a:t>
            </a:r>
            <a:r>
              <a:rPr lang="en-GB" sz="1800" dirty="0">
                <a:latin typeface="Arial" charset="0"/>
              </a:rPr>
              <a:t> after bus voltage failure and recovery</a:t>
            </a:r>
            <a:endParaRPr lang="es-ES" sz="1800" dirty="0">
              <a:solidFill>
                <a:schemeClr val="tx1"/>
              </a:solidFill>
              <a:latin typeface="Arial" charset="0"/>
            </a:endParaRPr>
          </a:p>
          <a:p>
            <a:endParaRPr lang="es-ES" sz="1800" dirty="0">
              <a:solidFill>
                <a:schemeClr val="tx1"/>
              </a:solidFill>
              <a:latin typeface="Arial" charset="0"/>
            </a:endParaRPr>
          </a:p>
          <a:p>
            <a:r>
              <a:rPr lang="en-GB" sz="1800" dirty="0">
                <a:latin typeface="Arial" charset="0"/>
              </a:rPr>
              <a:t>Not set by default </a:t>
            </a:r>
            <a:r>
              <a:rPr lang="en-GB" sz="1800" dirty="0">
                <a:solidFill>
                  <a:schemeClr val="tx1"/>
                </a:solidFill>
                <a:latin typeface="Arial" charset="0"/>
              </a:rPr>
              <a:t>in most cases</a:t>
            </a:r>
            <a:endParaRPr lang="es-ES" sz="1800" dirty="0">
              <a:solidFill>
                <a:schemeClr val="tx1"/>
              </a:solidFill>
              <a:latin typeface="Arial" charset="0"/>
            </a:endParaRPr>
          </a:p>
          <a:p>
            <a:endParaRPr lang="es-ES" sz="1800" dirty="0">
              <a:solidFill>
                <a:schemeClr val="tx1"/>
              </a:solidFill>
              <a:latin typeface="Arial" charset="0"/>
            </a:endParaRPr>
          </a:p>
          <a:p>
            <a:r>
              <a:rPr lang="en-GB" sz="1800" dirty="0">
                <a:solidFill>
                  <a:schemeClr val="tx1"/>
                </a:solidFill>
                <a:latin typeface="Arial" charset="0"/>
              </a:rPr>
              <a:t>Usually, a delay can be set in the parameters for triggering read telegrams. The delays should be set carefully to avoid a high bus load after bus voltage recovery</a:t>
            </a:r>
            <a:endParaRPr lang="es-ES" sz="1800" dirty="0">
              <a:solidFill>
                <a:schemeClr val="tx1"/>
              </a:solidFill>
              <a:latin typeface="Arial" charset="0"/>
            </a:endParaRPr>
          </a:p>
          <a:p>
            <a:endParaRPr lang="en-US" sz="1800" kern="0" dirty="0"/>
          </a:p>
          <a:p>
            <a:pPr marL="0" indent="0">
              <a:buNone/>
            </a:pPr>
            <a:endParaRPr lang="en-US" sz="1800" kern="0" dirty="0"/>
          </a:p>
        </p:txBody>
      </p:sp>
      <p:pic>
        <p:nvPicPr>
          <p:cNvPr id="6" name="Picture 5">
            <a:extLst>
              <a:ext uri="{FF2B5EF4-FFF2-40B4-BE49-F238E27FC236}">
                <a16:creationId xmlns:a16="http://schemas.microsoft.com/office/drawing/2014/main" id="{49440179-0CFC-4142-A998-53303D09603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167120" y="1559560"/>
            <a:ext cx="2426335" cy="3738880"/>
          </a:xfrm>
          <a:prstGeom prst="rect">
            <a:avLst/>
          </a:prstGeom>
          <a:noFill/>
          <a:ln>
            <a:noFill/>
          </a:ln>
        </p:spPr>
      </p:pic>
    </p:spTree>
    <p:extLst>
      <p:ext uri="{BB962C8B-B14F-4D97-AF65-F5344CB8AC3E}">
        <p14:creationId xmlns:p14="http://schemas.microsoft.com/office/powerpoint/2010/main" val="37932861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f47fad2980124742eb3a1b2ef6477a9279f5fc26"/>
  <p:tag name="ISPRING_RESOURCE_PATHS_HASH_PRESENTER" val="afe921d51fb26fdb5fa66f1b85c65c336fff"/>
</p:tagLst>
</file>

<file path=ppt/theme/theme1.xml><?xml version="1.0" encoding="utf-8"?>
<a:theme xmlns:a="http://schemas.openxmlformats.org/drawingml/2006/main" name="Training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2" id="{FBEFB063-18B4-47A3-AFC2-88D58203559B}" vid="{76D4A2F0-3A75-437D-877A-8CC66E725EB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7240</TotalTime>
  <Words>2498</Words>
  <Application>Microsoft Office PowerPoint</Application>
  <PresentationFormat>On-screen Show (4:3)</PresentationFormat>
  <Paragraphs>232</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Gotham Light</vt:lpstr>
      <vt:lpstr>Gotham Medium</vt:lpstr>
      <vt:lpstr>Arial</vt:lpstr>
      <vt:lpstr>Calibri</vt:lpstr>
      <vt:lpstr>Open Sans</vt:lpstr>
      <vt:lpstr>Wingdings</vt:lpstr>
      <vt:lpstr>Training 2</vt:lpstr>
      <vt:lpstr>KNX Advanced Course</vt:lpstr>
      <vt:lpstr>Flags</vt:lpstr>
      <vt:lpstr>Setting the Flags</vt:lpstr>
      <vt:lpstr>Setting the Flags</vt:lpstr>
      <vt:lpstr>The Communication Flag ‘C’</vt:lpstr>
      <vt:lpstr>Example of a Communication Flag</vt:lpstr>
      <vt:lpstr>The Write Flag ‘W’</vt:lpstr>
      <vt:lpstr>The Transmit Flag ‘T’</vt:lpstr>
      <vt:lpstr>Example of a Transmit Flag</vt:lpstr>
      <vt:lpstr>The Read Flag ‘R’</vt:lpstr>
      <vt:lpstr>Principle Sequence of a Read Request </vt:lpstr>
      <vt:lpstr>Special Features of Read Flags</vt:lpstr>
      <vt:lpstr>Special Features of Read Flags</vt:lpstr>
      <vt:lpstr>The Update Flag ‘U’</vt:lpstr>
      <vt:lpstr>Example of the Interaction of Read and Update Flag </vt:lpstr>
      <vt:lpstr>The Read on Init Flag ‘I’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arguments</dc:title>
  <dc:creator>KNX Association;R. Hernandez</dc:creator>
  <cp:lastModifiedBy>Ufuk Unal</cp:lastModifiedBy>
  <cp:revision>345</cp:revision>
  <dcterms:created xsi:type="dcterms:W3CDTF">2012-09-10T07:59:43Z</dcterms:created>
  <dcterms:modified xsi:type="dcterms:W3CDTF">2025-09-26T08:10:54Z</dcterms:modified>
</cp:coreProperties>
</file>