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vsdx" ContentType="application/vnd.ms-visio.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4">
  <p:sldMasterIdLst>
    <p:sldMasterId id="2147483782" r:id="rId1"/>
  </p:sldMasterIdLst>
  <p:notesMasterIdLst>
    <p:notesMasterId r:id="rId17"/>
  </p:notesMasterIdLst>
  <p:handoutMasterIdLst>
    <p:handoutMasterId r:id="rId18"/>
  </p:handoutMasterIdLst>
  <p:sldIdLst>
    <p:sldId id="256" r:id="rId2"/>
    <p:sldId id="257" r:id="rId3"/>
    <p:sldId id="283" r:id="rId4"/>
    <p:sldId id="284" r:id="rId5"/>
    <p:sldId id="282" r:id="rId6"/>
    <p:sldId id="285" r:id="rId7"/>
    <p:sldId id="321" r:id="rId8"/>
    <p:sldId id="287" r:id="rId9"/>
    <p:sldId id="322" r:id="rId10"/>
    <p:sldId id="323" r:id="rId11"/>
    <p:sldId id="324" r:id="rId12"/>
    <p:sldId id="325" r:id="rId13"/>
    <p:sldId id="326" r:id="rId14"/>
    <p:sldId id="327" r:id="rId15"/>
    <p:sldId id="328" r:id="rId16"/>
  </p:sldIdLst>
  <p:sldSz cx="9144000" cy="6858000" type="screen4x3"/>
  <p:notesSz cx="6858000" cy="9144000"/>
  <p:custDataLst>
    <p:tags r:id="rId1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63">
          <p15:clr>
            <a:srgbClr val="A4A3A4"/>
          </p15:clr>
        </p15:guide>
        <p15:guide id="2" orient="horz" pos="935">
          <p15:clr>
            <a:srgbClr val="A4A3A4"/>
          </p15:clr>
        </p15:guide>
        <p15:guide id="3" orient="horz" pos="3475">
          <p15:clr>
            <a:srgbClr val="A4A3A4"/>
          </p15:clr>
        </p15:guide>
        <p15:guide id="4" orient="horz" pos="3294">
          <p15:clr>
            <a:srgbClr val="A4A3A4"/>
          </p15:clr>
        </p15:guide>
        <p15:guide id="5" orient="horz" pos="3974">
          <p15:clr>
            <a:srgbClr val="A4A3A4"/>
          </p15:clr>
        </p15:guide>
        <p15:guide id="6" orient="horz" pos="1253">
          <p15:clr>
            <a:srgbClr val="A4A3A4"/>
          </p15:clr>
        </p15:guide>
        <p15:guide id="7" orient="horz" pos="2614">
          <p15:clr>
            <a:srgbClr val="A4A3A4"/>
          </p15:clr>
        </p15:guide>
        <p15:guide id="8" orient="horz" pos="2840">
          <p15:clr>
            <a:srgbClr val="A4A3A4"/>
          </p15:clr>
        </p15:guide>
        <p15:guide id="9" pos="2290">
          <p15:clr>
            <a:srgbClr val="A4A3A4"/>
          </p15:clr>
        </p15:guide>
        <p15:guide id="10" pos="3334">
          <p15:clr>
            <a:srgbClr val="A4A3A4"/>
          </p15:clr>
        </p15:guide>
        <p15:guide id="11" pos="3878">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9226"/>
    <a:srgbClr val="0C4BAF"/>
    <a:srgbClr val="D6E3BC"/>
    <a:srgbClr val="B4CAFA"/>
    <a:srgbClr val="AFEAFF"/>
    <a:srgbClr val="E6F2AC"/>
    <a:srgbClr val="FF9F9F"/>
    <a:srgbClr val="0C4B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CB6BCE-CFF7-469F-AABE-282CE60C0D3F}" v="1" dt="2023-04-06T13:03:57.6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55" autoAdjust="0"/>
    <p:restoredTop sz="72829" autoAdjust="0"/>
  </p:normalViewPr>
  <p:slideViewPr>
    <p:cSldViewPr>
      <p:cViewPr varScale="1">
        <p:scale>
          <a:sx n="66" d="100"/>
          <a:sy n="66" d="100"/>
        </p:scale>
        <p:origin x="1858" y="45"/>
      </p:cViewPr>
      <p:guideLst>
        <p:guide orient="horz" pos="663"/>
        <p:guide orient="horz" pos="935"/>
        <p:guide orient="horz" pos="3475"/>
        <p:guide orient="horz" pos="3294"/>
        <p:guide orient="horz" pos="3974"/>
        <p:guide orient="horz" pos="1253"/>
        <p:guide orient="horz" pos="2614"/>
        <p:guide orient="horz" pos="2840"/>
        <p:guide pos="2290"/>
        <p:guide pos="3334"/>
        <p:guide pos="387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90" d="100"/>
        <a:sy n="90" d="100"/>
      </p:scale>
      <p:origin x="0" y="0"/>
    </p:cViewPr>
  </p:sorterViewPr>
  <p:notesViewPr>
    <p:cSldViewPr>
      <p:cViewPr varScale="1">
        <p:scale>
          <a:sx n="71" d="100"/>
          <a:sy n="71" d="100"/>
        </p:scale>
        <p:origin x="-2790"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fuk Unal" userId="d77f72b3-53d7-4cb7-8425-5a8f29447216" providerId="ADAL" clId="{B0DF57DB-BE44-48D9-A5E9-05DDE94F5005}"/>
    <pc:docChg chg="custSel modSld modMainMaster">
      <pc:chgData name="Ufuk Unal" userId="d77f72b3-53d7-4cb7-8425-5a8f29447216" providerId="ADAL" clId="{B0DF57DB-BE44-48D9-A5E9-05DDE94F5005}" dt="2023-03-14T10:09:21.256" v="54" actId="6549"/>
      <pc:docMkLst>
        <pc:docMk/>
      </pc:docMkLst>
      <pc:sldChg chg="delSp modSp mod">
        <pc:chgData name="Ufuk Unal" userId="d77f72b3-53d7-4cb7-8425-5a8f29447216" providerId="ADAL" clId="{B0DF57DB-BE44-48D9-A5E9-05DDE94F5005}" dt="2023-03-14T09:40:49.424" v="2" actId="20577"/>
        <pc:sldMkLst>
          <pc:docMk/>
          <pc:sldMk cId="2459807384" sldId="256"/>
        </pc:sldMkLst>
        <pc:spChg chg="del">
          <ac:chgData name="Ufuk Unal" userId="d77f72b3-53d7-4cb7-8425-5a8f29447216" providerId="ADAL" clId="{B0DF57DB-BE44-48D9-A5E9-05DDE94F5005}" dt="2023-03-14T09:40:47.278" v="0" actId="478"/>
          <ac:spMkLst>
            <pc:docMk/>
            <pc:sldMk cId="2459807384" sldId="256"/>
            <ac:spMk id="5" creationId="{1D73F070-14E5-431D-9BB5-D0DFC46463AA}"/>
          </ac:spMkLst>
        </pc:spChg>
        <pc:spChg chg="mod">
          <ac:chgData name="Ufuk Unal" userId="d77f72b3-53d7-4cb7-8425-5a8f29447216" providerId="ADAL" clId="{B0DF57DB-BE44-48D9-A5E9-05DDE94F5005}" dt="2023-03-14T09:40:49.424" v="2" actId="20577"/>
          <ac:spMkLst>
            <pc:docMk/>
            <pc:sldMk cId="2459807384" sldId="256"/>
            <ac:spMk id="6" creationId="{36891D17-0544-4779-B232-7495C4C552DF}"/>
          </ac:spMkLst>
        </pc:spChg>
      </pc:sldChg>
      <pc:sldChg chg="modNotesTx">
        <pc:chgData name="Ufuk Unal" userId="d77f72b3-53d7-4cb7-8425-5a8f29447216" providerId="ADAL" clId="{B0DF57DB-BE44-48D9-A5E9-05DDE94F5005}" dt="2023-03-14T09:41:48.685" v="4" actId="6549"/>
        <pc:sldMkLst>
          <pc:docMk/>
          <pc:sldMk cId="3311703480" sldId="325"/>
        </pc:sldMkLst>
      </pc:sldChg>
      <pc:sldChg chg="modNotesTx">
        <pc:chgData name="Ufuk Unal" userId="d77f72b3-53d7-4cb7-8425-5a8f29447216" providerId="ADAL" clId="{B0DF57DB-BE44-48D9-A5E9-05DDE94F5005}" dt="2023-03-14T10:07:00.303" v="45" actId="6549"/>
        <pc:sldMkLst>
          <pc:docMk/>
          <pc:sldMk cId="3673250314" sldId="326"/>
        </pc:sldMkLst>
      </pc:sldChg>
      <pc:sldChg chg="modNotesTx">
        <pc:chgData name="Ufuk Unal" userId="d77f72b3-53d7-4cb7-8425-5a8f29447216" providerId="ADAL" clId="{B0DF57DB-BE44-48D9-A5E9-05DDE94F5005}" dt="2023-03-14T10:08:53.084" v="50" actId="6549"/>
        <pc:sldMkLst>
          <pc:docMk/>
          <pc:sldMk cId="2503827922" sldId="327"/>
        </pc:sldMkLst>
      </pc:sldChg>
      <pc:sldChg chg="modNotesTx">
        <pc:chgData name="Ufuk Unal" userId="d77f72b3-53d7-4cb7-8425-5a8f29447216" providerId="ADAL" clId="{B0DF57DB-BE44-48D9-A5E9-05DDE94F5005}" dt="2023-03-14T10:08:58.409" v="51" actId="6549"/>
        <pc:sldMkLst>
          <pc:docMk/>
          <pc:sldMk cId="4063430119" sldId="328"/>
        </pc:sldMkLst>
      </pc:sldChg>
      <pc:sldChg chg="modNotesTx">
        <pc:chgData name="Ufuk Unal" userId="d77f72b3-53d7-4cb7-8425-5a8f29447216" providerId="ADAL" clId="{B0DF57DB-BE44-48D9-A5E9-05DDE94F5005}" dt="2023-03-14T10:09:07.868" v="53" actId="6549"/>
        <pc:sldMkLst>
          <pc:docMk/>
          <pc:sldMk cId="1976804067" sldId="329"/>
        </pc:sldMkLst>
      </pc:sldChg>
      <pc:sldChg chg="modSp mod modNotesTx">
        <pc:chgData name="Ufuk Unal" userId="d77f72b3-53d7-4cb7-8425-5a8f29447216" providerId="ADAL" clId="{B0DF57DB-BE44-48D9-A5E9-05DDE94F5005}" dt="2023-03-14T09:42:40.900" v="18" actId="20577"/>
        <pc:sldMkLst>
          <pc:docMk/>
          <pc:sldMk cId="1374603204" sldId="341"/>
        </pc:sldMkLst>
        <pc:spChg chg="mod">
          <ac:chgData name="Ufuk Unal" userId="d77f72b3-53d7-4cb7-8425-5a8f29447216" providerId="ADAL" clId="{B0DF57DB-BE44-48D9-A5E9-05DDE94F5005}" dt="2023-03-14T09:42:40.900" v="18" actId="20577"/>
          <ac:spMkLst>
            <pc:docMk/>
            <pc:sldMk cId="1374603204" sldId="341"/>
            <ac:spMk id="8" creationId="{9F2C7172-BF0D-4756-AB0D-E9B70C83CC4C}"/>
          </ac:spMkLst>
        </pc:spChg>
      </pc:sldChg>
      <pc:sldChg chg="modNotesTx">
        <pc:chgData name="Ufuk Unal" userId="d77f72b3-53d7-4cb7-8425-5a8f29447216" providerId="ADAL" clId="{B0DF57DB-BE44-48D9-A5E9-05DDE94F5005}" dt="2023-03-14T09:43:14.588" v="19" actId="6549"/>
        <pc:sldMkLst>
          <pc:docMk/>
          <pc:sldMk cId="1994260570" sldId="342"/>
        </pc:sldMkLst>
      </pc:sldChg>
      <pc:sldChg chg="modNotesTx">
        <pc:chgData name="Ufuk Unal" userId="d77f72b3-53d7-4cb7-8425-5a8f29447216" providerId="ADAL" clId="{B0DF57DB-BE44-48D9-A5E9-05DDE94F5005}" dt="2023-03-14T09:43:33.699" v="20" actId="6549"/>
        <pc:sldMkLst>
          <pc:docMk/>
          <pc:sldMk cId="2416504450" sldId="343"/>
        </pc:sldMkLst>
      </pc:sldChg>
      <pc:sldChg chg="modSp mod modNotesTx">
        <pc:chgData name="Ufuk Unal" userId="d77f72b3-53d7-4cb7-8425-5a8f29447216" providerId="ADAL" clId="{B0DF57DB-BE44-48D9-A5E9-05DDE94F5005}" dt="2023-03-14T09:44:48.693" v="25" actId="20577"/>
        <pc:sldMkLst>
          <pc:docMk/>
          <pc:sldMk cId="2684641891" sldId="344"/>
        </pc:sldMkLst>
        <pc:spChg chg="mod">
          <ac:chgData name="Ufuk Unal" userId="d77f72b3-53d7-4cb7-8425-5a8f29447216" providerId="ADAL" clId="{B0DF57DB-BE44-48D9-A5E9-05DDE94F5005}" dt="2023-03-14T09:44:48.693" v="25" actId="20577"/>
          <ac:spMkLst>
            <pc:docMk/>
            <pc:sldMk cId="2684641891" sldId="344"/>
            <ac:spMk id="9" creationId="{0A5586CE-EB4A-496E-9B62-001E25693E4A}"/>
          </ac:spMkLst>
        </pc:spChg>
      </pc:sldChg>
      <pc:sldChg chg="modNotesTx">
        <pc:chgData name="Ufuk Unal" userId="d77f72b3-53d7-4cb7-8425-5a8f29447216" providerId="ADAL" clId="{B0DF57DB-BE44-48D9-A5E9-05DDE94F5005}" dt="2023-03-14T09:46:02.188" v="30" actId="6549"/>
        <pc:sldMkLst>
          <pc:docMk/>
          <pc:sldMk cId="1396881717" sldId="345"/>
        </pc:sldMkLst>
      </pc:sldChg>
      <pc:sldChg chg="modNotesTx">
        <pc:chgData name="Ufuk Unal" userId="d77f72b3-53d7-4cb7-8425-5a8f29447216" providerId="ADAL" clId="{B0DF57DB-BE44-48D9-A5E9-05DDE94F5005}" dt="2023-03-14T09:46:08.139" v="31" actId="6549"/>
        <pc:sldMkLst>
          <pc:docMk/>
          <pc:sldMk cId="4104435945" sldId="346"/>
        </pc:sldMkLst>
      </pc:sldChg>
      <pc:sldChg chg="modNotesTx">
        <pc:chgData name="Ufuk Unal" userId="d77f72b3-53d7-4cb7-8425-5a8f29447216" providerId="ADAL" clId="{B0DF57DB-BE44-48D9-A5E9-05DDE94F5005}" dt="2023-03-14T09:46:29.030" v="33" actId="6549"/>
        <pc:sldMkLst>
          <pc:docMk/>
          <pc:sldMk cId="2470924352" sldId="347"/>
        </pc:sldMkLst>
      </pc:sldChg>
      <pc:sldChg chg="modNotesTx">
        <pc:chgData name="Ufuk Unal" userId="d77f72b3-53d7-4cb7-8425-5a8f29447216" providerId="ADAL" clId="{B0DF57DB-BE44-48D9-A5E9-05DDE94F5005}" dt="2023-03-14T09:46:37.348" v="35" actId="6549"/>
        <pc:sldMkLst>
          <pc:docMk/>
          <pc:sldMk cId="838802227" sldId="349"/>
        </pc:sldMkLst>
      </pc:sldChg>
      <pc:sldChg chg="modNotesTx">
        <pc:chgData name="Ufuk Unal" userId="d77f72b3-53d7-4cb7-8425-5a8f29447216" providerId="ADAL" clId="{B0DF57DB-BE44-48D9-A5E9-05DDE94F5005}" dt="2023-03-14T09:46:40.629" v="36" actId="6549"/>
        <pc:sldMkLst>
          <pc:docMk/>
          <pc:sldMk cId="1108545243" sldId="350"/>
        </pc:sldMkLst>
      </pc:sldChg>
      <pc:sldChg chg="modNotesTx">
        <pc:chgData name="Ufuk Unal" userId="d77f72b3-53d7-4cb7-8425-5a8f29447216" providerId="ADAL" clId="{B0DF57DB-BE44-48D9-A5E9-05DDE94F5005}" dt="2023-03-14T09:46:43.386" v="37" actId="6549"/>
        <pc:sldMkLst>
          <pc:docMk/>
          <pc:sldMk cId="1001165308" sldId="351"/>
        </pc:sldMkLst>
      </pc:sldChg>
      <pc:sldChg chg="modNotesTx">
        <pc:chgData name="Ufuk Unal" userId="d77f72b3-53d7-4cb7-8425-5a8f29447216" providerId="ADAL" clId="{B0DF57DB-BE44-48D9-A5E9-05DDE94F5005}" dt="2023-03-14T09:46:50.877" v="39" actId="6549"/>
        <pc:sldMkLst>
          <pc:docMk/>
          <pc:sldMk cId="3243177277" sldId="352"/>
        </pc:sldMkLst>
      </pc:sldChg>
      <pc:sldChg chg="modNotesTx">
        <pc:chgData name="Ufuk Unal" userId="d77f72b3-53d7-4cb7-8425-5a8f29447216" providerId="ADAL" clId="{B0DF57DB-BE44-48D9-A5E9-05DDE94F5005}" dt="2023-03-14T09:45:29.636" v="26" actId="6549"/>
        <pc:sldMkLst>
          <pc:docMk/>
          <pc:sldMk cId="2021682167" sldId="353"/>
        </pc:sldMkLst>
      </pc:sldChg>
      <pc:sldChg chg="modNotesTx">
        <pc:chgData name="Ufuk Unal" userId="d77f72b3-53d7-4cb7-8425-5a8f29447216" providerId="ADAL" clId="{B0DF57DB-BE44-48D9-A5E9-05DDE94F5005}" dt="2023-03-14T09:45:36.796" v="27" actId="6549"/>
        <pc:sldMkLst>
          <pc:docMk/>
          <pc:sldMk cId="423197906" sldId="354"/>
        </pc:sldMkLst>
      </pc:sldChg>
      <pc:sldChg chg="modNotesTx">
        <pc:chgData name="Ufuk Unal" userId="d77f72b3-53d7-4cb7-8425-5a8f29447216" providerId="ADAL" clId="{B0DF57DB-BE44-48D9-A5E9-05DDE94F5005}" dt="2023-03-14T09:45:58.106" v="29" actId="6549"/>
        <pc:sldMkLst>
          <pc:docMk/>
          <pc:sldMk cId="4233599654" sldId="355"/>
        </pc:sldMkLst>
      </pc:sldChg>
      <pc:sldChg chg="modSp mod modNotesTx">
        <pc:chgData name="Ufuk Unal" userId="d77f72b3-53d7-4cb7-8425-5a8f29447216" providerId="ADAL" clId="{B0DF57DB-BE44-48D9-A5E9-05DDE94F5005}" dt="2023-03-14T10:07:55.220" v="48" actId="6549"/>
        <pc:sldMkLst>
          <pc:docMk/>
          <pc:sldMk cId="3798046907" sldId="357"/>
        </pc:sldMkLst>
        <pc:spChg chg="mod">
          <ac:chgData name="Ufuk Unal" userId="d77f72b3-53d7-4cb7-8425-5a8f29447216" providerId="ADAL" clId="{B0DF57DB-BE44-48D9-A5E9-05DDE94F5005}" dt="2023-03-14T10:07:55.220" v="48" actId="6549"/>
          <ac:spMkLst>
            <pc:docMk/>
            <pc:sldMk cId="3798046907" sldId="357"/>
            <ac:spMk id="9" creationId="{0A5586CE-EB4A-496E-9B62-001E25693E4A}"/>
          </ac:spMkLst>
        </pc:spChg>
      </pc:sldChg>
      <pc:sldChg chg="modNotesTx">
        <pc:chgData name="Ufuk Unal" userId="d77f72b3-53d7-4cb7-8425-5a8f29447216" providerId="ADAL" clId="{B0DF57DB-BE44-48D9-A5E9-05DDE94F5005}" dt="2023-03-14T09:46:47.782" v="38" actId="6549"/>
        <pc:sldMkLst>
          <pc:docMk/>
          <pc:sldMk cId="2763019059" sldId="358"/>
        </pc:sldMkLst>
      </pc:sldChg>
      <pc:sldChg chg="modNotesTx">
        <pc:chgData name="Ufuk Unal" userId="d77f72b3-53d7-4cb7-8425-5a8f29447216" providerId="ADAL" clId="{B0DF57DB-BE44-48D9-A5E9-05DDE94F5005}" dt="2023-03-14T09:45:53.949" v="28" actId="6549"/>
        <pc:sldMkLst>
          <pc:docMk/>
          <pc:sldMk cId="1502931874" sldId="359"/>
        </pc:sldMkLst>
      </pc:sldChg>
      <pc:sldChg chg="modNotesTx">
        <pc:chgData name="Ufuk Unal" userId="d77f72b3-53d7-4cb7-8425-5a8f29447216" providerId="ADAL" clId="{B0DF57DB-BE44-48D9-A5E9-05DDE94F5005}" dt="2023-03-14T09:46:18.797" v="32" actId="6549"/>
        <pc:sldMkLst>
          <pc:docMk/>
          <pc:sldMk cId="2784854281" sldId="360"/>
        </pc:sldMkLst>
      </pc:sldChg>
      <pc:sldChg chg="modNotesTx">
        <pc:chgData name="Ufuk Unal" userId="d77f72b3-53d7-4cb7-8425-5a8f29447216" providerId="ADAL" clId="{B0DF57DB-BE44-48D9-A5E9-05DDE94F5005}" dt="2023-03-14T09:46:32.749" v="34" actId="6549"/>
        <pc:sldMkLst>
          <pc:docMk/>
          <pc:sldMk cId="81848509" sldId="361"/>
        </pc:sldMkLst>
      </pc:sldChg>
      <pc:sldChg chg="modNotesTx">
        <pc:chgData name="Ufuk Unal" userId="d77f72b3-53d7-4cb7-8425-5a8f29447216" providerId="ADAL" clId="{B0DF57DB-BE44-48D9-A5E9-05DDE94F5005}" dt="2023-03-14T09:46:54.846" v="40" actId="6549"/>
        <pc:sldMkLst>
          <pc:docMk/>
          <pc:sldMk cId="2726252616" sldId="362"/>
        </pc:sldMkLst>
      </pc:sldChg>
      <pc:sldChg chg="modNotesTx">
        <pc:chgData name="Ufuk Unal" userId="d77f72b3-53d7-4cb7-8425-5a8f29447216" providerId="ADAL" clId="{B0DF57DB-BE44-48D9-A5E9-05DDE94F5005}" dt="2023-03-14T09:46:57.442" v="41" actId="6549"/>
        <pc:sldMkLst>
          <pc:docMk/>
          <pc:sldMk cId="114654693" sldId="363"/>
        </pc:sldMkLst>
      </pc:sldChg>
      <pc:sldChg chg="modNotesTx">
        <pc:chgData name="Ufuk Unal" userId="d77f72b3-53d7-4cb7-8425-5a8f29447216" providerId="ADAL" clId="{B0DF57DB-BE44-48D9-A5E9-05DDE94F5005}" dt="2023-03-14T09:47:03.519" v="42" actId="6549"/>
        <pc:sldMkLst>
          <pc:docMk/>
          <pc:sldMk cId="68671429" sldId="364"/>
        </pc:sldMkLst>
      </pc:sldChg>
      <pc:sldChg chg="modNotesTx">
        <pc:chgData name="Ufuk Unal" userId="d77f72b3-53d7-4cb7-8425-5a8f29447216" providerId="ADAL" clId="{B0DF57DB-BE44-48D9-A5E9-05DDE94F5005}" dt="2023-03-14T10:06:47.184" v="43" actId="6549"/>
        <pc:sldMkLst>
          <pc:docMk/>
          <pc:sldMk cId="3814972833" sldId="365"/>
        </pc:sldMkLst>
      </pc:sldChg>
      <pc:sldChg chg="modNotesTx">
        <pc:chgData name="Ufuk Unal" userId="d77f72b3-53d7-4cb7-8425-5a8f29447216" providerId="ADAL" clId="{B0DF57DB-BE44-48D9-A5E9-05DDE94F5005}" dt="2023-03-14T10:08:48.939" v="49" actId="6549"/>
        <pc:sldMkLst>
          <pc:docMk/>
          <pc:sldMk cId="1766050880" sldId="366"/>
        </pc:sldMkLst>
      </pc:sldChg>
      <pc:sldChg chg="modNotesTx">
        <pc:chgData name="Ufuk Unal" userId="d77f72b3-53d7-4cb7-8425-5a8f29447216" providerId="ADAL" clId="{B0DF57DB-BE44-48D9-A5E9-05DDE94F5005}" dt="2023-03-14T10:09:21.256" v="54" actId="6549"/>
        <pc:sldMkLst>
          <pc:docMk/>
          <pc:sldMk cId="2830932289" sldId="367"/>
        </pc:sldMkLst>
      </pc:sldChg>
      <pc:sldChg chg="modNotesTx">
        <pc:chgData name="Ufuk Unal" userId="d77f72b3-53d7-4cb7-8425-5a8f29447216" providerId="ADAL" clId="{B0DF57DB-BE44-48D9-A5E9-05DDE94F5005}" dt="2023-03-14T10:09:03.930" v="52" actId="6549"/>
        <pc:sldMkLst>
          <pc:docMk/>
          <pc:sldMk cId="3461289532" sldId="368"/>
        </pc:sldMkLst>
      </pc:sldChg>
      <pc:sldMasterChg chg="modSldLayout">
        <pc:chgData name="Ufuk Unal" userId="d77f72b3-53d7-4cb7-8425-5a8f29447216" providerId="ADAL" clId="{B0DF57DB-BE44-48D9-A5E9-05DDE94F5005}" dt="2023-03-14T09:41:05.076" v="3" actId="478"/>
        <pc:sldMasterMkLst>
          <pc:docMk/>
          <pc:sldMasterMk cId="100049181" sldId="2147483782"/>
        </pc:sldMasterMkLst>
        <pc:sldLayoutChg chg="delSp">
          <pc:chgData name="Ufuk Unal" userId="d77f72b3-53d7-4cb7-8425-5a8f29447216" providerId="ADAL" clId="{B0DF57DB-BE44-48D9-A5E9-05DDE94F5005}" dt="2023-03-14T09:41:05.076" v="3" actId="478"/>
          <pc:sldLayoutMkLst>
            <pc:docMk/>
            <pc:sldMasterMk cId="100049181" sldId="2147483782"/>
            <pc:sldLayoutMk cId="2489093777" sldId="2147483783"/>
          </pc:sldLayoutMkLst>
          <pc:spChg chg="del">
            <ac:chgData name="Ufuk Unal" userId="d77f72b3-53d7-4cb7-8425-5a8f29447216" providerId="ADAL" clId="{B0DF57DB-BE44-48D9-A5E9-05DDE94F5005}" dt="2023-03-14T09:41:05.076" v="3" actId="478"/>
            <ac:spMkLst>
              <pc:docMk/>
              <pc:sldMasterMk cId="100049181" sldId="2147483782"/>
              <pc:sldLayoutMk cId="2489093777" sldId="2147483783"/>
              <ac:spMk id="5" creationId="{00000000-0000-0000-0000-000000000000}"/>
            </ac:spMkLst>
          </pc:spChg>
        </pc:sldLayoutChg>
      </pc:sldMasterChg>
    </pc:docChg>
  </pc:docChgLst>
  <pc:docChgLst>
    <pc:chgData name="Ufuk Unal" userId="d77f72b3-53d7-4cb7-8425-5a8f29447216" providerId="ADAL" clId="{A5CB6BCE-CFF7-469F-AABE-282CE60C0D3F}"/>
    <pc:docChg chg="addSld delSld modSld">
      <pc:chgData name="Ufuk Unal" userId="d77f72b3-53d7-4cb7-8425-5a8f29447216" providerId="ADAL" clId="{A5CB6BCE-CFF7-469F-AABE-282CE60C0D3F}" dt="2023-04-06T13:04:36.292" v="10" actId="47"/>
      <pc:docMkLst>
        <pc:docMk/>
      </pc:docMkLst>
      <pc:sldChg chg="modSp mod">
        <pc:chgData name="Ufuk Unal" userId="d77f72b3-53d7-4cb7-8425-5a8f29447216" providerId="ADAL" clId="{A5CB6BCE-CFF7-469F-AABE-282CE60C0D3F}" dt="2023-04-06T13:03:46.002" v="7" actId="20577"/>
        <pc:sldMkLst>
          <pc:docMk/>
          <pc:sldMk cId="2459807384" sldId="256"/>
        </pc:sldMkLst>
        <pc:spChg chg="mod">
          <ac:chgData name="Ufuk Unal" userId="d77f72b3-53d7-4cb7-8425-5a8f29447216" providerId="ADAL" clId="{A5CB6BCE-CFF7-469F-AABE-282CE60C0D3F}" dt="2023-04-06T13:03:46.002" v="7" actId="20577"/>
          <ac:spMkLst>
            <pc:docMk/>
            <pc:sldMk cId="2459807384" sldId="256"/>
            <ac:spMk id="6" creationId="{36891D17-0544-4779-B232-7495C4C552DF}"/>
          </ac:spMkLst>
        </pc:spChg>
      </pc:sldChg>
      <pc:sldChg chg="add">
        <pc:chgData name="Ufuk Unal" userId="d77f72b3-53d7-4cb7-8425-5a8f29447216" providerId="ADAL" clId="{A5CB6BCE-CFF7-469F-AABE-282CE60C0D3F}" dt="2023-04-06T13:03:57.615" v="8"/>
        <pc:sldMkLst>
          <pc:docMk/>
          <pc:sldMk cId="998842949" sldId="257"/>
        </pc:sldMkLst>
      </pc:sldChg>
      <pc:sldChg chg="add">
        <pc:chgData name="Ufuk Unal" userId="d77f72b3-53d7-4cb7-8425-5a8f29447216" providerId="ADAL" clId="{A5CB6BCE-CFF7-469F-AABE-282CE60C0D3F}" dt="2023-04-06T13:03:57.615" v="8"/>
        <pc:sldMkLst>
          <pc:docMk/>
          <pc:sldMk cId="3205511851" sldId="286"/>
        </pc:sldMkLst>
      </pc:sldChg>
      <pc:sldChg chg="add">
        <pc:chgData name="Ufuk Unal" userId="d77f72b3-53d7-4cb7-8425-5a8f29447216" providerId="ADAL" clId="{A5CB6BCE-CFF7-469F-AABE-282CE60C0D3F}" dt="2023-04-06T13:03:57.615" v="8"/>
        <pc:sldMkLst>
          <pc:docMk/>
          <pc:sldMk cId="8838512" sldId="287"/>
        </pc:sldMkLst>
      </pc:sldChg>
      <pc:sldChg chg="add">
        <pc:chgData name="Ufuk Unal" userId="d77f72b3-53d7-4cb7-8425-5a8f29447216" providerId="ADAL" clId="{A5CB6BCE-CFF7-469F-AABE-282CE60C0D3F}" dt="2023-04-06T13:03:57.615" v="8"/>
        <pc:sldMkLst>
          <pc:docMk/>
          <pc:sldMk cId="2281775076" sldId="288"/>
        </pc:sldMkLst>
      </pc:sldChg>
      <pc:sldChg chg="add">
        <pc:chgData name="Ufuk Unal" userId="d77f72b3-53d7-4cb7-8425-5a8f29447216" providerId="ADAL" clId="{A5CB6BCE-CFF7-469F-AABE-282CE60C0D3F}" dt="2023-04-06T13:03:57.615" v="8"/>
        <pc:sldMkLst>
          <pc:docMk/>
          <pc:sldMk cId="1073715606" sldId="289"/>
        </pc:sldMkLst>
      </pc:sldChg>
      <pc:sldChg chg="add">
        <pc:chgData name="Ufuk Unal" userId="d77f72b3-53d7-4cb7-8425-5a8f29447216" providerId="ADAL" clId="{A5CB6BCE-CFF7-469F-AABE-282CE60C0D3F}" dt="2023-04-06T13:03:57.615" v="8"/>
        <pc:sldMkLst>
          <pc:docMk/>
          <pc:sldMk cId="2608193054" sldId="290"/>
        </pc:sldMkLst>
      </pc:sldChg>
      <pc:sldChg chg="add">
        <pc:chgData name="Ufuk Unal" userId="d77f72b3-53d7-4cb7-8425-5a8f29447216" providerId="ADAL" clId="{A5CB6BCE-CFF7-469F-AABE-282CE60C0D3F}" dt="2023-04-06T13:03:57.615" v="8"/>
        <pc:sldMkLst>
          <pc:docMk/>
          <pc:sldMk cId="3236013279" sldId="291"/>
        </pc:sldMkLst>
      </pc:sldChg>
      <pc:sldChg chg="add">
        <pc:chgData name="Ufuk Unal" userId="d77f72b3-53d7-4cb7-8425-5a8f29447216" providerId="ADAL" clId="{A5CB6BCE-CFF7-469F-AABE-282CE60C0D3F}" dt="2023-04-06T13:03:57.615" v="8"/>
        <pc:sldMkLst>
          <pc:docMk/>
          <pc:sldMk cId="1944076353" sldId="292"/>
        </pc:sldMkLst>
      </pc:sldChg>
      <pc:sldChg chg="add">
        <pc:chgData name="Ufuk Unal" userId="d77f72b3-53d7-4cb7-8425-5a8f29447216" providerId="ADAL" clId="{A5CB6BCE-CFF7-469F-AABE-282CE60C0D3F}" dt="2023-04-06T13:03:57.615" v="8"/>
        <pc:sldMkLst>
          <pc:docMk/>
          <pc:sldMk cId="917736273" sldId="293"/>
        </pc:sldMkLst>
      </pc:sldChg>
      <pc:sldChg chg="add">
        <pc:chgData name="Ufuk Unal" userId="d77f72b3-53d7-4cb7-8425-5a8f29447216" providerId="ADAL" clId="{A5CB6BCE-CFF7-469F-AABE-282CE60C0D3F}" dt="2023-04-06T13:03:57.615" v="8"/>
        <pc:sldMkLst>
          <pc:docMk/>
          <pc:sldMk cId="1152956858" sldId="294"/>
        </pc:sldMkLst>
      </pc:sldChg>
      <pc:sldChg chg="add">
        <pc:chgData name="Ufuk Unal" userId="d77f72b3-53d7-4cb7-8425-5a8f29447216" providerId="ADAL" clId="{A5CB6BCE-CFF7-469F-AABE-282CE60C0D3F}" dt="2023-04-06T13:03:57.615" v="8"/>
        <pc:sldMkLst>
          <pc:docMk/>
          <pc:sldMk cId="3953398966" sldId="295"/>
        </pc:sldMkLst>
      </pc:sldChg>
      <pc:sldChg chg="add">
        <pc:chgData name="Ufuk Unal" userId="d77f72b3-53d7-4cb7-8425-5a8f29447216" providerId="ADAL" clId="{A5CB6BCE-CFF7-469F-AABE-282CE60C0D3F}" dt="2023-04-06T13:03:57.615" v="8"/>
        <pc:sldMkLst>
          <pc:docMk/>
          <pc:sldMk cId="2167178223" sldId="296"/>
        </pc:sldMkLst>
      </pc:sldChg>
      <pc:sldChg chg="add">
        <pc:chgData name="Ufuk Unal" userId="d77f72b3-53d7-4cb7-8425-5a8f29447216" providerId="ADAL" clId="{A5CB6BCE-CFF7-469F-AABE-282CE60C0D3F}" dt="2023-04-06T13:03:57.615" v="8"/>
        <pc:sldMkLst>
          <pc:docMk/>
          <pc:sldMk cId="3072424695" sldId="297"/>
        </pc:sldMkLst>
      </pc:sldChg>
      <pc:sldChg chg="add">
        <pc:chgData name="Ufuk Unal" userId="d77f72b3-53d7-4cb7-8425-5a8f29447216" providerId="ADAL" clId="{A5CB6BCE-CFF7-469F-AABE-282CE60C0D3F}" dt="2023-04-06T13:03:57.615" v="8"/>
        <pc:sldMkLst>
          <pc:docMk/>
          <pc:sldMk cId="2043198107" sldId="298"/>
        </pc:sldMkLst>
      </pc:sldChg>
      <pc:sldChg chg="add">
        <pc:chgData name="Ufuk Unal" userId="d77f72b3-53d7-4cb7-8425-5a8f29447216" providerId="ADAL" clId="{A5CB6BCE-CFF7-469F-AABE-282CE60C0D3F}" dt="2023-04-06T13:03:57.615" v="8"/>
        <pc:sldMkLst>
          <pc:docMk/>
          <pc:sldMk cId="2928479514" sldId="299"/>
        </pc:sldMkLst>
      </pc:sldChg>
      <pc:sldChg chg="add">
        <pc:chgData name="Ufuk Unal" userId="d77f72b3-53d7-4cb7-8425-5a8f29447216" providerId="ADAL" clId="{A5CB6BCE-CFF7-469F-AABE-282CE60C0D3F}" dt="2023-04-06T13:03:57.615" v="8"/>
        <pc:sldMkLst>
          <pc:docMk/>
          <pc:sldMk cId="446979928" sldId="300"/>
        </pc:sldMkLst>
      </pc:sldChg>
      <pc:sldChg chg="add">
        <pc:chgData name="Ufuk Unal" userId="d77f72b3-53d7-4cb7-8425-5a8f29447216" providerId="ADAL" clId="{A5CB6BCE-CFF7-469F-AABE-282CE60C0D3F}" dt="2023-04-06T13:03:57.615" v="8"/>
        <pc:sldMkLst>
          <pc:docMk/>
          <pc:sldMk cId="2359428810" sldId="301"/>
        </pc:sldMkLst>
      </pc:sldChg>
      <pc:sldChg chg="add">
        <pc:chgData name="Ufuk Unal" userId="d77f72b3-53d7-4cb7-8425-5a8f29447216" providerId="ADAL" clId="{A5CB6BCE-CFF7-469F-AABE-282CE60C0D3F}" dt="2023-04-06T13:03:57.615" v="8"/>
        <pc:sldMkLst>
          <pc:docMk/>
          <pc:sldMk cId="722043997" sldId="302"/>
        </pc:sldMkLst>
      </pc:sldChg>
      <pc:sldChg chg="add">
        <pc:chgData name="Ufuk Unal" userId="d77f72b3-53d7-4cb7-8425-5a8f29447216" providerId="ADAL" clId="{A5CB6BCE-CFF7-469F-AABE-282CE60C0D3F}" dt="2023-04-06T13:03:57.615" v="8"/>
        <pc:sldMkLst>
          <pc:docMk/>
          <pc:sldMk cId="1492922032" sldId="303"/>
        </pc:sldMkLst>
      </pc:sldChg>
      <pc:sldChg chg="add">
        <pc:chgData name="Ufuk Unal" userId="d77f72b3-53d7-4cb7-8425-5a8f29447216" providerId="ADAL" clId="{A5CB6BCE-CFF7-469F-AABE-282CE60C0D3F}" dt="2023-04-06T13:03:57.615" v="8"/>
        <pc:sldMkLst>
          <pc:docMk/>
          <pc:sldMk cId="3578986941" sldId="304"/>
        </pc:sldMkLst>
      </pc:sldChg>
      <pc:sldChg chg="del">
        <pc:chgData name="Ufuk Unal" userId="d77f72b3-53d7-4cb7-8425-5a8f29447216" providerId="ADAL" clId="{A5CB6BCE-CFF7-469F-AABE-282CE60C0D3F}" dt="2023-04-06T13:04:36.292" v="10" actId="47"/>
        <pc:sldMkLst>
          <pc:docMk/>
          <pc:sldMk cId="3311703480" sldId="325"/>
        </pc:sldMkLst>
      </pc:sldChg>
      <pc:sldChg chg="del">
        <pc:chgData name="Ufuk Unal" userId="d77f72b3-53d7-4cb7-8425-5a8f29447216" providerId="ADAL" clId="{A5CB6BCE-CFF7-469F-AABE-282CE60C0D3F}" dt="2023-04-06T13:04:36.292" v="10" actId="47"/>
        <pc:sldMkLst>
          <pc:docMk/>
          <pc:sldMk cId="3673250314" sldId="326"/>
        </pc:sldMkLst>
      </pc:sldChg>
      <pc:sldChg chg="del">
        <pc:chgData name="Ufuk Unal" userId="d77f72b3-53d7-4cb7-8425-5a8f29447216" providerId="ADAL" clId="{A5CB6BCE-CFF7-469F-AABE-282CE60C0D3F}" dt="2023-04-06T13:04:36.292" v="10" actId="47"/>
        <pc:sldMkLst>
          <pc:docMk/>
          <pc:sldMk cId="2503827922" sldId="327"/>
        </pc:sldMkLst>
      </pc:sldChg>
      <pc:sldChg chg="del">
        <pc:chgData name="Ufuk Unal" userId="d77f72b3-53d7-4cb7-8425-5a8f29447216" providerId="ADAL" clId="{A5CB6BCE-CFF7-469F-AABE-282CE60C0D3F}" dt="2023-04-06T13:04:36.292" v="10" actId="47"/>
        <pc:sldMkLst>
          <pc:docMk/>
          <pc:sldMk cId="4063430119" sldId="328"/>
        </pc:sldMkLst>
      </pc:sldChg>
      <pc:sldChg chg="del">
        <pc:chgData name="Ufuk Unal" userId="d77f72b3-53d7-4cb7-8425-5a8f29447216" providerId="ADAL" clId="{A5CB6BCE-CFF7-469F-AABE-282CE60C0D3F}" dt="2023-04-06T13:04:36.292" v="10" actId="47"/>
        <pc:sldMkLst>
          <pc:docMk/>
          <pc:sldMk cId="1976804067" sldId="329"/>
        </pc:sldMkLst>
      </pc:sldChg>
      <pc:sldChg chg="del">
        <pc:chgData name="Ufuk Unal" userId="d77f72b3-53d7-4cb7-8425-5a8f29447216" providerId="ADAL" clId="{A5CB6BCE-CFF7-469F-AABE-282CE60C0D3F}" dt="2023-04-06T13:04:36.292" v="10" actId="47"/>
        <pc:sldMkLst>
          <pc:docMk/>
          <pc:sldMk cId="1374603204" sldId="341"/>
        </pc:sldMkLst>
      </pc:sldChg>
      <pc:sldChg chg="del">
        <pc:chgData name="Ufuk Unal" userId="d77f72b3-53d7-4cb7-8425-5a8f29447216" providerId="ADAL" clId="{A5CB6BCE-CFF7-469F-AABE-282CE60C0D3F}" dt="2023-04-06T13:04:36.292" v="10" actId="47"/>
        <pc:sldMkLst>
          <pc:docMk/>
          <pc:sldMk cId="1994260570" sldId="342"/>
        </pc:sldMkLst>
      </pc:sldChg>
      <pc:sldChg chg="del">
        <pc:chgData name="Ufuk Unal" userId="d77f72b3-53d7-4cb7-8425-5a8f29447216" providerId="ADAL" clId="{A5CB6BCE-CFF7-469F-AABE-282CE60C0D3F}" dt="2023-04-06T13:04:36.292" v="10" actId="47"/>
        <pc:sldMkLst>
          <pc:docMk/>
          <pc:sldMk cId="2416504450" sldId="343"/>
        </pc:sldMkLst>
      </pc:sldChg>
      <pc:sldChg chg="del">
        <pc:chgData name="Ufuk Unal" userId="d77f72b3-53d7-4cb7-8425-5a8f29447216" providerId="ADAL" clId="{A5CB6BCE-CFF7-469F-AABE-282CE60C0D3F}" dt="2023-04-06T13:04:36.292" v="10" actId="47"/>
        <pc:sldMkLst>
          <pc:docMk/>
          <pc:sldMk cId="2684641891" sldId="344"/>
        </pc:sldMkLst>
      </pc:sldChg>
      <pc:sldChg chg="del">
        <pc:chgData name="Ufuk Unal" userId="d77f72b3-53d7-4cb7-8425-5a8f29447216" providerId="ADAL" clId="{A5CB6BCE-CFF7-469F-AABE-282CE60C0D3F}" dt="2023-04-06T13:04:36.292" v="10" actId="47"/>
        <pc:sldMkLst>
          <pc:docMk/>
          <pc:sldMk cId="1396881717" sldId="345"/>
        </pc:sldMkLst>
      </pc:sldChg>
      <pc:sldChg chg="del">
        <pc:chgData name="Ufuk Unal" userId="d77f72b3-53d7-4cb7-8425-5a8f29447216" providerId="ADAL" clId="{A5CB6BCE-CFF7-469F-AABE-282CE60C0D3F}" dt="2023-04-06T13:04:36.292" v="10" actId="47"/>
        <pc:sldMkLst>
          <pc:docMk/>
          <pc:sldMk cId="4104435945" sldId="346"/>
        </pc:sldMkLst>
      </pc:sldChg>
      <pc:sldChg chg="del">
        <pc:chgData name="Ufuk Unal" userId="d77f72b3-53d7-4cb7-8425-5a8f29447216" providerId="ADAL" clId="{A5CB6BCE-CFF7-469F-AABE-282CE60C0D3F}" dt="2023-04-06T13:04:36.292" v="10" actId="47"/>
        <pc:sldMkLst>
          <pc:docMk/>
          <pc:sldMk cId="2470924352" sldId="347"/>
        </pc:sldMkLst>
      </pc:sldChg>
      <pc:sldChg chg="del">
        <pc:chgData name="Ufuk Unal" userId="d77f72b3-53d7-4cb7-8425-5a8f29447216" providerId="ADAL" clId="{A5CB6BCE-CFF7-469F-AABE-282CE60C0D3F}" dt="2023-04-06T13:04:36.292" v="10" actId="47"/>
        <pc:sldMkLst>
          <pc:docMk/>
          <pc:sldMk cId="838802227" sldId="349"/>
        </pc:sldMkLst>
      </pc:sldChg>
      <pc:sldChg chg="del">
        <pc:chgData name="Ufuk Unal" userId="d77f72b3-53d7-4cb7-8425-5a8f29447216" providerId="ADAL" clId="{A5CB6BCE-CFF7-469F-AABE-282CE60C0D3F}" dt="2023-04-06T13:04:36.292" v="10" actId="47"/>
        <pc:sldMkLst>
          <pc:docMk/>
          <pc:sldMk cId="1108545243" sldId="350"/>
        </pc:sldMkLst>
      </pc:sldChg>
      <pc:sldChg chg="del">
        <pc:chgData name="Ufuk Unal" userId="d77f72b3-53d7-4cb7-8425-5a8f29447216" providerId="ADAL" clId="{A5CB6BCE-CFF7-469F-AABE-282CE60C0D3F}" dt="2023-04-06T13:04:36.292" v="10" actId="47"/>
        <pc:sldMkLst>
          <pc:docMk/>
          <pc:sldMk cId="1001165308" sldId="351"/>
        </pc:sldMkLst>
      </pc:sldChg>
      <pc:sldChg chg="del">
        <pc:chgData name="Ufuk Unal" userId="d77f72b3-53d7-4cb7-8425-5a8f29447216" providerId="ADAL" clId="{A5CB6BCE-CFF7-469F-AABE-282CE60C0D3F}" dt="2023-04-06T13:04:36.292" v="10" actId="47"/>
        <pc:sldMkLst>
          <pc:docMk/>
          <pc:sldMk cId="3243177277" sldId="352"/>
        </pc:sldMkLst>
      </pc:sldChg>
      <pc:sldChg chg="del">
        <pc:chgData name="Ufuk Unal" userId="d77f72b3-53d7-4cb7-8425-5a8f29447216" providerId="ADAL" clId="{A5CB6BCE-CFF7-469F-AABE-282CE60C0D3F}" dt="2023-04-06T13:04:36.292" v="10" actId="47"/>
        <pc:sldMkLst>
          <pc:docMk/>
          <pc:sldMk cId="2021682167" sldId="353"/>
        </pc:sldMkLst>
      </pc:sldChg>
      <pc:sldChg chg="del">
        <pc:chgData name="Ufuk Unal" userId="d77f72b3-53d7-4cb7-8425-5a8f29447216" providerId="ADAL" clId="{A5CB6BCE-CFF7-469F-AABE-282CE60C0D3F}" dt="2023-04-06T13:04:36.292" v="10" actId="47"/>
        <pc:sldMkLst>
          <pc:docMk/>
          <pc:sldMk cId="423197906" sldId="354"/>
        </pc:sldMkLst>
      </pc:sldChg>
      <pc:sldChg chg="del">
        <pc:chgData name="Ufuk Unal" userId="d77f72b3-53d7-4cb7-8425-5a8f29447216" providerId="ADAL" clId="{A5CB6BCE-CFF7-469F-AABE-282CE60C0D3F}" dt="2023-04-06T13:04:36.292" v="10" actId="47"/>
        <pc:sldMkLst>
          <pc:docMk/>
          <pc:sldMk cId="4233599654" sldId="355"/>
        </pc:sldMkLst>
      </pc:sldChg>
      <pc:sldChg chg="del">
        <pc:chgData name="Ufuk Unal" userId="d77f72b3-53d7-4cb7-8425-5a8f29447216" providerId="ADAL" clId="{A5CB6BCE-CFF7-469F-AABE-282CE60C0D3F}" dt="2023-04-06T13:04:36.292" v="10" actId="47"/>
        <pc:sldMkLst>
          <pc:docMk/>
          <pc:sldMk cId="3798046907" sldId="357"/>
        </pc:sldMkLst>
      </pc:sldChg>
      <pc:sldChg chg="del">
        <pc:chgData name="Ufuk Unal" userId="d77f72b3-53d7-4cb7-8425-5a8f29447216" providerId="ADAL" clId="{A5CB6BCE-CFF7-469F-AABE-282CE60C0D3F}" dt="2023-04-06T13:04:36.292" v="10" actId="47"/>
        <pc:sldMkLst>
          <pc:docMk/>
          <pc:sldMk cId="2763019059" sldId="358"/>
        </pc:sldMkLst>
      </pc:sldChg>
      <pc:sldChg chg="del">
        <pc:chgData name="Ufuk Unal" userId="d77f72b3-53d7-4cb7-8425-5a8f29447216" providerId="ADAL" clId="{A5CB6BCE-CFF7-469F-AABE-282CE60C0D3F}" dt="2023-04-06T13:04:36.292" v="10" actId="47"/>
        <pc:sldMkLst>
          <pc:docMk/>
          <pc:sldMk cId="1502931874" sldId="359"/>
        </pc:sldMkLst>
      </pc:sldChg>
      <pc:sldChg chg="del">
        <pc:chgData name="Ufuk Unal" userId="d77f72b3-53d7-4cb7-8425-5a8f29447216" providerId="ADAL" clId="{A5CB6BCE-CFF7-469F-AABE-282CE60C0D3F}" dt="2023-04-06T13:04:36.292" v="10" actId="47"/>
        <pc:sldMkLst>
          <pc:docMk/>
          <pc:sldMk cId="2784854281" sldId="360"/>
        </pc:sldMkLst>
      </pc:sldChg>
      <pc:sldChg chg="del">
        <pc:chgData name="Ufuk Unal" userId="d77f72b3-53d7-4cb7-8425-5a8f29447216" providerId="ADAL" clId="{A5CB6BCE-CFF7-469F-AABE-282CE60C0D3F}" dt="2023-04-06T13:04:36.292" v="10" actId="47"/>
        <pc:sldMkLst>
          <pc:docMk/>
          <pc:sldMk cId="81848509" sldId="361"/>
        </pc:sldMkLst>
      </pc:sldChg>
      <pc:sldChg chg="del">
        <pc:chgData name="Ufuk Unal" userId="d77f72b3-53d7-4cb7-8425-5a8f29447216" providerId="ADAL" clId="{A5CB6BCE-CFF7-469F-AABE-282CE60C0D3F}" dt="2023-04-06T13:04:36.292" v="10" actId="47"/>
        <pc:sldMkLst>
          <pc:docMk/>
          <pc:sldMk cId="2726252616" sldId="362"/>
        </pc:sldMkLst>
      </pc:sldChg>
      <pc:sldChg chg="del">
        <pc:chgData name="Ufuk Unal" userId="d77f72b3-53d7-4cb7-8425-5a8f29447216" providerId="ADAL" clId="{A5CB6BCE-CFF7-469F-AABE-282CE60C0D3F}" dt="2023-04-06T13:04:36.292" v="10" actId="47"/>
        <pc:sldMkLst>
          <pc:docMk/>
          <pc:sldMk cId="114654693" sldId="363"/>
        </pc:sldMkLst>
      </pc:sldChg>
      <pc:sldChg chg="del">
        <pc:chgData name="Ufuk Unal" userId="d77f72b3-53d7-4cb7-8425-5a8f29447216" providerId="ADAL" clId="{A5CB6BCE-CFF7-469F-AABE-282CE60C0D3F}" dt="2023-04-06T13:04:36.292" v="10" actId="47"/>
        <pc:sldMkLst>
          <pc:docMk/>
          <pc:sldMk cId="68671429" sldId="364"/>
        </pc:sldMkLst>
      </pc:sldChg>
      <pc:sldChg chg="del">
        <pc:chgData name="Ufuk Unal" userId="d77f72b3-53d7-4cb7-8425-5a8f29447216" providerId="ADAL" clId="{A5CB6BCE-CFF7-469F-AABE-282CE60C0D3F}" dt="2023-04-06T13:04:36.292" v="10" actId="47"/>
        <pc:sldMkLst>
          <pc:docMk/>
          <pc:sldMk cId="3814972833" sldId="365"/>
        </pc:sldMkLst>
      </pc:sldChg>
      <pc:sldChg chg="del">
        <pc:chgData name="Ufuk Unal" userId="d77f72b3-53d7-4cb7-8425-5a8f29447216" providerId="ADAL" clId="{A5CB6BCE-CFF7-469F-AABE-282CE60C0D3F}" dt="2023-04-06T13:04:36.292" v="10" actId="47"/>
        <pc:sldMkLst>
          <pc:docMk/>
          <pc:sldMk cId="1766050880" sldId="366"/>
        </pc:sldMkLst>
      </pc:sldChg>
      <pc:sldChg chg="del">
        <pc:chgData name="Ufuk Unal" userId="d77f72b3-53d7-4cb7-8425-5a8f29447216" providerId="ADAL" clId="{A5CB6BCE-CFF7-469F-AABE-282CE60C0D3F}" dt="2023-04-06T13:04:36.292" v="10" actId="47"/>
        <pc:sldMkLst>
          <pc:docMk/>
          <pc:sldMk cId="2830932289" sldId="367"/>
        </pc:sldMkLst>
      </pc:sldChg>
      <pc:sldChg chg="del">
        <pc:chgData name="Ufuk Unal" userId="d77f72b3-53d7-4cb7-8425-5a8f29447216" providerId="ADAL" clId="{A5CB6BCE-CFF7-469F-AABE-282CE60C0D3F}" dt="2023-04-06T13:04:36.292" v="10" actId="47"/>
        <pc:sldMkLst>
          <pc:docMk/>
          <pc:sldMk cId="3461289532" sldId="368"/>
        </pc:sldMkLst>
      </pc:sldChg>
      <pc:sldChg chg="del">
        <pc:chgData name="Ufuk Unal" userId="d77f72b3-53d7-4cb7-8425-5a8f29447216" providerId="ADAL" clId="{A5CB6BCE-CFF7-469F-AABE-282CE60C0D3F}" dt="2023-04-06T13:04:36.292" v="10" actId="47"/>
        <pc:sldMkLst>
          <pc:docMk/>
          <pc:sldMk cId="1006181768" sldId="369"/>
        </pc:sldMkLst>
      </pc:sldChg>
      <pc:sldChg chg="del">
        <pc:chgData name="Ufuk Unal" userId="d77f72b3-53d7-4cb7-8425-5a8f29447216" providerId="ADAL" clId="{A5CB6BCE-CFF7-469F-AABE-282CE60C0D3F}" dt="2023-04-06T13:04:36.292" v="10" actId="47"/>
        <pc:sldMkLst>
          <pc:docMk/>
          <pc:sldMk cId="1944942873" sldId="370"/>
        </pc:sldMkLst>
      </pc:sldChg>
      <pc:sldChg chg="del">
        <pc:chgData name="Ufuk Unal" userId="d77f72b3-53d7-4cb7-8425-5a8f29447216" providerId="ADAL" clId="{A5CB6BCE-CFF7-469F-AABE-282CE60C0D3F}" dt="2023-04-06T13:04:36.292" v="10" actId="47"/>
        <pc:sldMkLst>
          <pc:docMk/>
          <pc:sldMk cId="2853401936" sldId="371"/>
        </pc:sldMkLst>
      </pc:sldChg>
      <pc:sldChg chg="del">
        <pc:chgData name="Ufuk Unal" userId="d77f72b3-53d7-4cb7-8425-5a8f29447216" providerId="ADAL" clId="{A5CB6BCE-CFF7-469F-AABE-282CE60C0D3F}" dt="2023-04-06T13:04:36.292" v="10" actId="47"/>
        <pc:sldMkLst>
          <pc:docMk/>
          <pc:sldMk cId="2263266425" sldId="372"/>
        </pc:sldMkLst>
      </pc:sldChg>
      <pc:sldChg chg="add del">
        <pc:chgData name="Ufuk Unal" userId="d77f72b3-53d7-4cb7-8425-5a8f29447216" providerId="ADAL" clId="{A5CB6BCE-CFF7-469F-AABE-282CE60C0D3F}" dt="2023-04-06T13:04:06.500" v="9" actId="47"/>
        <pc:sldMkLst>
          <pc:docMk/>
          <pc:sldMk cId="1086794968" sldId="37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A36FCBC5-022F-4F31-A153-EFFC809EC573}" type="datetimeFigureOut">
              <a:rPr lang="de-DE"/>
              <a:pPr>
                <a:defRPr/>
              </a:pPr>
              <a:t>07.04.2023</a:t>
            </a:fld>
            <a:endParaRPr lang="de-DE"/>
          </a:p>
        </p:txBody>
      </p:sp>
      <p:sp>
        <p:nvSpPr>
          <p:cNvPr id="4" name="Footer Placeholder 3"/>
          <p:cNvSpPr>
            <a:spLocks noGrp="1"/>
          </p:cNvSpPr>
          <p:nvPr>
            <p:ph type="ftr" sz="quarter" idx="2"/>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4222AC1C-78EB-4159-9788-A81CB6D78FF5}" type="slidenum">
              <a:rPr lang="de-DE"/>
              <a:pPr>
                <a:defRPr/>
              </a:pPr>
              <a:t>‹#›</a:t>
            </a:fld>
            <a:endParaRPr lang="de-DE"/>
          </a:p>
        </p:txBody>
      </p:sp>
    </p:spTree>
    <p:extLst>
      <p:ext uri="{BB962C8B-B14F-4D97-AF65-F5344CB8AC3E}">
        <p14:creationId xmlns:p14="http://schemas.microsoft.com/office/powerpoint/2010/main" val="23677234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de-DE"/>
          </a:p>
        </p:txBody>
      </p:sp>
      <p:sp>
        <p:nvSpPr>
          <p:cNvPr id="921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de-DE"/>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22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de-DE"/>
          </a:p>
        </p:txBody>
      </p:sp>
      <p:sp>
        <p:nvSpPr>
          <p:cNvPr id="922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F974181A-B52E-4AEA-801A-5F0AC153D341}" type="slidenum">
              <a:rPr lang="en-US"/>
              <a:pPr>
                <a:defRPr/>
              </a:pPr>
              <a:t>‹#›</a:t>
            </a:fld>
            <a:endParaRPr lang="en-US"/>
          </a:p>
        </p:txBody>
      </p:sp>
    </p:spTree>
    <p:extLst>
      <p:ext uri="{BB962C8B-B14F-4D97-AF65-F5344CB8AC3E}">
        <p14:creationId xmlns:p14="http://schemas.microsoft.com/office/powerpoint/2010/main" val="18847195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a:t>
            </a:fld>
            <a:endParaRPr lang="en-US"/>
          </a:p>
        </p:txBody>
      </p:sp>
    </p:spTree>
    <p:extLst>
      <p:ext uri="{BB962C8B-B14F-4D97-AF65-F5344CB8AC3E}">
        <p14:creationId xmlns:p14="http://schemas.microsoft.com/office/powerpoint/2010/main" val="2421482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dirty="0">
                <a:solidFill>
                  <a:schemeClr val="tx1"/>
                </a:solidFill>
                <a:effectLst/>
                <a:latin typeface="Arial" charset="0"/>
                <a:ea typeface="+mn-ea"/>
                <a:cs typeface="+mn-cs"/>
              </a:rPr>
              <a:t>General</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Foreword</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Multimedia technology has developed quickly in recent years. Nowadays, multimedia systems have high standards as regards the audio and video quality which the user can utilise in daily life. It offers him the opportunity to make his daily life more convenient and safer.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Nowadays a door intercom system is fitted as standard in most new buildings. In the high-end construction sector, regardless of whether it is a private or commercial building, in addition to the transmission of sound, it extends communication with a unidirectionally transmitted image. An option is therefore created to see who is standing in front of the door and whether the person is alone or accompanied by another person.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Furthermore, some functional buildings such as airports, public authorities or railway stations frequently use audio/video technology which makes current information available to the customers. Flight times, delays or current offers etc. are thus circulated via audio information or visually.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Nowadays, multimedia systems adopt a permanent, if frequently unconscious place in our daily lives, regardless of their scope or design.  We are now at the next step of being able to integrate these systems in building automation system and to control them.</a:t>
            </a: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Definition of Multimedia and Multimedia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term “multimedia” stands for a system or transmission technology which enables different content and formats to be routed or played back.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can include a combination of audio, video, still images, text or even animation.</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“multimedia system” frequently represents a combination of different multimedia components which together produce a functional system. These components can in most cases record and play audio content or even display the multimedia content.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2</a:t>
            </a:fld>
            <a:endParaRPr lang="en-US"/>
          </a:p>
        </p:txBody>
      </p:sp>
    </p:spTree>
    <p:extLst>
      <p:ext uri="{BB962C8B-B14F-4D97-AF65-F5344CB8AC3E}">
        <p14:creationId xmlns:p14="http://schemas.microsoft.com/office/powerpoint/2010/main" val="3692632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dirty="0">
                <a:solidFill>
                  <a:schemeClr val="tx1"/>
                </a:solidFill>
                <a:effectLst/>
                <a:latin typeface="Arial" charset="0"/>
                <a:ea typeface="+mn-ea"/>
                <a:cs typeface="+mn-cs"/>
              </a:rPr>
              <a:t>Types of multimedia systems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Audio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audio system generally consists of electronic equipment for recording or reproducing sound. In order to be clear, we are going to distinguish audio systems in two categories.</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These are: “Typical audio systems” and “Extended audio systems”.</a:t>
            </a:r>
            <a:endParaRPr lang="es-ES" sz="1200"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Typical Audio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typical audio system contains one audio source and one audio output, e.g. an MP3 player with a connected headset. This is the simplest representation of an audio system.</a:t>
            </a: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Extended Audio System</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extended audio system can contain different audio sources, an audio mixing unit and various audio outputs. A typical application is for example concert halls where various microphones are used to transmit the tone from different musical instruments to an audio mixing unit and amplifier (analogue or digital). The properties of each input can then be selected and set on these two components.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number of loudspeakers can be connected to the output of the audio mixing unit to reproduce the required tone. Amplifiers can be connected to the microphone and/or the loudspeaker cables so that the signal can be transmitted without any loss. </a:t>
            </a:r>
            <a:endParaRPr lang="es-ES" sz="1200"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3</a:t>
            </a:fld>
            <a:endParaRPr lang="en-US"/>
          </a:p>
        </p:txBody>
      </p:sp>
    </p:spTree>
    <p:extLst>
      <p:ext uri="{BB962C8B-B14F-4D97-AF65-F5344CB8AC3E}">
        <p14:creationId xmlns:p14="http://schemas.microsoft.com/office/powerpoint/2010/main" val="25076173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dirty="0">
                <a:solidFill>
                  <a:schemeClr val="tx1"/>
                </a:solidFill>
                <a:effectLst/>
                <a:latin typeface="Arial" charset="0"/>
                <a:ea typeface="+mn-ea"/>
                <a:cs typeface="+mn-cs"/>
              </a:rPr>
              <a:t>Types of multimedia systems</a:t>
            </a:r>
            <a:endParaRPr lang="es-ES" sz="1200" b="1" kern="1200" dirty="0">
              <a:solidFill>
                <a:schemeClr val="tx1"/>
              </a:solidFill>
              <a:effectLst/>
              <a:latin typeface="Arial" charset="0"/>
              <a:ea typeface="+mn-ea"/>
              <a:cs typeface="+mn-cs"/>
            </a:endParaRPr>
          </a:p>
          <a:p>
            <a:pPr lvl="0"/>
            <a:endParaRPr lang="en-GB"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Intercom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intercom system basically consists of two devices, a transmitter and a receiver, similar to the KNX sensor/actuator technology. Each device combines the two functions which work bidirectionally. Generally both act as a transceiver which means they can both send and receive.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Using the transceiver type, it is possible to divide the intercom systems into two categories.</a:t>
            </a:r>
          </a:p>
          <a:p>
            <a:endParaRPr lang="es-ES"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'Audio to Audio’ Intercom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 “audio to audio” intercom system usually consists of two or more devices which are frequently equipped with an audio recording and playback function. A participant talks to and listens to another participant from the same system.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In some cases, these types of intercom systems use call centres to connect the participants. To save time and space, we must restrict ourselves to the description of peer-to-peer intercom systems.</a:t>
            </a:r>
          </a:p>
          <a:p>
            <a:endParaRPr lang="en-GB"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“Audio and Video” to “Audio and Video” Intercom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“audio and video” to “audio and video” intercom systems consist of cameras and audio devices with recording and playback functions. Participants from this type of system can both see and listen to each other.</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NOTE:</a:t>
            </a:r>
            <a:r>
              <a:rPr lang="en-GB" sz="1200" kern="1200" dirty="0">
                <a:solidFill>
                  <a:schemeClr val="tx1"/>
                </a:solidFill>
                <a:effectLst/>
                <a:latin typeface="Arial" charset="0"/>
                <a:ea typeface="+mn-ea"/>
                <a:cs typeface="+mn-cs"/>
              </a:rPr>
              <a:t> A variant of this system is the door intercom system which enables the user inside the building to see the visitor outside the door but does not allow the visitor to see the user inside the room. Both participants can speak and listen to each other.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n-GB" noProof="0" dirty="0"/>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4</a:t>
            </a:fld>
            <a:endParaRPr lang="en-US"/>
          </a:p>
        </p:txBody>
      </p:sp>
    </p:spTree>
    <p:extLst>
      <p:ext uri="{BB962C8B-B14F-4D97-AF65-F5344CB8AC3E}">
        <p14:creationId xmlns:p14="http://schemas.microsoft.com/office/powerpoint/2010/main" val="937929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dirty="0">
                <a:solidFill>
                  <a:schemeClr val="tx1"/>
                </a:solidFill>
                <a:effectLst/>
                <a:latin typeface="Arial" charset="0"/>
                <a:ea typeface="+mn-ea"/>
                <a:cs typeface="+mn-cs"/>
              </a:rPr>
              <a:t>Integration of multimedia control systems in building system technology </a:t>
            </a:r>
            <a:endParaRPr lang="es-ES" sz="1200" b="1" kern="1200" dirty="0">
              <a:solidFill>
                <a:schemeClr val="tx1"/>
              </a:solidFill>
              <a:effectLst/>
              <a:latin typeface="Arial" charset="0"/>
              <a:ea typeface="+mn-ea"/>
              <a:cs typeface="+mn-cs"/>
            </a:endParaRPr>
          </a:p>
          <a:p>
            <a:pPr lvl="0"/>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Basic Controls on the Multimedia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In the framework of building automation, we focus on controlling multimedia systems that offer extended functions realised with a bus system.</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Therefore, we can maximise the control of the audio system by implementing the following functions with KNX, thereby increasing comfort: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Zone on/off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Volume adjustment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Source selection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Mute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Tone control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Zone broadcast</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Select radio station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etc.</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feedback response can be received for the following functions too:</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Amplifier on/off</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Volume level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Source name</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Title of the current song</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Title of the radio station or RDS</a:t>
            </a:r>
            <a:endParaRPr lang="es-ES" sz="1200" kern="1200" dirty="0">
              <a:solidFill>
                <a:schemeClr val="tx1"/>
              </a:solidFill>
              <a:effectLst/>
              <a:latin typeface="Arial" charset="0"/>
              <a:ea typeface="+mn-ea"/>
              <a:cs typeface="+mn-cs"/>
            </a:endParaRPr>
          </a:p>
          <a:p>
            <a:pPr marL="0" indent="0">
              <a:buFont typeface="Arial" panose="020B0604020202020204" pitchFamily="34" charset="0"/>
              <a:buNone/>
            </a:pPr>
            <a:endParaRPr lang="en-GB" sz="1200" kern="1200" dirty="0">
              <a:solidFill>
                <a:schemeClr val="tx1"/>
              </a:solidFill>
              <a:effectLst/>
              <a:latin typeface="Arial" charset="0"/>
              <a:ea typeface="+mn-ea"/>
              <a:cs typeface="+mn-cs"/>
            </a:endParaRPr>
          </a:p>
          <a:p>
            <a:pPr marL="0" indent="0">
              <a:buFont typeface="Arial" panose="020B0604020202020204" pitchFamily="34" charset="0"/>
              <a:buNone/>
            </a:pPr>
            <a:r>
              <a:rPr lang="en-GB" sz="1200" kern="1200" dirty="0">
                <a:solidFill>
                  <a:schemeClr val="tx1"/>
                </a:solidFill>
                <a:effectLst/>
                <a:latin typeface="Arial" charset="0"/>
                <a:ea typeface="+mn-ea"/>
                <a:cs typeface="+mn-cs"/>
              </a:rPr>
              <a:t>As far as intercom systems are concerned, some of the available functions that can be implemented on KNX are the following:</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Door unlocking</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Recording date and time of calls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Recording the picture of the person who might have called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Triggering of other functions via KNX (such as lighting control when the door is opened, enabling the alarm system, etc.)</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etc.</a:t>
            </a:r>
            <a:endParaRPr lang="es-ES" sz="1200" kern="1200" dirty="0">
              <a:solidFill>
                <a:schemeClr val="tx1"/>
              </a:solidFill>
              <a:effectLst/>
              <a:latin typeface="Arial" charset="0"/>
              <a:ea typeface="+mn-ea"/>
              <a:cs typeface="+mn-cs"/>
            </a:endParaRPr>
          </a:p>
          <a:p>
            <a:endParaRPr lang="en-GB"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feedback response can be received for the following actions: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Status of the door (open or closed, locked or unlocked)</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Displaying the details of missed calls</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Displaying the picture of the person who has made a call</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etc.</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r>
              <a:rPr lang="en-GB" sz="1600" b="1"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5</a:t>
            </a:fld>
            <a:endParaRPr lang="en-US"/>
          </a:p>
        </p:txBody>
      </p:sp>
    </p:spTree>
    <p:extLst>
      <p:ext uri="{BB962C8B-B14F-4D97-AF65-F5344CB8AC3E}">
        <p14:creationId xmlns:p14="http://schemas.microsoft.com/office/powerpoint/2010/main" val="2954952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Basic Principles of Multimedia Systems</a:t>
            </a:r>
            <a:endParaRPr lang="es-ES" sz="1200" b="1" kern="1200" dirty="0">
              <a:solidFill>
                <a:schemeClr val="tx1"/>
              </a:solidFill>
              <a:effectLst/>
              <a:latin typeface="Arial" charset="0"/>
              <a:ea typeface="+mn-ea"/>
              <a:cs typeface="+mn-cs"/>
            </a:endParaRPr>
          </a:p>
          <a:p>
            <a:pPr lvl="0"/>
            <a:r>
              <a:rPr lang="en-GB" sz="1200" b="1" kern="1200" dirty="0">
                <a:solidFill>
                  <a:schemeClr val="tx1"/>
                </a:solidFill>
                <a:effectLst/>
                <a:latin typeface="Arial" charset="0"/>
                <a:ea typeface="+mn-ea"/>
                <a:cs typeface="+mn-cs"/>
              </a:rPr>
              <a:t>“Audio System” controllable via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shows an audio system which communicates directly with KNX.</a:t>
            </a:r>
          </a:p>
          <a:p>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5:</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An audio system which can be controlled directly via KNX</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audio sources i.e. the CD player, tuner, music server or microphone are connected to the amplifier. This amplifier “strengthens” the analogue input signals so that they can be transmitted over longer distances without loss or disruption. The outputs of the amplifier are connected to the inputs of the audio actuator. This includes an integrated KNX bus coupler to enable control signals to be received and converted.</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possible that an audio amplifier is needed at the output of the actuator to achieve better quality of the signal at the input of the speakers.</a:t>
            </a:r>
            <a:endParaRPr lang="es-ES" sz="1200"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6</a:t>
            </a:fld>
            <a:endParaRPr lang="en-US"/>
          </a:p>
        </p:txBody>
      </p:sp>
    </p:spTree>
    <p:extLst>
      <p:ext uri="{BB962C8B-B14F-4D97-AF65-F5344CB8AC3E}">
        <p14:creationId xmlns:p14="http://schemas.microsoft.com/office/powerpoint/2010/main" val="1340132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As this audio actuator is a KNX device, it can be parameterised and programmed using ETS. Some of the available group objects are:</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6:</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List of the group objects</a:t>
            </a:r>
            <a:endParaRPr lang="es-ES" sz="1200" b="1"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7</a:t>
            </a:fld>
            <a:endParaRPr lang="en-US"/>
          </a:p>
        </p:txBody>
      </p:sp>
    </p:spTree>
    <p:extLst>
      <p:ext uri="{BB962C8B-B14F-4D97-AF65-F5344CB8AC3E}">
        <p14:creationId xmlns:p14="http://schemas.microsoft.com/office/powerpoint/2010/main" val="22362651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kern="1200" dirty="0">
                <a:solidFill>
                  <a:schemeClr val="tx1"/>
                </a:solidFill>
                <a:effectLst/>
                <a:latin typeface="Arial" charset="0"/>
                <a:ea typeface="+mn-ea"/>
                <a:cs typeface="+mn-cs"/>
              </a:rPr>
              <a:t>A common application for the end user is the use of a 4-fold push button to switch on the audio system and to select CD player 1 as the audio source. Moreover volume control of the speakers in this room could also be possible. The group addresses that are needed are those that control these elements: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7:</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List of the group addresses</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group objects of the audio actuator, but also the group objects of the 4-fold push button have to be linked to the corresponding group addresses, as shown in the image below. The speakers of the desired room are connected to ‘Channel 1’, so that all the indicated controls refer to ‘Channel 1’.</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8:</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Linking group objects with the group addresses</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GB"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With the above configuration, the end user can:</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switch the audio actuator on or off by using push buttons 1 and 2</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select audio source by using push buttons 3 and 4</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scroll the volume up or down by using push buttons 5 and 6</a:t>
            </a:r>
            <a:endParaRPr lang="es-ES" sz="1200" kern="1200" dirty="0">
              <a:solidFill>
                <a:schemeClr val="tx1"/>
              </a:solidFill>
              <a:effectLst/>
              <a:latin typeface="Arial" charset="0"/>
              <a:ea typeface="+mn-ea"/>
              <a:cs typeface="+mn-cs"/>
            </a:endParaRPr>
          </a:p>
          <a:p>
            <a:pPr marL="171450" lvl="0" indent="-171450">
              <a:buFont typeface="Arial" panose="020B0604020202020204" pitchFamily="34" charset="0"/>
              <a:buChar char="•"/>
            </a:pPr>
            <a:r>
              <a:rPr lang="en-GB" sz="1200" kern="1200" dirty="0">
                <a:solidFill>
                  <a:schemeClr val="tx1"/>
                </a:solidFill>
                <a:effectLst/>
                <a:latin typeface="Arial" charset="0"/>
                <a:ea typeface="+mn-ea"/>
                <a:cs typeface="+mn-cs"/>
              </a:rPr>
              <a:t>enable or disable the loudness effect by using push buttons 7 and 8</a:t>
            </a:r>
            <a:endParaRPr lang="es-ES"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8</a:t>
            </a:fld>
            <a:endParaRPr lang="en-US"/>
          </a:p>
        </p:txBody>
      </p:sp>
    </p:spTree>
    <p:extLst>
      <p:ext uri="{BB962C8B-B14F-4D97-AF65-F5344CB8AC3E}">
        <p14:creationId xmlns:p14="http://schemas.microsoft.com/office/powerpoint/2010/main" val="3742482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Basic Principles of Multimedia Systems</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Another common solution for controlling audio systems is represented in the diagram below. The audio system is linked via a KNX/IP interface with KNX.</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9:</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Audio system control via a KNX/IP gateway</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While in the previous solution the communication is realised directly from the audio actuator to the bus, this solution uses an indirect connection between KNX and the audio system using a KNX/IP interface. That means that the central unit is no longer a KNX addressable device but an IP network addressable device using TCP/IP for communication. Moreover, as an IP device the audio system can also be controlled by other multimedia devices with an IP interface, such as touch panels, computers or mobile devices.</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9</a:t>
            </a:fld>
            <a:endParaRPr lang="en-US"/>
          </a:p>
        </p:txBody>
      </p:sp>
    </p:spTree>
    <p:extLst>
      <p:ext uri="{BB962C8B-B14F-4D97-AF65-F5344CB8AC3E}">
        <p14:creationId xmlns:p14="http://schemas.microsoft.com/office/powerpoint/2010/main" val="685399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”Audio via IP” System controllable via KNX</a:t>
            </a:r>
            <a:r>
              <a:rPr lang="en-US" sz="1200" b="1" kern="1200" dirty="0">
                <a:solidFill>
                  <a:schemeClr val="tx1"/>
                </a:solidFill>
                <a:effectLst/>
                <a:latin typeface="Arial" charset="0"/>
                <a:ea typeface="+mn-ea"/>
                <a:cs typeface="+mn-cs"/>
              </a:rPr>
              <a:t> </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shows an “Audio via IP” system, which communicates with KNX via a special KNX to IP gateway and sends control signals.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10:</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An “Audio via IP system” controllable via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audio central unit consists of two segments. The first segment has analogue inputs, to which all audio sources are connected. The second segment consists of a network interface (TCP/IP) that also acts as an analogue-to-digital converter. Thus, the analogue signal from the audio sources is converted to digital and is transferred to the speakers via the IP network.</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speakers also contain a network interface, which converts the digital signal from the network to analogue in order to be reproduced at the speakers.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communication with KNX is implemented with a special KNX/IP interface. This interface is configured so that data is transmitted from KNX to the audio system and vice versa. That gateway is both a KNX addressable device as well as an IP network addressable device.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is important to mention that the term ‘multiroom audio controller’ is used by most of the KNX manufacturers producing devices for audio control, which are either equipped with a KNX BCU or a KNX/IP interface.</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10</a:t>
            </a:fld>
            <a:endParaRPr lang="en-US"/>
          </a:p>
        </p:txBody>
      </p:sp>
    </p:spTree>
    <p:extLst>
      <p:ext uri="{BB962C8B-B14F-4D97-AF65-F5344CB8AC3E}">
        <p14:creationId xmlns:p14="http://schemas.microsoft.com/office/powerpoint/2010/main" val="282048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2"/>
            <a:r>
              <a:rPr lang="en-GB" sz="1200" b="1" kern="1200" dirty="0">
                <a:solidFill>
                  <a:schemeClr val="tx1"/>
                </a:solidFill>
                <a:effectLst/>
                <a:latin typeface="Arial" charset="0"/>
                <a:ea typeface="+mn-ea"/>
                <a:cs typeface="+mn-cs"/>
              </a:rPr>
              <a:t>Intercom System directly controllable via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shows a door intercom system as a sub-category of intercom systems, which communicates directly with KNX.</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11:</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Door intercom system controllable via KNX</a:t>
            </a:r>
            <a:endParaRPr lang="es-ES" sz="1200" b="1"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Door intercom systems – apart from the voice communication function – usually have a number of command functions such as “Door unlocking”, “Switch on” or “Switch off” the luminaire in the immediate vicinity of the door.</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Through the integration of a door intercom system into the KNX world, the scope of the building functions is increased. Added value can be generated by using the existing KNX devices available such as actuators. For example, to activate the control of one or more switching channels with diverse lighting circuits, when the door bell has been pressed and the external brightness has fallen below a certain level. Functions can also be triggered to other systems or secondary reactions such as “arming” the alarm system.</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KNX can in turn extend the functionality by managing the sources of the door intercom system i.e. the input signals of the door station and the bolt contact to route them to the KNX and trigger the parameterised functions.  KNX can also record the details of a visit such as the date and time when the person rings on the door. An image or a short video including a soundtrack could for example be stored.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11</a:t>
            </a:fld>
            <a:endParaRPr lang="en-US"/>
          </a:p>
        </p:txBody>
      </p:sp>
    </p:spTree>
    <p:extLst>
      <p:ext uri="{BB962C8B-B14F-4D97-AF65-F5344CB8AC3E}">
        <p14:creationId xmlns:p14="http://schemas.microsoft.com/office/powerpoint/2010/main" val="35719422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dirty="0">
                <a:solidFill>
                  <a:schemeClr val="tx1"/>
                </a:solidFill>
                <a:effectLst/>
                <a:latin typeface="Arial" charset="0"/>
                <a:ea typeface="+mn-ea"/>
                <a:cs typeface="+mn-cs"/>
              </a:rPr>
              <a:t>“Audio and Video to Audio and Video” Intercom Systems controllable via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following example shows an “Audio and Video to Audio and Video” intercom system (door video phone system) which communicates directly with KNX. The functionality is the same as the ‘Audio to Audio’ intercom system, extended with video communication.</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12:</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A door intercom system with video telephone</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12</a:t>
            </a:fld>
            <a:endParaRPr lang="en-US"/>
          </a:p>
        </p:txBody>
      </p:sp>
    </p:spTree>
    <p:extLst>
      <p:ext uri="{BB962C8B-B14F-4D97-AF65-F5344CB8AC3E}">
        <p14:creationId xmlns:p14="http://schemas.microsoft.com/office/powerpoint/2010/main" val="1004249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dirty="0">
                <a:solidFill>
                  <a:schemeClr val="tx1"/>
                </a:solidFill>
                <a:effectLst/>
                <a:latin typeface="Arial" charset="0"/>
                <a:ea typeface="+mn-ea"/>
                <a:cs typeface="+mn-cs"/>
              </a:rPr>
              <a:t>Intercom system controllable via a KNX/IP interface</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further solution for controlling the intercom system is using an IP intercom controller. This is addressed via a KNX/IP interface to trigger or apply functions. Therefore, the intercom system is an IP addressable device and can be accessed by all the IP devices as it works like a computer as a device in the IP network.</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controllable system can be either an “Audio to Audio” or “Audio and Video to Audio and Video” intercom system, or even a combination of these systems.</a:t>
            </a:r>
            <a:endParaRPr lang="es-ES" sz="1200" kern="1200" dirty="0">
              <a:solidFill>
                <a:schemeClr val="tx1"/>
              </a:solidFill>
              <a:effectLst/>
              <a:latin typeface="Arial" charset="0"/>
              <a:ea typeface="+mn-ea"/>
              <a:cs typeface="+mn-cs"/>
            </a:endParaRPr>
          </a:p>
          <a:p>
            <a:r>
              <a:rPr lang="en-US"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de-DE"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13:</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Door intercom system controllable via a KNX/IP interface</a:t>
            </a:r>
            <a:endParaRPr lang="es-ES" sz="1200" b="1" kern="1200" dirty="0">
              <a:solidFill>
                <a:schemeClr val="tx1"/>
              </a:solidFill>
              <a:effectLst/>
              <a:latin typeface="Arial" charset="0"/>
              <a:ea typeface="+mn-ea"/>
              <a:cs typeface="+mn-cs"/>
            </a:endParaRPr>
          </a:p>
          <a:p>
            <a:endParaRPr lang="es-ES" sz="14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13</a:t>
            </a:fld>
            <a:endParaRPr lang="en-US"/>
          </a:p>
        </p:txBody>
      </p:sp>
    </p:spTree>
    <p:extLst>
      <p:ext uri="{BB962C8B-B14F-4D97-AF65-F5344CB8AC3E}">
        <p14:creationId xmlns:p14="http://schemas.microsoft.com/office/powerpoint/2010/main" val="29412682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x-none" sz="1200" b="1" kern="1200" dirty="0">
                <a:solidFill>
                  <a:schemeClr val="tx1"/>
                </a:solidFill>
                <a:effectLst/>
                <a:latin typeface="Arial" charset="0"/>
                <a:ea typeface="+mn-ea"/>
                <a:cs typeface="+mn-cs"/>
              </a:rPr>
              <a:t>”Intercom via IP” System controllable via KNX</a:t>
            </a:r>
            <a:endParaRPr lang="es-ES" sz="1200" b="1"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This example shows an IP intercom system, controllable via KNX. This is a fully digital solution which is offered by various manufacturers. The greatest advantage is that all the components have IP capability and can be accessed by all the devices in an existing network. It therefore does not require its own infrastructure such as cables etc. but can be based on an existing structure or extended.</a:t>
            </a:r>
            <a:endParaRPr lang="es-ES" sz="1200" kern="1200" dirty="0">
              <a:solidFill>
                <a:schemeClr val="tx1"/>
              </a:solidFill>
              <a:effectLst/>
              <a:latin typeface="Arial" charset="0"/>
              <a:ea typeface="+mn-ea"/>
              <a:cs typeface="+mn-cs"/>
            </a:endParaRPr>
          </a:p>
          <a:p>
            <a:r>
              <a:rPr lang="de-DE" sz="1200" kern="1200" dirty="0">
                <a:solidFill>
                  <a:schemeClr val="tx1"/>
                </a:solidFill>
                <a:effectLst/>
                <a:latin typeface="Arial" charset="0"/>
                <a:ea typeface="+mn-ea"/>
                <a:cs typeface="+mn-cs"/>
              </a:rPr>
              <a:t> </a:t>
            </a:r>
            <a:endParaRPr lang="es-ES" sz="1200" kern="1200" dirty="0">
              <a:solidFill>
                <a:schemeClr val="tx1"/>
              </a:solidFill>
              <a:effectLst/>
              <a:latin typeface="Arial" charset="0"/>
              <a:ea typeface="+mn-ea"/>
              <a:cs typeface="+mn-cs"/>
            </a:endParaRPr>
          </a:p>
          <a:p>
            <a:r>
              <a:rPr lang="en-GB" sz="1200" b="1" kern="1200" dirty="0">
                <a:solidFill>
                  <a:schemeClr val="tx1"/>
                </a:solidFill>
                <a:effectLst/>
                <a:latin typeface="Arial" charset="0"/>
                <a:ea typeface="+mn-ea"/>
                <a:cs typeface="+mn-cs"/>
              </a:rPr>
              <a:t>Figure 14:</a:t>
            </a:r>
            <a:r>
              <a:rPr lang="en-GB" sz="1200" b="0" kern="1200" dirty="0">
                <a:solidFill>
                  <a:schemeClr val="tx1"/>
                </a:solidFill>
                <a:effectLst/>
                <a:latin typeface="Arial" charset="0"/>
                <a:ea typeface="+mn-ea"/>
                <a:cs typeface="+mn-cs"/>
              </a:rPr>
              <a:t> </a:t>
            </a:r>
            <a:r>
              <a:rPr lang="en-GB" sz="1200" b="1" kern="1200" dirty="0">
                <a:solidFill>
                  <a:schemeClr val="tx1"/>
                </a:solidFill>
                <a:effectLst/>
                <a:latin typeface="Arial" charset="0"/>
                <a:ea typeface="+mn-ea"/>
                <a:cs typeface="+mn-cs"/>
              </a:rPr>
              <a:t>“Door intercom via IP” system controllable via a KNX/IP interface</a:t>
            </a:r>
            <a:endParaRPr lang="es-ES" sz="1200" b="1" kern="1200" dirty="0">
              <a:solidFill>
                <a:schemeClr val="tx1"/>
              </a:solidFill>
              <a:effectLst/>
              <a:latin typeface="Arial" charset="0"/>
              <a:ea typeface="+mn-ea"/>
              <a:cs typeface="+mn-cs"/>
            </a:endParaRPr>
          </a:p>
          <a:p>
            <a:br>
              <a:rPr lang="en-GB" sz="1200" kern="1200" dirty="0">
                <a:solidFill>
                  <a:schemeClr val="tx1"/>
                </a:solidFill>
                <a:effectLst/>
                <a:latin typeface="Arial" charset="0"/>
                <a:ea typeface="+mn-ea"/>
                <a:cs typeface="+mn-cs"/>
              </a:rPr>
            </a:br>
            <a:endParaRPr lang="es-ES" sz="16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14</a:t>
            </a:fld>
            <a:endParaRPr lang="en-US"/>
          </a:p>
        </p:txBody>
      </p:sp>
    </p:spTree>
    <p:extLst>
      <p:ext uri="{BB962C8B-B14F-4D97-AF65-F5344CB8AC3E}">
        <p14:creationId xmlns:p14="http://schemas.microsoft.com/office/powerpoint/2010/main" val="4833882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sz="1200" b="1" kern="1200" noProof="0">
                <a:solidFill>
                  <a:schemeClr val="tx1"/>
                </a:solidFill>
                <a:effectLst/>
                <a:latin typeface="Arial" charset="0"/>
                <a:ea typeface="+mn-ea"/>
                <a:cs typeface="+mn-cs"/>
              </a:rPr>
              <a:t>Multirooming</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The term multiroom or </a:t>
            </a:r>
            <a:r>
              <a:rPr lang="en-GB" sz="1200" kern="1200" dirty="0" err="1">
                <a:solidFill>
                  <a:schemeClr val="tx1"/>
                </a:solidFill>
                <a:effectLst/>
                <a:latin typeface="Arial" charset="0"/>
                <a:ea typeface="+mn-ea"/>
                <a:cs typeface="+mn-cs"/>
              </a:rPr>
              <a:t>multirooming</a:t>
            </a:r>
            <a:r>
              <a:rPr lang="en-GB" sz="1200" kern="1200" dirty="0">
                <a:solidFill>
                  <a:schemeClr val="tx1"/>
                </a:solidFill>
                <a:effectLst/>
                <a:latin typeface="Arial" charset="0"/>
                <a:ea typeface="+mn-ea"/>
                <a:cs typeface="+mn-cs"/>
              </a:rPr>
              <a:t> refers to the possibility of hearing and controlling music in each room of the apartment or house. The user is therefore not only limited to audio but there are also systems available for video transmission.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A multiroom system distributes a certain number of sources in the individual multiroom zones. The zones are defined areas in which the source is reproduced. Zones can extend over individual rooms or over several rooms. In this context, the sources used can be classic playback devices such as a radio or CD player. Streaming services, internet radio and NAS storage can however also be used. A prerequisite for this is an appropriate playback device.</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It should be possible for the user to integrate this system into the system as a whole and the control should be uncomplicated. The residential or commercial environment should be analysed precisely and a cable-based or radio-based system selected depending on the environment. </a:t>
            </a:r>
            <a:endParaRPr lang="es-ES" sz="1200" kern="1200" dirty="0">
              <a:solidFill>
                <a:schemeClr val="tx1"/>
              </a:solidFill>
              <a:effectLst/>
              <a:latin typeface="Arial" charset="0"/>
              <a:ea typeface="+mn-ea"/>
              <a:cs typeface="+mn-cs"/>
            </a:endParaRPr>
          </a:p>
          <a:p>
            <a:r>
              <a:rPr lang="en-GB" sz="1200" kern="1200" dirty="0">
                <a:solidFill>
                  <a:schemeClr val="tx1"/>
                </a:solidFill>
                <a:effectLst/>
                <a:latin typeface="Arial" charset="0"/>
                <a:ea typeface="+mn-ea"/>
                <a:cs typeface="+mn-cs"/>
              </a:rPr>
              <a:t>KNX manufacturers count on established hi-fi manufacturers for </a:t>
            </a:r>
            <a:r>
              <a:rPr lang="en-GB" sz="1200" kern="1200" dirty="0" err="1">
                <a:solidFill>
                  <a:schemeClr val="tx1"/>
                </a:solidFill>
                <a:effectLst/>
                <a:latin typeface="Arial" charset="0"/>
                <a:ea typeface="+mn-ea"/>
                <a:cs typeface="+mn-cs"/>
              </a:rPr>
              <a:t>multirooming</a:t>
            </a:r>
            <a:r>
              <a:rPr lang="en-GB" sz="1200" kern="1200" dirty="0">
                <a:solidFill>
                  <a:schemeClr val="tx1"/>
                </a:solidFill>
                <a:effectLst/>
                <a:latin typeface="Arial" charset="0"/>
                <a:ea typeface="+mn-ea"/>
                <a:cs typeface="+mn-cs"/>
              </a:rPr>
              <a:t> and have corresponding cooperative partnerships. The control can be implemented via KNX sensors and the KNX signals are routed through a gateway to the systems of the hi-fi manufacturers.</a:t>
            </a:r>
          </a:p>
          <a:p>
            <a:endParaRPr lang="en-GB" sz="1200" kern="1200" dirty="0">
              <a:solidFill>
                <a:schemeClr val="tx1"/>
              </a:solidFill>
              <a:effectLst/>
              <a:latin typeface="Arial" charset="0"/>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GB" sz="1200" b="1" kern="1200" dirty="0">
                <a:solidFill>
                  <a:schemeClr val="tx1"/>
                </a:solidFill>
                <a:effectLst/>
                <a:latin typeface="Arial" charset="0"/>
                <a:ea typeface="+mn-ea"/>
                <a:cs typeface="+mn-cs"/>
              </a:rPr>
              <a:t>Figure 15: </a:t>
            </a:r>
            <a:r>
              <a:rPr lang="en-GB" sz="1200" b="1" kern="1200" dirty="0" err="1">
                <a:solidFill>
                  <a:schemeClr val="tx1"/>
                </a:solidFill>
                <a:effectLst/>
                <a:latin typeface="Arial" charset="0"/>
                <a:ea typeface="+mn-ea"/>
                <a:cs typeface="+mn-cs"/>
              </a:rPr>
              <a:t>Multirooming</a:t>
            </a:r>
            <a:r>
              <a:rPr lang="en-GB" sz="1200" b="1" kern="1200" dirty="0">
                <a:solidFill>
                  <a:schemeClr val="tx1"/>
                </a:solidFill>
                <a:effectLst/>
                <a:latin typeface="Arial" charset="0"/>
                <a:ea typeface="+mn-ea"/>
                <a:cs typeface="+mn-cs"/>
              </a:rPr>
              <a:t> system controllable via KNX</a:t>
            </a:r>
            <a:endParaRPr lang="es-ES" sz="1200" b="1" kern="1200" dirty="0">
              <a:solidFill>
                <a:schemeClr val="tx1"/>
              </a:solidFill>
              <a:effectLst/>
              <a:latin typeface="Arial" charset="0"/>
              <a:ea typeface="+mn-ea"/>
              <a:cs typeface="+mn-cs"/>
            </a:endParaRPr>
          </a:p>
          <a:p>
            <a:endParaRPr lang="es-ES" sz="1200" kern="1200" dirty="0">
              <a:solidFill>
                <a:schemeClr val="tx1"/>
              </a:solidFill>
              <a:effectLst/>
              <a:latin typeface="Arial" charset="0"/>
              <a:ea typeface="+mn-ea"/>
              <a:cs typeface="+mn-cs"/>
            </a:endParaRPr>
          </a:p>
        </p:txBody>
      </p:sp>
      <p:sp>
        <p:nvSpPr>
          <p:cNvPr id="4" name="Slide Number Placeholder 3"/>
          <p:cNvSpPr>
            <a:spLocks noGrp="1"/>
          </p:cNvSpPr>
          <p:nvPr>
            <p:ph type="sldNum" sz="quarter" idx="10"/>
          </p:nvPr>
        </p:nvSpPr>
        <p:spPr/>
        <p:txBody>
          <a:bodyPr/>
          <a:lstStyle/>
          <a:p>
            <a:pPr>
              <a:defRPr/>
            </a:pPr>
            <a:fld id="{F974181A-B52E-4AEA-801A-5F0AC153D341}" type="slidenum">
              <a:rPr lang="en-US" smtClean="0"/>
              <a:pPr>
                <a:defRPr/>
              </a:pPr>
              <a:t>15</a:t>
            </a:fld>
            <a:endParaRPr lang="en-US"/>
          </a:p>
        </p:txBody>
      </p:sp>
    </p:spTree>
    <p:extLst>
      <p:ext uri="{BB962C8B-B14F-4D97-AF65-F5344CB8AC3E}">
        <p14:creationId xmlns:p14="http://schemas.microsoft.com/office/powerpoint/2010/main" val="3327619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EVEL 1">
    <p:spTree>
      <p:nvGrpSpPr>
        <p:cNvPr id="1" name=""/>
        <p:cNvGrpSpPr/>
        <p:nvPr/>
      </p:nvGrpSpPr>
      <p:grpSpPr>
        <a:xfrm>
          <a:off x="0" y="0"/>
          <a:ext cx="0" cy="0"/>
          <a:chOff x="0" y="0"/>
          <a:chExt cx="0" cy="0"/>
        </a:xfrm>
      </p:grpSpPr>
      <p:pic>
        <p:nvPicPr>
          <p:cNvPr id="6" name="Picture 7"/>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7663" y="4630738"/>
            <a:ext cx="3443287" cy="1735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hasCustomPrompt="1"/>
          </p:nvPr>
        </p:nvSpPr>
        <p:spPr>
          <a:xfrm>
            <a:off x="447675" y="2122715"/>
            <a:ext cx="6890657" cy="996042"/>
          </a:xfrm>
        </p:spPr>
        <p:txBody>
          <a:bodyPr/>
          <a:lstStyle>
            <a:lvl1pPr algn="l">
              <a:defRPr sz="2800" baseline="0">
                <a:latin typeface="Gotham Medium"/>
              </a:defRPr>
            </a:lvl1pPr>
          </a:lstStyle>
          <a:p>
            <a:r>
              <a:rPr lang="en-US" dirty="0"/>
              <a:t>&lt;&lt;Main Title&gt;&gt;</a:t>
            </a:r>
          </a:p>
        </p:txBody>
      </p:sp>
      <p:sp>
        <p:nvSpPr>
          <p:cNvPr id="3" name="Subtitle 2"/>
          <p:cNvSpPr>
            <a:spLocks noGrp="1"/>
          </p:cNvSpPr>
          <p:nvPr>
            <p:ph type="subTitle" idx="1" hasCustomPrompt="1"/>
          </p:nvPr>
        </p:nvSpPr>
        <p:spPr>
          <a:xfrm>
            <a:off x="447675" y="3393054"/>
            <a:ext cx="4343400" cy="481693"/>
          </a:xfrm>
        </p:spPr>
        <p:txBody>
          <a:bodyPr/>
          <a:lstStyle>
            <a:lvl1pPr marL="0" indent="0" algn="l">
              <a:buNone/>
              <a:defRPr sz="200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24890937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LEVEL 2">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2" name="Content Placeholder 2"/>
          <p:cNvSpPr>
            <a:spLocks noGrp="1"/>
          </p:cNvSpPr>
          <p:nvPr>
            <p:ph idx="1"/>
          </p:nvPr>
        </p:nvSpPr>
        <p:spPr>
          <a:xfrm>
            <a:off x="457200" y="1911010"/>
            <a:ext cx="8229600" cy="4089740"/>
          </a:xfrm>
        </p:spPr>
        <p:txBody>
          <a:bodyPr/>
          <a:lstStyle>
            <a:lvl1pPr>
              <a:defRPr sz="2000">
                <a:latin typeface="Gotham Light"/>
              </a:defRPr>
            </a:lvl1pPr>
            <a:lvl2pPr>
              <a:defRPr sz="1800">
                <a:latin typeface="Gotham Light"/>
              </a:defRPr>
            </a:lvl2pPr>
            <a:lvl3pPr>
              <a:defRPr sz="1500">
                <a:latin typeface="Gotham Light"/>
              </a:defRPr>
            </a:lvl3pPr>
            <a:lvl4pPr>
              <a:defRPr sz="1500">
                <a:latin typeface="Gotham Light"/>
              </a:defRPr>
            </a:lvl4pPr>
            <a:lvl5pPr>
              <a:defRPr sz="1500">
                <a:latin typeface="Gotham Ligh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8586354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LEVEL 3">
    <p:spTree>
      <p:nvGrpSpPr>
        <p:cNvPr id="1" name=""/>
        <p:cNvGrpSpPr/>
        <p:nvPr/>
      </p:nvGrpSpPr>
      <p:grpSpPr>
        <a:xfrm>
          <a:off x="0" y="0"/>
          <a:ext cx="0" cy="0"/>
          <a:chOff x="0" y="0"/>
          <a:chExt cx="0" cy="0"/>
        </a:xfrm>
      </p:grpSpPr>
      <p:sp>
        <p:nvSpPr>
          <p:cNvPr id="5"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6"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7"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11"/>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9" name="Title 1"/>
          <p:cNvSpPr txBox="1">
            <a:spLocks/>
          </p:cNvSpPr>
          <p:nvPr/>
        </p:nvSpPr>
        <p:spPr bwMode="auto">
          <a:xfrm>
            <a:off x="690563" y="3148013"/>
            <a:ext cx="6889750" cy="66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342900" indent="-342900" algn="l" defTabSz="457200" rtl="0" eaLnBrk="0" fontAlgn="base" hangingPunct="0">
              <a:spcBef>
                <a:spcPct val="0"/>
              </a:spcBef>
              <a:spcAft>
                <a:spcPct val="0"/>
              </a:spcAft>
              <a:buFont typeface="Wingdings" panose="05000000000000000000" pitchFamily="2" charset="2"/>
              <a:buChar char="§"/>
              <a:defRPr sz="2500" kern="1200">
                <a:solidFill>
                  <a:schemeClr val="tx1"/>
                </a:solidFill>
                <a:latin typeface="Gotham Medium"/>
                <a:ea typeface="MS PGothic" panose="020B0600070205080204" pitchFamily="34" charset="-128"/>
                <a:cs typeface="MS PGothic" charset="0"/>
              </a:defRPr>
            </a:lvl1pPr>
            <a:lvl2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0" fontAlgn="base" hangingPunct="0">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fontAlgn="base">
              <a:spcBef>
                <a:spcPct val="0"/>
              </a:spcBef>
              <a:spcAft>
                <a:spcPct val="0"/>
              </a:spcAft>
              <a:defRPr sz="4400">
                <a:solidFill>
                  <a:schemeClr val="tx1"/>
                </a:solidFill>
                <a:latin typeface="Calibri" panose="020F0502020204030204" pitchFamily="34" charset="0"/>
                <a:ea typeface="MS PGothic" panose="020B0600070205080204" pitchFamily="34" charset="-128"/>
              </a:defRPr>
            </a:lvl9pPr>
          </a:lstStyle>
          <a:p>
            <a:pPr>
              <a:defRPr/>
            </a:pPr>
            <a:r>
              <a:rPr lang="es-ES_tradnl" dirty="0" err="1"/>
              <a:t>Title</a:t>
            </a:r>
            <a:r>
              <a:rPr lang="es-ES_tradnl" dirty="0"/>
              <a:t> 2 </a:t>
            </a:r>
            <a:r>
              <a:rPr lang="en-US" dirty="0"/>
              <a:t>&lt;&lt;e.g. agenda point&gt;&gt;</a:t>
            </a:r>
          </a:p>
        </p:txBody>
      </p:sp>
      <p:sp>
        <p:nvSpPr>
          <p:cNvPr id="10" name="Subtitle 2"/>
          <p:cNvSpPr txBox="1">
            <a:spLocks/>
          </p:cNvSpPr>
          <p:nvPr/>
        </p:nvSpPr>
        <p:spPr bwMode="auto">
          <a:xfrm>
            <a:off x="936625" y="3867150"/>
            <a:ext cx="434340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0" indent="0" algn="l" defTabSz="457200" rtl="0" eaLnBrk="0" fontAlgn="base" hangingPunct="0">
              <a:spcBef>
                <a:spcPct val="20000"/>
              </a:spcBef>
              <a:spcAft>
                <a:spcPct val="0"/>
              </a:spcAft>
              <a:buFont typeface="Arial" panose="020B0604020202020204" pitchFamily="34" charset="0"/>
              <a:buNone/>
              <a:defRPr sz="1500" kern="1200">
                <a:solidFill>
                  <a:schemeClr val="tx1"/>
                </a:solidFill>
                <a:latin typeface="Gotham Light"/>
                <a:ea typeface="MS PGothic" panose="020B0600070205080204" pitchFamily="34" charset="-128"/>
                <a:cs typeface="MS PGothic" charset="0"/>
              </a:defRPr>
            </a:lvl1pPr>
            <a:lvl2pPr marL="457200" indent="0" algn="ctr" defTabSz="457200" rtl="0" eaLnBrk="0" fontAlgn="base" hangingPunct="0">
              <a:spcBef>
                <a:spcPct val="20000"/>
              </a:spcBef>
              <a:spcAft>
                <a:spcPct val="0"/>
              </a:spcAft>
              <a:buFont typeface="Arial" panose="020B0604020202020204" pitchFamily="34" charset="0"/>
              <a:buNone/>
              <a:defRPr sz="2800" kern="1200">
                <a:solidFill>
                  <a:schemeClr val="tx1">
                    <a:tint val="75000"/>
                  </a:schemeClr>
                </a:solidFill>
                <a:latin typeface="+mn-lt"/>
                <a:ea typeface="MS PGothic" panose="020B0600070205080204" pitchFamily="34" charset="-128"/>
                <a:cs typeface="MS PGothic" charset="0"/>
              </a:defRPr>
            </a:lvl2pPr>
            <a:lvl3pPr marL="914400" indent="0" algn="ctr" defTabSz="457200" rtl="0" eaLnBrk="0" fontAlgn="base" hangingPunct="0">
              <a:spcBef>
                <a:spcPct val="20000"/>
              </a:spcBef>
              <a:spcAft>
                <a:spcPct val="0"/>
              </a:spcAft>
              <a:buFont typeface="Arial" panose="020B0604020202020204" pitchFamily="34" charset="0"/>
              <a:buNone/>
              <a:defRPr sz="2400" kern="1200">
                <a:solidFill>
                  <a:schemeClr val="tx1">
                    <a:tint val="75000"/>
                  </a:schemeClr>
                </a:solidFill>
                <a:latin typeface="+mn-lt"/>
                <a:ea typeface="MS PGothic" panose="020B0600070205080204" pitchFamily="34" charset="-128"/>
                <a:cs typeface="MS PGothic" charset="0"/>
              </a:defRPr>
            </a:lvl3pPr>
            <a:lvl4pPr marL="13716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4pPr>
            <a:lvl5pPr marL="1828800" indent="0" algn="ctr" defTabSz="457200" rtl="0" eaLnBrk="0" fontAlgn="base" hangingPunct="0">
              <a:spcBef>
                <a:spcPct val="20000"/>
              </a:spcBef>
              <a:spcAft>
                <a:spcPct val="0"/>
              </a:spcAft>
              <a:buFont typeface="Arial" panose="020B0604020202020204" pitchFamily="34" charset="0"/>
              <a:buNone/>
              <a:defRPr sz="2000" kern="1200">
                <a:solidFill>
                  <a:schemeClr val="tx1">
                    <a:tint val="75000"/>
                  </a:schemeClr>
                </a:solidFill>
                <a:latin typeface="+mn-lt"/>
                <a:ea typeface="MS PGothic" panose="020B0600070205080204" pitchFamily="34" charset="-128"/>
                <a:cs typeface="MS PGothic" charset="0"/>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r>
              <a:rPr lang="en-US" dirty="0"/>
              <a:t>&lt;&lt;subtitle&gt;&gt;</a:t>
            </a:r>
          </a:p>
        </p:txBody>
      </p:sp>
      <p:sp>
        <p:nvSpPr>
          <p:cNvPr id="16" name="Title 1"/>
          <p:cNvSpPr>
            <a:spLocks noGrp="1"/>
          </p:cNvSpPr>
          <p:nvPr>
            <p:ph type="ctrTitle" hasCustomPrompt="1"/>
          </p:nvPr>
        </p:nvSpPr>
        <p:spPr>
          <a:xfrm>
            <a:off x="690108" y="1449155"/>
            <a:ext cx="6890657" cy="719476"/>
          </a:xfrm>
        </p:spPr>
        <p:txBody>
          <a:bodyPr/>
          <a:lstStyle>
            <a:lvl1pPr marL="342900" indent="-342900" algn="l">
              <a:buFont typeface="Wingdings" panose="05000000000000000000" pitchFamily="2" charset="2"/>
              <a:buChar char="§"/>
              <a:defRPr sz="2500">
                <a:latin typeface="Gotham Medium"/>
              </a:defRPr>
            </a:lvl1pPr>
          </a:lstStyle>
          <a:p>
            <a:r>
              <a:rPr lang="en-US" dirty="0"/>
              <a:t>Title 1 &lt;&lt;e.g. agenda point&gt;&gt;</a:t>
            </a:r>
          </a:p>
        </p:txBody>
      </p:sp>
      <p:sp>
        <p:nvSpPr>
          <p:cNvPr id="17" name="Subtitle 2"/>
          <p:cNvSpPr>
            <a:spLocks noGrp="1"/>
          </p:cNvSpPr>
          <p:nvPr>
            <p:ph type="subTitle" idx="1" hasCustomPrompt="1"/>
          </p:nvPr>
        </p:nvSpPr>
        <p:spPr>
          <a:xfrm>
            <a:off x="936625" y="2168631"/>
            <a:ext cx="4343400" cy="481693"/>
          </a:xfrm>
        </p:spPr>
        <p:txBody>
          <a:bodyPr/>
          <a:lstStyle>
            <a:lvl1pPr marL="0" indent="0" algn="l">
              <a:buNone/>
              <a:defRPr sz="1500" baseline="0">
                <a:solidFill>
                  <a:schemeClr val="tx1"/>
                </a:solidFill>
                <a:latin typeface="Gotham Ligh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&lt;&lt;subtitle&gt;&gt;</a:t>
            </a:r>
          </a:p>
        </p:txBody>
      </p:sp>
    </p:spTree>
    <p:extLst>
      <p:ext uri="{BB962C8B-B14F-4D97-AF65-F5344CB8AC3E}">
        <p14:creationId xmlns:p14="http://schemas.microsoft.com/office/powerpoint/2010/main" val="1134689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1 PICTURE">
    <p:spTree>
      <p:nvGrpSpPr>
        <p:cNvPr id="1" name=""/>
        <p:cNvGrpSpPr/>
        <p:nvPr/>
      </p:nvGrpSpPr>
      <p:grpSpPr>
        <a:xfrm>
          <a:off x="0" y="0"/>
          <a:ext cx="0" cy="0"/>
          <a:chOff x="0" y="0"/>
          <a:chExt cx="0" cy="0"/>
        </a:xfrm>
      </p:grpSpPr>
      <p:cxnSp>
        <p:nvCxnSpPr>
          <p:cNvPr id="6"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8"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10"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 of slide&gt;&gt;</a:t>
            </a:r>
          </a:p>
        </p:txBody>
      </p:sp>
      <p:sp>
        <p:nvSpPr>
          <p:cNvPr id="16" name="Text Placeholder 15"/>
          <p:cNvSpPr>
            <a:spLocks noGrp="1"/>
          </p:cNvSpPr>
          <p:nvPr>
            <p:ph type="body" sz="quarter" idx="11" hasCustomPrompt="1"/>
          </p:nvPr>
        </p:nvSpPr>
        <p:spPr>
          <a:xfrm>
            <a:off x="784452" y="2376262"/>
            <a:ext cx="3668485" cy="644751"/>
          </a:xfrm>
        </p:spPr>
        <p:txBody>
          <a:bodyPr/>
          <a:lstStyle>
            <a:lvl1pPr algn="l" defTabSz="457200" rtl="0" eaLnBrk="1" fontAlgn="base" hangingPunct="1">
              <a:spcBef>
                <a:spcPct val="0"/>
              </a:spcBef>
              <a:spcAft>
                <a:spcPct val="0"/>
              </a:spcAft>
              <a:defRPr lang="en-US" sz="2800" kern="1200" dirty="0">
                <a:solidFill>
                  <a:srgbClr val="404040"/>
                </a:solidFill>
                <a:latin typeface="Gotham Medium" charset="0"/>
                <a:ea typeface="MS PGothic" panose="020B0600070205080204" pitchFamily="34" charset="-128"/>
                <a:cs typeface="+mn-cs"/>
              </a:defRPr>
            </a:lvl1pPr>
          </a:lstStyle>
          <a:p>
            <a:pPr lvl="0"/>
            <a:r>
              <a:rPr lang="en-US" dirty="0"/>
              <a:t>&lt;&lt;Headline&gt;&gt;</a:t>
            </a:r>
          </a:p>
        </p:txBody>
      </p:sp>
      <p:sp>
        <p:nvSpPr>
          <p:cNvPr id="18" name="Text Placeholder 17"/>
          <p:cNvSpPr>
            <a:spLocks noGrp="1"/>
          </p:cNvSpPr>
          <p:nvPr>
            <p:ph type="body" sz="quarter" idx="12" hasCustomPrompt="1"/>
          </p:nvPr>
        </p:nvSpPr>
        <p:spPr>
          <a:xfrm>
            <a:off x="1159693" y="3298825"/>
            <a:ext cx="3293244" cy="1330325"/>
          </a:xfrm>
        </p:spPr>
        <p:txBody>
          <a:bodyPr/>
          <a:lstStyle>
            <a:lvl1pPr marL="0" indent="0">
              <a:buNone/>
              <a:defRPr lang="en-US" sz="15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4452938" y="1927225"/>
            <a:ext cx="4691062" cy="3135313"/>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1042906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3 PICTURES">
    <p:spTree>
      <p:nvGrpSpPr>
        <p:cNvPr id="1" name=""/>
        <p:cNvGrpSpPr/>
        <p:nvPr/>
      </p:nvGrpSpPr>
      <p:grpSpPr>
        <a:xfrm>
          <a:off x="0" y="0"/>
          <a:ext cx="0" cy="0"/>
          <a:chOff x="0" y="0"/>
          <a:chExt cx="0" cy="0"/>
        </a:xfrm>
      </p:grpSpPr>
      <p:cxnSp>
        <p:nvCxnSpPr>
          <p:cNvPr id="12" name="Conector recto 20"/>
          <p:cNvCxnSpPr/>
          <p:nvPr/>
        </p:nvCxnSpPr>
        <p:spPr>
          <a:xfrm>
            <a:off x="0" y="1473200"/>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25"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26"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 name="TextBox 26"/>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a:t>Edit Master text styles</a:t>
            </a:r>
          </a:p>
        </p:txBody>
      </p:sp>
      <p:sp>
        <p:nvSpPr>
          <p:cNvPr id="16" name="Text Placeholder 15"/>
          <p:cNvSpPr>
            <a:spLocks noGrp="1"/>
          </p:cNvSpPr>
          <p:nvPr>
            <p:ph type="body" sz="quarter" idx="11" hasCustomPrompt="1"/>
          </p:nvPr>
        </p:nvSpPr>
        <p:spPr>
          <a:xfrm>
            <a:off x="482600" y="1915316"/>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8" name="Text Placeholder 17"/>
          <p:cNvSpPr>
            <a:spLocks noGrp="1"/>
          </p:cNvSpPr>
          <p:nvPr>
            <p:ph type="body" sz="quarter" idx="12" hasCustomPrompt="1"/>
          </p:nvPr>
        </p:nvSpPr>
        <p:spPr>
          <a:xfrm>
            <a:off x="2563950" y="1761443"/>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1" name="Picture Placeholder 20"/>
          <p:cNvSpPr>
            <a:spLocks noGrp="1"/>
          </p:cNvSpPr>
          <p:nvPr>
            <p:ph type="pic" sz="quarter" idx="13"/>
          </p:nvPr>
        </p:nvSpPr>
        <p:spPr>
          <a:xfrm>
            <a:off x="6389688" y="1501099"/>
            <a:ext cx="2754312" cy="1402440"/>
          </a:xfrm>
        </p:spPr>
        <p:txBody>
          <a:bodyPr/>
          <a:lstStyle/>
          <a:p>
            <a:pPr lvl="0"/>
            <a:r>
              <a:rPr lang="en-US" noProof="0"/>
              <a:t>Click icon to add picture</a:t>
            </a:r>
            <a:endParaRPr lang="en-US" noProof="0" dirty="0"/>
          </a:p>
        </p:txBody>
      </p:sp>
      <p:sp>
        <p:nvSpPr>
          <p:cNvPr id="15" name="Text Placeholder 15"/>
          <p:cNvSpPr>
            <a:spLocks noGrp="1"/>
          </p:cNvSpPr>
          <p:nvPr>
            <p:ph type="body" sz="quarter" idx="14" hasCustomPrompt="1"/>
          </p:nvPr>
        </p:nvSpPr>
        <p:spPr>
          <a:xfrm>
            <a:off x="496212" y="358627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17" name="Text Placeholder 17"/>
          <p:cNvSpPr>
            <a:spLocks noGrp="1"/>
          </p:cNvSpPr>
          <p:nvPr>
            <p:ph type="body" sz="quarter" idx="15" hasCustomPrompt="1"/>
          </p:nvPr>
        </p:nvSpPr>
        <p:spPr>
          <a:xfrm>
            <a:off x="2577562" y="343240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19" name="Picture Placeholder 20"/>
          <p:cNvSpPr>
            <a:spLocks noGrp="1"/>
          </p:cNvSpPr>
          <p:nvPr>
            <p:ph type="pic" sz="quarter" idx="16"/>
          </p:nvPr>
        </p:nvSpPr>
        <p:spPr>
          <a:xfrm>
            <a:off x="6403300" y="3172060"/>
            <a:ext cx="2754312" cy="1402440"/>
          </a:xfrm>
        </p:spPr>
        <p:txBody>
          <a:bodyPr/>
          <a:lstStyle/>
          <a:p>
            <a:pPr lvl="0"/>
            <a:r>
              <a:rPr lang="en-US" noProof="0"/>
              <a:t>Click icon to add picture</a:t>
            </a:r>
            <a:endParaRPr lang="en-US" noProof="0" dirty="0"/>
          </a:p>
        </p:txBody>
      </p:sp>
      <p:sp>
        <p:nvSpPr>
          <p:cNvPr id="20" name="Text Placeholder 15"/>
          <p:cNvSpPr>
            <a:spLocks noGrp="1"/>
          </p:cNvSpPr>
          <p:nvPr>
            <p:ph type="body" sz="quarter" idx="17" hasCustomPrompt="1"/>
          </p:nvPr>
        </p:nvSpPr>
        <p:spPr>
          <a:xfrm>
            <a:off x="501653" y="5281727"/>
            <a:ext cx="1811564" cy="574371"/>
          </a:xfrm>
        </p:spPr>
        <p:txBody>
          <a:bodyPr/>
          <a:lstStyle>
            <a:lvl1pPr algn="l" defTabSz="457200" rtl="0" eaLnBrk="1" fontAlgn="base" hangingPunct="1">
              <a:spcBef>
                <a:spcPct val="0"/>
              </a:spcBef>
              <a:spcAft>
                <a:spcPct val="0"/>
              </a:spcAft>
              <a:defRPr lang="en-US" sz="1400" kern="1200" dirty="0">
                <a:solidFill>
                  <a:srgbClr val="404040"/>
                </a:solidFill>
                <a:latin typeface="Gotham Medium" charset="0"/>
                <a:ea typeface="MS PGothic" panose="020B0600070205080204" pitchFamily="34" charset="-128"/>
                <a:cs typeface="+mn-cs"/>
              </a:defRPr>
            </a:lvl1pPr>
          </a:lstStyle>
          <a:p>
            <a:pPr lvl="0"/>
            <a:r>
              <a:rPr lang="en-US" dirty="0"/>
              <a:t>&lt;&lt;Title&gt;&gt;</a:t>
            </a:r>
          </a:p>
        </p:txBody>
      </p:sp>
      <p:sp>
        <p:nvSpPr>
          <p:cNvPr id="22" name="Text Placeholder 17"/>
          <p:cNvSpPr>
            <a:spLocks noGrp="1"/>
          </p:cNvSpPr>
          <p:nvPr>
            <p:ph type="body" sz="quarter" idx="18" hasCustomPrompt="1"/>
          </p:nvPr>
        </p:nvSpPr>
        <p:spPr>
          <a:xfrm>
            <a:off x="2583003" y="5127854"/>
            <a:ext cx="3293244" cy="932772"/>
          </a:xfrm>
        </p:spPr>
        <p:txBody>
          <a:bodyPr/>
          <a:lstStyle>
            <a:lvl1pPr marL="0" indent="0">
              <a:buNone/>
              <a:defRPr lang="en-US" sz="12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
        <p:nvSpPr>
          <p:cNvPr id="23" name="Picture Placeholder 20"/>
          <p:cNvSpPr>
            <a:spLocks noGrp="1"/>
          </p:cNvSpPr>
          <p:nvPr>
            <p:ph type="pic" sz="quarter" idx="19"/>
          </p:nvPr>
        </p:nvSpPr>
        <p:spPr>
          <a:xfrm>
            <a:off x="6408741" y="4867510"/>
            <a:ext cx="2754312" cy="1402440"/>
          </a:xfrm>
        </p:spPr>
        <p:txBody>
          <a:bodyPr/>
          <a:lstStyle/>
          <a:p>
            <a:pPr lvl="0"/>
            <a:r>
              <a:rPr lang="en-US" noProof="0"/>
              <a:t>Click icon to add picture</a:t>
            </a:r>
            <a:endParaRPr lang="en-US" noProof="0" dirty="0"/>
          </a:p>
        </p:txBody>
      </p:sp>
    </p:spTree>
    <p:extLst>
      <p:ext uri="{BB962C8B-B14F-4D97-AF65-F5344CB8AC3E}">
        <p14:creationId xmlns:p14="http://schemas.microsoft.com/office/powerpoint/2010/main" val="667713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LARGE PICTURE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21" name="Picture Placeholder 20"/>
          <p:cNvSpPr>
            <a:spLocks noGrp="1"/>
          </p:cNvSpPr>
          <p:nvPr>
            <p:ph type="pic" sz="quarter" idx="13"/>
          </p:nvPr>
        </p:nvSpPr>
        <p:spPr>
          <a:xfrm>
            <a:off x="339726" y="1477053"/>
            <a:ext cx="8804274" cy="4835752"/>
          </a:xfrm>
        </p:spPr>
        <p:txBody>
          <a:bodyPr/>
          <a:lstStyle/>
          <a:p>
            <a:pPr lvl="0"/>
            <a:r>
              <a:rPr lang="en-US" noProof="0"/>
              <a:t>Click icon to add picture</a:t>
            </a:r>
            <a:endParaRPr lang="en-US" noProof="0" dirty="0"/>
          </a:p>
        </p:txBody>
      </p:sp>
      <p:sp>
        <p:nvSpPr>
          <p:cNvPr id="14" name="Text Placeholder 13"/>
          <p:cNvSpPr>
            <a:spLocks noGrp="1"/>
          </p:cNvSpPr>
          <p:nvPr>
            <p:ph type="body" sz="quarter" idx="10" hasCustomPrompt="1"/>
          </p:nvPr>
        </p:nvSpPr>
        <p:spPr>
          <a:xfrm>
            <a:off x="339725" y="1000803"/>
            <a:ext cx="8363404" cy="444500"/>
          </a:xfrm>
        </p:spPr>
        <p:txBody>
          <a:bodyPr/>
          <a:lstStyle>
            <a:lvl1pPr marL="0" indent="0" algn="ctr">
              <a:buNone/>
              <a:defRPr sz="200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808628" y="2020548"/>
            <a:ext cx="3293244" cy="1330325"/>
          </a:xfrm>
        </p:spPr>
        <p:txBody>
          <a:bodyPr/>
          <a:lstStyle>
            <a:lvl1pPr marL="0" indent="0">
              <a:buNone/>
              <a:defRPr lang="en-US" sz="1800" kern="1200" dirty="0" smtClean="0">
                <a:solidFill>
                  <a:schemeClr val="tx1">
                    <a:lumMod val="75000"/>
                    <a:lumOff val="25000"/>
                  </a:schemeClr>
                </a:solidFill>
                <a:latin typeface="Gotham Light"/>
                <a:ea typeface="+mn-ea"/>
                <a:cs typeface="Gotham Light"/>
              </a:defRPr>
            </a:lvl1pPr>
          </a:lstStyle>
          <a:p>
            <a:pPr lvl="0"/>
            <a:r>
              <a:rPr lang="en-US" dirty="0"/>
              <a:t>&lt;&lt;Description of picture&gt;&gt;</a:t>
            </a:r>
          </a:p>
          <a:p>
            <a:pPr lvl="0"/>
            <a:r>
              <a:rPr lang="en-US" dirty="0"/>
              <a:t>&lt;&lt;caption&gt;&gt;</a:t>
            </a:r>
          </a:p>
        </p:txBody>
      </p:sp>
    </p:spTree>
    <p:extLst>
      <p:ext uri="{BB962C8B-B14F-4D97-AF65-F5344CB8AC3E}">
        <p14:creationId xmlns:p14="http://schemas.microsoft.com/office/powerpoint/2010/main" val="10465097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VIDEO AND TEXT">
    <p:spTree>
      <p:nvGrpSpPr>
        <p:cNvPr id="1" name=""/>
        <p:cNvGrpSpPr/>
        <p:nvPr/>
      </p:nvGrpSpPr>
      <p:grpSpPr>
        <a:xfrm>
          <a:off x="0" y="0"/>
          <a:ext cx="0" cy="0"/>
          <a:chOff x="0" y="0"/>
          <a:chExt cx="0" cy="0"/>
        </a:xfrm>
      </p:grpSpPr>
      <p:sp>
        <p:nvSpPr>
          <p:cNvPr id="6"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sp>
        <p:nvSpPr>
          <p:cNvPr id="7"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pic>
        <p:nvPicPr>
          <p:cNvPr id="8" name="Imagen 21" descr="Worldmap.jp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a:solidFill>
                  <a:schemeClr val="bg1"/>
                </a:solidFill>
                <a:latin typeface="Gotham Light" charset="0"/>
              </a:rPr>
              <a:t>Join </a:t>
            </a:r>
            <a:r>
              <a:rPr lang="en-US" altLang="en-US" sz="1500">
                <a:solidFill>
                  <a:schemeClr val="bg1"/>
                </a:solidFill>
                <a:latin typeface="Gotham Medium" charset="0"/>
              </a:rPr>
              <a:t>us</a:t>
            </a:r>
          </a:p>
          <a:p>
            <a:pPr eaLnBrk="1" hangingPunct="1">
              <a:defRPr/>
            </a:pPr>
            <a:r>
              <a:rPr lang="en-US" altLang="en-US" sz="800">
                <a:solidFill>
                  <a:schemeClr val="bg1"/>
                </a:solidFill>
                <a:latin typeface="Gotham Light" charset="0"/>
              </a:rPr>
              <a:t>www.knx.org</a:t>
            </a:r>
          </a:p>
        </p:txBody>
      </p:sp>
      <p:sp>
        <p:nvSpPr>
          <p:cNvPr id="14" name="Text Placeholder 13"/>
          <p:cNvSpPr>
            <a:spLocks noGrp="1"/>
          </p:cNvSpPr>
          <p:nvPr>
            <p:ph type="body" sz="quarter" idx="10" hasCustomPrompt="1"/>
          </p:nvPr>
        </p:nvSpPr>
        <p:spPr>
          <a:xfrm>
            <a:off x="1984375" y="1466392"/>
            <a:ext cx="5511800" cy="444500"/>
          </a:xfrm>
        </p:spPr>
        <p:txBody>
          <a:bodyPr/>
          <a:lstStyle>
            <a:lvl1pPr marL="0" indent="0" algn="ctr">
              <a:buNone/>
              <a:defRPr sz="2000" baseline="0">
                <a:latin typeface="Gotham Medium"/>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&lt;&lt;Title&gt;&gt;</a:t>
            </a:r>
          </a:p>
        </p:txBody>
      </p:sp>
      <p:sp>
        <p:nvSpPr>
          <p:cNvPr id="18" name="Text Placeholder 17"/>
          <p:cNvSpPr>
            <a:spLocks noGrp="1"/>
          </p:cNvSpPr>
          <p:nvPr>
            <p:ph type="body" sz="quarter" idx="12" hasCustomPrompt="1"/>
          </p:nvPr>
        </p:nvSpPr>
        <p:spPr>
          <a:xfrm>
            <a:off x="3016250" y="4998247"/>
            <a:ext cx="3787865" cy="658482"/>
          </a:xfrm>
        </p:spPr>
        <p:txBody>
          <a:bodyPr/>
          <a:lstStyle>
            <a:lvl1pPr marL="0" indent="0" algn="ctr">
              <a:buNone/>
              <a:defRPr lang="en-US" sz="1400" kern="1200" dirty="0" smtClean="0">
                <a:solidFill>
                  <a:schemeClr val="tx1">
                    <a:lumMod val="75000"/>
                    <a:lumOff val="25000"/>
                  </a:schemeClr>
                </a:solidFill>
                <a:latin typeface="Gotham Light"/>
                <a:ea typeface="+mn-ea"/>
                <a:cs typeface="Gotham Light"/>
              </a:defRPr>
            </a:lvl1pPr>
          </a:lstStyle>
          <a:p>
            <a:pPr lvl="0"/>
            <a:r>
              <a:rPr lang="en-US" dirty="0"/>
              <a:t>&lt;&lt;Description of media&gt;&gt;</a:t>
            </a:r>
          </a:p>
          <a:p>
            <a:pPr lvl="0"/>
            <a:r>
              <a:rPr lang="en-US" dirty="0"/>
              <a:t>&lt;&lt;caption&gt;&gt;</a:t>
            </a:r>
          </a:p>
        </p:txBody>
      </p:sp>
      <p:sp>
        <p:nvSpPr>
          <p:cNvPr id="3" name="Media Placeholder 2"/>
          <p:cNvSpPr>
            <a:spLocks noGrp="1"/>
          </p:cNvSpPr>
          <p:nvPr>
            <p:ph type="media" sz="quarter" idx="14"/>
          </p:nvPr>
        </p:nvSpPr>
        <p:spPr>
          <a:xfrm>
            <a:off x="1984375" y="2020888"/>
            <a:ext cx="5511800" cy="2863850"/>
          </a:xfrm>
        </p:spPr>
        <p:txBody>
          <a:bodyPr/>
          <a:lstStyle>
            <a:lvl1pPr>
              <a:defRPr/>
            </a:lvl1pPr>
          </a:lstStyle>
          <a:p>
            <a:pPr lvl="0"/>
            <a:r>
              <a:rPr lang="en-US" noProof="0"/>
              <a:t>Click icon to add media</a:t>
            </a:r>
            <a:endParaRPr lang="en-US" noProof="0" dirty="0"/>
          </a:p>
        </p:txBody>
      </p:sp>
    </p:spTree>
    <p:extLst>
      <p:ext uri="{BB962C8B-B14F-4D97-AF65-F5344CB8AC3E}">
        <p14:creationId xmlns:p14="http://schemas.microsoft.com/office/powerpoint/2010/main" val="31454340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pic>
        <p:nvPicPr>
          <p:cNvPr id="3"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3063" y="5222875"/>
            <a:ext cx="1465262"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7"/>
          <p:cNvSpPr txBox="1">
            <a:spLocks noChangeArrowheads="1"/>
          </p:cNvSpPr>
          <p:nvPr/>
        </p:nvSpPr>
        <p:spPr bwMode="auto">
          <a:xfrm>
            <a:off x="263525" y="5962650"/>
            <a:ext cx="42243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r>
              <a:rPr lang="en-US" altLang="en-US" sz="1400">
                <a:solidFill>
                  <a:srgbClr val="404040"/>
                </a:solidFill>
                <a:latin typeface="Gotham Light" charset="0"/>
              </a:rPr>
              <a:t>Smart home and building solutions.</a:t>
            </a:r>
          </a:p>
          <a:p>
            <a:pPr eaLnBrk="1" hangingPunct="1"/>
            <a:r>
              <a:rPr lang="en-US" altLang="en-US" sz="1400">
                <a:solidFill>
                  <a:srgbClr val="404040"/>
                </a:solidFill>
                <a:latin typeface="Gotham Light" charset="0"/>
              </a:rPr>
              <a:t>Global. Secure. Connected.</a:t>
            </a:r>
          </a:p>
        </p:txBody>
      </p:sp>
      <p:pic>
        <p:nvPicPr>
          <p:cNvPr id="5" name="Picture 7"/>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35663" y="4886325"/>
            <a:ext cx="2935287" cy="1479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8"/>
          <p:cNvSpPr txBox="1"/>
          <p:nvPr/>
        </p:nvSpPr>
        <p:spPr>
          <a:xfrm>
            <a:off x="3205163" y="1665288"/>
            <a:ext cx="2565400" cy="769937"/>
          </a:xfrm>
          <a:prstGeom prst="rect">
            <a:avLst/>
          </a:prstGeom>
          <a:noFill/>
        </p:spPr>
        <p:txBody>
          <a:bodyPr>
            <a:spAutoFit/>
          </a:bodyPr>
          <a:lstStyle>
            <a:defPPr>
              <a:defRPr lang="en-US"/>
            </a:defPPr>
            <a:lvl1pPr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1pPr>
            <a:lvl2pPr marL="4572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2pPr>
            <a:lvl3pPr marL="9144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3pPr>
            <a:lvl4pPr marL="13716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4pPr>
            <a:lvl5pPr marL="1828800" algn="l" defTabSz="457200" rtl="0" fontAlgn="base">
              <a:spcBef>
                <a:spcPct val="0"/>
              </a:spcBef>
              <a:spcAft>
                <a:spcPct val="0"/>
              </a:spcAft>
              <a:defRPr kern="1200">
                <a:solidFill>
                  <a:schemeClr val="tx1"/>
                </a:solidFill>
                <a:latin typeface="Calibri" panose="020F050202020403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Calibri" panose="020F0502020204030204" pitchFamily="34" charset="0"/>
                <a:ea typeface="MS PGothic" panose="020B0600070205080204" pitchFamily="34" charset="-128"/>
                <a:cs typeface="+mn-cs"/>
              </a:defRPr>
            </a:lvl9pPr>
          </a:lstStyle>
          <a:p>
            <a:pPr algn="ctr" eaLnBrk="1" fontAlgn="auto" hangingPunct="1">
              <a:spcBef>
                <a:spcPts val="0"/>
              </a:spcBef>
              <a:spcAft>
                <a:spcPts val="0"/>
              </a:spcAft>
              <a:defRPr/>
            </a:pPr>
            <a:r>
              <a:rPr lang="en-US" sz="4400" dirty="0">
                <a:solidFill>
                  <a:schemeClr val="tx1">
                    <a:lumMod val="75000"/>
                    <a:lumOff val="25000"/>
                  </a:schemeClr>
                </a:solidFill>
                <a:latin typeface="Gotham Medium"/>
                <a:ea typeface="+mn-ea"/>
                <a:cs typeface="Gotham Medium"/>
              </a:rPr>
              <a:t>Thanks.</a:t>
            </a:r>
          </a:p>
        </p:txBody>
      </p:sp>
      <p:sp>
        <p:nvSpPr>
          <p:cNvPr id="9" name="Text Placeholder 8"/>
          <p:cNvSpPr>
            <a:spLocks noGrp="1"/>
          </p:cNvSpPr>
          <p:nvPr>
            <p:ph type="body" sz="quarter" idx="10" hasCustomPrompt="1"/>
          </p:nvPr>
        </p:nvSpPr>
        <p:spPr>
          <a:xfrm>
            <a:off x="2712131" y="2686050"/>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[Full name of presenter]</a:t>
            </a:r>
          </a:p>
          <a:p>
            <a:pPr algn="ctr" eaLnBrk="1" hangingPunct="1"/>
            <a:endParaRPr lang="en-US" altLang="en-US" sz="1400" dirty="0">
              <a:solidFill>
                <a:srgbClr val="404040"/>
              </a:solidFill>
              <a:latin typeface="Gotham Light" charset="0"/>
            </a:endParaRPr>
          </a:p>
        </p:txBody>
      </p:sp>
      <p:sp>
        <p:nvSpPr>
          <p:cNvPr id="11" name="Content Placeholder 10"/>
          <p:cNvSpPr>
            <a:spLocks noGrp="1"/>
          </p:cNvSpPr>
          <p:nvPr>
            <p:ph sz="quarter" idx="12" hasCustomPrompt="1"/>
          </p:nvPr>
        </p:nvSpPr>
        <p:spPr>
          <a:xfrm>
            <a:off x="2702606" y="2960345"/>
            <a:ext cx="3552825" cy="252639"/>
          </a:xfrm>
        </p:spPr>
        <p:txBody>
          <a:bodyPr/>
          <a:lstStyle>
            <a:lvl1pPr marL="0" indent="0" algn="ctr">
              <a:buNone/>
              <a:defRPr sz="1000" baseline="0">
                <a:latin typeface="Gotham Light"/>
              </a:defRPr>
            </a:lvl1pPr>
          </a:lstStyle>
          <a:p>
            <a:pPr lvl="0"/>
            <a:r>
              <a:rPr lang="en-US" dirty="0"/>
              <a:t>[Position of presenter]</a:t>
            </a:r>
          </a:p>
        </p:txBody>
      </p:sp>
      <p:sp>
        <p:nvSpPr>
          <p:cNvPr id="12" name="Text Placeholder 8"/>
          <p:cNvSpPr>
            <a:spLocks noGrp="1"/>
          </p:cNvSpPr>
          <p:nvPr>
            <p:ph type="body" sz="quarter" idx="13" hasCustomPrompt="1"/>
          </p:nvPr>
        </p:nvSpPr>
        <p:spPr>
          <a:xfrm>
            <a:off x="2717579" y="3311978"/>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[Phone number]</a:t>
            </a:r>
          </a:p>
          <a:p>
            <a:pPr algn="ctr" eaLnBrk="1" hangingPunct="1"/>
            <a:endParaRPr lang="en-US" altLang="en-US" sz="1400" dirty="0">
              <a:solidFill>
                <a:srgbClr val="404040"/>
              </a:solidFill>
              <a:latin typeface="Gotham Light" charset="0"/>
            </a:endParaRPr>
          </a:p>
        </p:txBody>
      </p:sp>
      <p:sp>
        <p:nvSpPr>
          <p:cNvPr id="14" name="Text Placeholder 8"/>
          <p:cNvSpPr>
            <a:spLocks noGrp="1"/>
          </p:cNvSpPr>
          <p:nvPr>
            <p:ph type="body" sz="quarter" idx="14" hasCustomPrompt="1"/>
          </p:nvPr>
        </p:nvSpPr>
        <p:spPr>
          <a:xfrm>
            <a:off x="2714860" y="3595006"/>
            <a:ext cx="3551464" cy="257627"/>
          </a:xfrm>
        </p:spPr>
        <p:txBody>
          <a:bodyPr/>
          <a:lstStyle>
            <a:lvl1pPr marL="0" indent="0" algn="ctr" defTabSz="457200" rtl="0" eaLnBrk="1" fontAlgn="base" hangingPunct="1">
              <a:spcBef>
                <a:spcPct val="0"/>
              </a:spcBef>
              <a:spcAft>
                <a:spcPct val="0"/>
              </a:spcAft>
              <a:buNone/>
              <a:defRPr lang="en-US" sz="1400" dirty="0" smtClean="0">
                <a:latin typeface="Gotham Medium"/>
              </a:defRPr>
            </a:lvl1pPr>
          </a:lstStyle>
          <a:p>
            <a:pPr algn="ctr" eaLnBrk="1" hangingPunct="1"/>
            <a:r>
              <a:rPr lang="en-US" altLang="en-US" sz="1400" dirty="0">
                <a:solidFill>
                  <a:srgbClr val="404040"/>
                </a:solidFill>
                <a:latin typeface="Gotham Medium" charset="0"/>
              </a:rPr>
              <a:t>[Email]</a:t>
            </a:r>
          </a:p>
          <a:p>
            <a:pPr algn="ctr" eaLnBrk="1" hangingPunct="1"/>
            <a:endParaRPr lang="en-US" altLang="en-US" sz="1400" dirty="0">
              <a:solidFill>
                <a:srgbClr val="404040"/>
              </a:solidFill>
              <a:latin typeface="Gotham Light" charset="0"/>
            </a:endParaRPr>
          </a:p>
        </p:txBody>
      </p:sp>
      <p:sp>
        <p:nvSpPr>
          <p:cNvPr id="15" name="TextBox 12"/>
          <p:cNvSpPr txBox="1">
            <a:spLocks noChangeArrowheads="1"/>
          </p:cNvSpPr>
          <p:nvPr/>
        </p:nvSpPr>
        <p:spPr bwMode="auto">
          <a:xfrm>
            <a:off x="2717579" y="3998787"/>
            <a:ext cx="355146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algn="ctr" eaLnBrk="1" hangingPunct="1"/>
            <a:r>
              <a:rPr lang="en-US" altLang="en-US" sz="1400" dirty="0">
                <a:solidFill>
                  <a:srgbClr val="404040"/>
                </a:solidFill>
                <a:latin typeface="Gotham Light" charset="0"/>
              </a:rPr>
              <a:t>For general questions: </a:t>
            </a:r>
          </a:p>
          <a:p>
            <a:pPr algn="ctr" eaLnBrk="1" hangingPunct="1"/>
            <a:r>
              <a:rPr lang="en-US" altLang="en-US" sz="1400" dirty="0">
                <a:solidFill>
                  <a:srgbClr val="404040"/>
                </a:solidFill>
                <a:latin typeface="Gotham Light" charset="0"/>
              </a:rPr>
              <a:t>info@knx.org – www.knx.org</a:t>
            </a:r>
          </a:p>
        </p:txBody>
      </p:sp>
    </p:spTree>
    <p:extLst>
      <p:ext uri="{BB962C8B-B14F-4D97-AF65-F5344CB8AC3E}">
        <p14:creationId xmlns:p14="http://schemas.microsoft.com/office/powerpoint/2010/main" val="1377345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179512" y="1556791"/>
            <a:ext cx="8856984" cy="4751933"/>
          </a:xfrm>
          <a:prstGeom prst="rect">
            <a:avLst/>
          </a:prstGeom>
        </p:spPr>
        <p:txBody>
          <a:bodyPr/>
          <a:lstStyle>
            <a:lvl2pPr>
              <a:defRPr sz="1800"/>
            </a:lvl2pPr>
            <a:lvl3pPr>
              <a:defRPr sz="15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dirty="0"/>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1746708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4159274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80816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812649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94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395536" y="1556791"/>
            <a:ext cx="8568952" cy="4751933"/>
          </a:xfrm>
          <a:prstGeom prst="rect">
            <a:avLst/>
          </a:prstGeom>
        </p:spPr>
        <p:txBody>
          <a:bodyPr/>
          <a:lstStyle>
            <a:lvl2pPr>
              <a:defRPr sz="2400"/>
            </a:lvl2pPr>
            <a:lvl3pPr>
              <a:defRPr sz="2200"/>
            </a:lvl3p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
        <p:nvSpPr>
          <p:cNvPr id="4" name="Title 1"/>
          <p:cNvSpPr>
            <a:spLocks noGrp="1"/>
          </p:cNvSpPr>
          <p:nvPr>
            <p:ph type="title"/>
          </p:nvPr>
        </p:nvSpPr>
        <p:spPr>
          <a:xfrm>
            <a:off x="35496" y="909662"/>
            <a:ext cx="9073008" cy="503114"/>
          </a:xfrm>
          <a:prstGeom prst="rect">
            <a:avLst/>
          </a:prstGeom>
        </p:spPr>
        <p:txBody>
          <a:bodyPr/>
          <a:lstStyle/>
          <a:p>
            <a:r>
              <a:rPr lang="en-US"/>
              <a:t>Click to edit Master title style</a:t>
            </a:r>
            <a:endParaRPr lang="de-DE" dirty="0"/>
          </a:p>
        </p:txBody>
      </p:sp>
    </p:spTree>
    <p:extLst>
      <p:ext uri="{BB962C8B-B14F-4D97-AF65-F5344CB8AC3E}">
        <p14:creationId xmlns:p14="http://schemas.microsoft.com/office/powerpoint/2010/main" val="22952673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731679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5792430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9510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Titel und Inhalt">
    <p:spTree>
      <p:nvGrpSpPr>
        <p:cNvPr id="1" name=""/>
        <p:cNvGrpSpPr/>
        <p:nvPr/>
      </p:nvGrpSpPr>
      <p:grpSpPr>
        <a:xfrm>
          <a:off x="0" y="0"/>
          <a:ext cx="0" cy="0"/>
          <a:chOff x="0" y="0"/>
          <a:chExt cx="0" cy="0"/>
        </a:xfrm>
      </p:grpSpPr>
      <p:sp>
        <p:nvSpPr>
          <p:cNvPr id="3" name="Content Placeholder 2"/>
          <p:cNvSpPr>
            <a:spLocks noGrp="1"/>
          </p:cNvSpPr>
          <p:nvPr>
            <p:ph idx="1"/>
          </p:nvPr>
        </p:nvSpPr>
        <p:spPr>
          <a:xfrm>
            <a:off x="900113" y="1412875"/>
            <a:ext cx="7416800" cy="4895850"/>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776642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Zwei Inhal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470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jpe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921070"/>
            <a:ext cx="8229600" cy="491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1" name="TextBox 10"/>
          <p:cNvSpPr txBox="1">
            <a:spLocks noChangeArrowheads="1"/>
          </p:cNvSpPr>
          <p:nvPr/>
        </p:nvSpPr>
        <p:spPr bwMode="auto">
          <a:xfrm>
            <a:off x="8104188" y="6340475"/>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
        <p:nvSpPr>
          <p:cNvPr id="7" name="Rectángulo 17"/>
          <p:cNvSpPr>
            <a:spLocks noChangeArrowheads="1"/>
          </p:cNvSpPr>
          <p:nvPr/>
        </p:nvSpPr>
        <p:spPr bwMode="auto">
          <a:xfrm>
            <a:off x="0" y="6308725"/>
            <a:ext cx="9144000" cy="549275"/>
          </a:xfrm>
          <a:prstGeom prst="rect">
            <a:avLst/>
          </a:prstGeom>
          <a:solidFill>
            <a:srgbClr val="262626"/>
          </a:solidFill>
          <a:ln w="9525">
            <a:solidFill>
              <a:srgbClr val="4A7EBB"/>
            </a:solidFill>
            <a:miter lim="800000"/>
            <a:headEnd/>
            <a:tailEnd/>
          </a:ln>
          <a:effectLst>
            <a:outerShdw blurRad="40000" dist="23000" dir="5400000" rotWithShape="0">
              <a:srgbClr val="808080">
                <a:alpha val="34998"/>
              </a:srgbClr>
            </a:outerShdw>
          </a:effectLst>
        </p:spPr>
        <p:txBody>
          <a:bodyPr anchor="ctr"/>
          <a:lstStyle/>
          <a:p>
            <a:pPr algn="ctr" eaLnBrk="1" hangingPunct="1">
              <a:defRPr/>
            </a:pPr>
            <a:endParaRPr lang="es-ES" dirty="0">
              <a:solidFill>
                <a:srgbClr val="FFFFFF"/>
              </a:solidFill>
              <a:latin typeface="Gotham Medium"/>
              <a:ea typeface="MS PGothic" charset="0"/>
              <a:cs typeface="MS PGothic" charset="0"/>
            </a:endParaRPr>
          </a:p>
        </p:txBody>
      </p:sp>
      <p:pic>
        <p:nvPicPr>
          <p:cNvPr id="10" name="Imagen 21" descr="Worldmap.jpg"/>
          <p:cNvPicPr>
            <a:picLocks noChangeAspect="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7864475" y="6340475"/>
            <a:ext cx="114935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p:cNvPicPr>
            <a:picLocks noChangeAspect="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482600" y="301718"/>
            <a:ext cx="1104900"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Conector recto 20"/>
          <p:cNvCxnSpPr/>
          <p:nvPr/>
        </p:nvCxnSpPr>
        <p:spPr>
          <a:xfrm>
            <a:off x="0" y="1484784"/>
            <a:ext cx="9144000" cy="0"/>
          </a:xfrm>
          <a:prstGeom prst="line">
            <a:avLst/>
          </a:prstGeom>
          <a:ln w="6350" cap="flat">
            <a:solidFill>
              <a:schemeClr val="tx1">
                <a:lumMod val="75000"/>
                <a:lumOff val="25000"/>
              </a:schemeClr>
            </a:solidFill>
          </a:ln>
          <a:effectLst/>
        </p:spPr>
        <p:style>
          <a:lnRef idx="2">
            <a:schemeClr val="accent1"/>
          </a:lnRef>
          <a:fillRef idx="0">
            <a:schemeClr val="accent1"/>
          </a:fillRef>
          <a:effectRef idx="1">
            <a:schemeClr val="accent1"/>
          </a:effectRef>
          <a:fontRef idx="minor">
            <a:schemeClr val="tx1"/>
          </a:fontRef>
        </p:style>
      </p:cxnSp>
      <p:sp>
        <p:nvSpPr>
          <p:cNvPr id="9" name="TextBox 7"/>
          <p:cNvSpPr txBox="1">
            <a:spLocks noChangeArrowheads="1"/>
          </p:cNvSpPr>
          <p:nvPr/>
        </p:nvSpPr>
        <p:spPr bwMode="auto">
          <a:xfrm>
            <a:off x="339725" y="6391275"/>
            <a:ext cx="2676525" cy="415925"/>
          </a:xfrm>
          <a:prstGeom prst="rect">
            <a:avLst/>
          </a:prstGeom>
          <a:noFill/>
          <a:ln>
            <a:noFill/>
          </a:ln>
          <a:extLst>
            <a:ext uri="{909E8E84-426E-40dd-AFC4-6F175D3DCCD1}"/>
            <a:ext uri="{91240B29-F687-4f45-9708-019B960494DF}"/>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050" dirty="0">
                <a:solidFill>
                  <a:srgbClr val="FFFFFF"/>
                </a:solidFill>
                <a:latin typeface="Gotham Light"/>
                <a:cs typeface="Gotham Light"/>
              </a:rPr>
              <a:t>Smart home and building solutions.</a:t>
            </a:r>
          </a:p>
          <a:p>
            <a:pPr eaLnBrk="1" hangingPunct="1">
              <a:defRPr/>
            </a:pPr>
            <a:r>
              <a:rPr lang="en-US" altLang="en-US" sz="1050" dirty="0">
                <a:solidFill>
                  <a:srgbClr val="FFFFFF"/>
                </a:solidFill>
                <a:latin typeface="Gotham Light"/>
                <a:cs typeface="Gotham Light"/>
              </a:rPr>
              <a:t>Global. Secure. Connected.</a:t>
            </a:r>
          </a:p>
        </p:txBody>
      </p:sp>
      <p:sp>
        <p:nvSpPr>
          <p:cNvPr id="14" name="TextBox 11"/>
          <p:cNvSpPr txBox="1">
            <a:spLocks noChangeArrowheads="1"/>
          </p:cNvSpPr>
          <p:nvPr/>
        </p:nvSpPr>
        <p:spPr bwMode="auto">
          <a:xfrm>
            <a:off x="8104188" y="6367462"/>
            <a:ext cx="8620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alibri" panose="020F0502020204030204" pitchFamily="34" charset="0"/>
                <a:ea typeface="MS PGothic" panose="020B0600070205080204" pitchFamily="34" charset="-128"/>
              </a:defRPr>
            </a:lvl1pPr>
            <a:lvl2pPr marL="742950" indent="-285750">
              <a:defRPr sz="2400">
                <a:solidFill>
                  <a:schemeClr val="tx1"/>
                </a:solidFill>
                <a:latin typeface="Calibri" panose="020F0502020204030204" pitchFamily="34" charset="0"/>
                <a:ea typeface="MS PGothic" panose="020B0600070205080204" pitchFamily="34" charset="-128"/>
              </a:defRPr>
            </a:lvl2pPr>
            <a:lvl3pPr marL="1143000" indent="-228600">
              <a:defRPr sz="2400">
                <a:solidFill>
                  <a:schemeClr val="tx1"/>
                </a:solidFill>
                <a:latin typeface="Calibri" panose="020F0502020204030204" pitchFamily="34" charset="0"/>
                <a:ea typeface="MS PGothic" panose="020B0600070205080204" pitchFamily="34" charset="-128"/>
              </a:defRPr>
            </a:lvl3pPr>
            <a:lvl4pPr marL="1600200" indent="-228600">
              <a:defRPr sz="2400">
                <a:solidFill>
                  <a:schemeClr val="tx1"/>
                </a:solidFill>
                <a:latin typeface="Calibri" panose="020F0502020204030204" pitchFamily="34" charset="0"/>
                <a:ea typeface="MS PGothic" panose="020B0600070205080204" pitchFamily="34" charset="-128"/>
              </a:defRPr>
            </a:lvl4pPr>
            <a:lvl5pPr marL="2057400" indent="-228600">
              <a:defRPr sz="24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Calibri" panose="020F0502020204030204" pitchFamily="34" charset="0"/>
                <a:ea typeface="MS PGothic" panose="020B0600070205080204" pitchFamily="34" charset="-128"/>
              </a:defRPr>
            </a:lvl9pPr>
          </a:lstStyle>
          <a:p>
            <a:pPr eaLnBrk="1" hangingPunct="1">
              <a:defRPr/>
            </a:pPr>
            <a:r>
              <a:rPr lang="en-US" altLang="en-US" sz="1500" dirty="0">
                <a:solidFill>
                  <a:schemeClr val="bg1"/>
                </a:solidFill>
                <a:latin typeface="Gotham Light" charset="0"/>
              </a:rPr>
              <a:t>Join </a:t>
            </a:r>
            <a:r>
              <a:rPr lang="en-US" altLang="en-US" sz="1500" dirty="0">
                <a:solidFill>
                  <a:schemeClr val="bg1"/>
                </a:solidFill>
                <a:latin typeface="Gotham Medium" charset="0"/>
              </a:rPr>
              <a:t>us</a:t>
            </a:r>
          </a:p>
          <a:p>
            <a:pPr eaLnBrk="1" hangingPunct="1">
              <a:defRPr/>
            </a:pPr>
            <a:r>
              <a:rPr lang="en-US" altLang="en-US" sz="800" dirty="0">
                <a:solidFill>
                  <a:schemeClr val="bg1"/>
                </a:solidFill>
                <a:latin typeface="Gotham Light" charset="0"/>
              </a:rPr>
              <a:t>www.knx.org</a:t>
            </a:r>
          </a:p>
        </p:txBody>
      </p:sp>
    </p:spTree>
    <p:extLst>
      <p:ext uri="{BB962C8B-B14F-4D97-AF65-F5344CB8AC3E}">
        <p14:creationId xmlns:p14="http://schemas.microsoft.com/office/powerpoint/2010/main" val="100049181"/>
      </p:ext>
    </p:extLst>
  </p:cSld>
  <p:clrMap bg1="lt1" tx1="dk1" bg2="lt2" tx2="dk2" accent1="accent1" accent2="accent2" accent3="accent3" accent4="accent4" accent5="accent5" accent6="accent6" hlink="hlink" folHlink="folHlink"/>
  <p:sldLayoutIdLst>
    <p:sldLayoutId id="2147483783"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98" r:id="rId16"/>
    <p:sldLayoutId id="2147483799" r:id="rId17"/>
    <p:sldLayoutId id="2147483770" r:id="rId18"/>
    <p:sldLayoutId id="2147483772" r:id="rId19"/>
  </p:sldLayoutIdLst>
  <p:txStyles>
    <p:titleStyle>
      <a:lvl1pPr algn="ctr" defTabSz="457200" rtl="0" eaLnBrk="1" fontAlgn="base" hangingPunct="1">
        <a:spcBef>
          <a:spcPct val="0"/>
        </a:spcBef>
        <a:spcAft>
          <a:spcPct val="0"/>
        </a:spcAft>
        <a:defRPr sz="2000" kern="1200">
          <a:solidFill>
            <a:schemeClr val="tx1"/>
          </a:solidFill>
          <a:latin typeface="Gotham Medium"/>
          <a:ea typeface="MS PGothic" panose="020B0600070205080204" pitchFamily="34" charset="-128"/>
          <a:cs typeface="Gotham Medium"/>
        </a:defRPr>
      </a:lvl1pPr>
      <a:lvl2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2pPr>
      <a:lvl3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3pPr>
      <a:lvl4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4pPr>
      <a:lvl5pPr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cs typeface="MS PGothic" charset="0"/>
        </a:defRPr>
      </a:lvl5pPr>
      <a:lvl6pPr marL="4572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6pPr>
      <a:lvl7pPr marL="9144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7pPr>
      <a:lvl8pPr marL="13716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8pPr>
      <a:lvl9pPr marL="1828800" algn="ctr" defTabSz="457200" rtl="0" eaLnBrk="1" fontAlgn="base" hangingPunct="1">
        <a:spcBef>
          <a:spcPct val="0"/>
        </a:spcBef>
        <a:spcAft>
          <a:spcPct val="0"/>
        </a:spcAft>
        <a:defRPr sz="4400">
          <a:solidFill>
            <a:schemeClr val="tx1"/>
          </a:solidFill>
          <a:latin typeface="Calibri" panose="020F0502020204030204" pitchFamily="34" charset="0"/>
          <a:ea typeface="MS PGothic" panose="020B0600070205080204" pitchFamily="34" charset="-128"/>
        </a:defRPr>
      </a:lvl9pPr>
    </p:titleStyle>
    <p:bodyStyle>
      <a:lvl1pPr marL="342900" indent="-342900" algn="l" defTabSz="457200" rtl="0" eaLnBrk="1" fontAlgn="base" hangingPunct="1">
        <a:spcBef>
          <a:spcPct val="20000"/>
        </a:spcBef>
        <a:spcAft>
          <a:spcPct val="0"/>
        </a:spcAft>
        <a:buFont typeface="Arial" panose="020B0604020202020204" pitchFamily="34" charset="0"/>
        <a:buChar char="•"/>
        <a:defRPr sz="2000" kern="1200">
          <a:solidFill>
            <a:schemeClr val="tx1"/>
          </a:solidFill>
          <a:latin typeface="Gotham Light"/>
          <a:ea typeface="MS PGothic" panose="020B0600070205080204" pitchFamily="34" charset="-128"/>
          <a:cs typeface="Gotham Light"/>
        </a:defRPr>
      </a:lvl1pPr>
      <a:lvl2pPr marL="742950" indent="-285750" algn="l" defTabSz="457200" rtl="0" eaLnBrk="1" fontAlgn="base" hangingPunct="1">
        <a:spcBef>
          <a:spcPct val="20000"/>
        </a:spcBef>
        <a:spcAft>
          <a:spcPct val="0"/>
        </a:spcAft>
        <a:buFont typeface="Arial" panose="020B0604020202020204" pitchFamily="34" charset="0"/>
        <a:buChar char="–"/>
        <a:defRPr sz="1800" kern="1200">
          <a:solidFill>
            <a:schemeClr val="tx1"/>
          </a:solidFill>
          <a:latin typeface="Gotham Light"/>
          <a:ea typeface="MS PGothic" panose="020B0600070205080204" pitchFamily="34" charset="-128"/>
          <a:cs typeface="Gotham Light"/>
        </a:defRPr>
      </a:lvl2pPr>
      <a:lvl3pPr marL="11430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3pPr>
      <a:lvl4pPr marL="16002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4pPr>
      <a:lvl5pPr marL="2057400" indent="-228600" algn="l" defTabSz="457200" rtl="0" eaLnBrk="1" fontAlgn="base" hangingPunct="1">
        <a:spcBef>
          <a:spcPct val="20000"/>
        </a:spcBef>
        <a:spcAft>
          <a:spcPct val="0"/>
        </a:spcAft>
        <a:buFont typeface="Arial" panose="020B0604020202020204" pitchFamily="34" charset="0"/>
        <a:buChar char="»"/>
        <a:defRPr sz="1500" kern="1200">
          <a:solidFill>
            <a:schemeClr val="tx1"/>
          </a:solidFill>
          <a:latin typeface="Gotham Light"/>
          <a:ea typeface="MS PGothic" panose="020B0600070205080204" pitchFamily="34" charset="-128"/>
          <a:cs typeface="Gotham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8.jpeg"/><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0.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3" Type="http://schemas.openxmlformats.org/officeDocument/2006/relationships/package" Target="../embeddings/Microsoft_Visio_Drawing1.vsdx"/><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15.emf"/></Relationships>
</file>

<file path=ppt/slides/_rels/slide11.xml.rels><?xml version="1.0" encoding="UTF-8" standalone="yes"?>
<Relationships xmlns="http://schemas.openxmlformats.org/package/2006/relationships"><Relationship Id="rId3" Type="http://schemas.openxmlformats.org/officeDocument/2006/relationships/package" Target="../embeddings/Microsoft_Visio_Drawing2.vsdx"/><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16.emf"/></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3" Type="http://schemas.openxmlformats.org/officeDocument/2006/relationships/package" Target="../embeddings/Microsoft_Visio_Drawing3.vsdx"/><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4048-93B1-4D7E-924E-3B2609D395A8}"/>
              </a:ext>
            </a:extLst>
          </p:cNvPr>
          <p:cNvSpPr>
            <a:spLocks noGrp="1"/>
          </p:cNvSpPr>
          <p:nvPr>
            <p:ph type="ctrTitle"/>
          </p:nvPr>
        </p:nvSpPr>
        <p:spPr/>
        <p:txBody>
          <a:bodyPr/>
          <a:lstStyle/>
          <a:p>
            <a:r>
              <a:rPr lang="en-GB" dirty="0"/>
              <a:t>KNX Advanced Course</a:t>
            </a:r>
            <a:br>
              <a:rPr lang="en-GB" dirty="0"/>
            </a:br>
            <a:r>
              <a:rPr lang="en-GB" sz="2000" dirty="0"/>
              <a:t>Informative Appendix</a:t>
            </a:r>
            <a:endParaRPr lang="en-GB" sz="2000" b="0" dirty="0">
              <a:solidFill>
                <a:srgbClr val="0C4B9D"/>
              </a:solidFill>
              <a:latin typeface="+mn-lt"/>
              <a:ea typeface="+mn-ea"/>
              <a:cs typeface="+mn-cs"/>
            </a:endParaRPr>
          </a:p>
        </p:txBody>
      </p:sp>
      <p:sp>
        <p:nvSpPr>
          <p:cNvPr id="6" name="Subtitle 2">
            <a:extLst>
              <a:ext uri="{FF2B5EF4-FFF2-40B4-BE49-F238E27FC236}">
                <a16:creationId xmlns:a16="http://schemas.microsoft.com/office/drawing/2014/main" id="{36891D17-0544-4779-B232-7495C4C552DF}"/>
              </a:ext>
            </a:extLst>
          </p:cNvPr>
          <p:cNvSpPr>
            <a:spLocks noGrp="1"/>
          </p:cNvSpPr>
          <p:nvPr>
            <p:ph type="subTitle" idx="1"/>
          </p:nvPr>
        </p:nvSpPr>
        <p:spPr>
          <a:xfrm>
            <a:off x="468188" y="3447972"/>
            <a:ext cx="4607868" cy="1076325"/>
          </a:xfrm>
        </p:spPr>
        <p:txBody>
          <a:bodyPr/>
          <a:lstStyle/>
          <a:p>
            <a:r>
              <a:rPr lang="nl-BE" sz="2400" dirty="0"/>
              <a:t>KNX </a:t>
            </a:r>
            <a:r>
              <a:rPr lang="nl-BE" sz="2400" dirty="0" err="1"/>
              <a:t>and</a:t>
            </a:r>
            <a:r>
              <a:rPr lang="nl-BE" sz="2400" dirty="0"/>
              <a:t> Multimedia</a:t>
            </a:r>
            <a:endParaRPr lang="en-GB" sz="2400" dirty="0"/>
          </a:p>
        </p:txBody>
      </p:sp>
    </p:spTree>
    <p:extLst>
      <p:ext uri="{BB962C8B-B14F-4D97-AF65-F5344CB8AC3E}">
        <p14:creationId xmlns:p14="http://schemas.microsoft.com/office/powerpoint/2010/main" val="24598073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Definitions</a:t>
            </a:r>
          </a:p>
        </p:txBody>
      </p:sp>
      <p:sp>
        <p:nvSpPr>
          <p:cNvPr id="4" name="Content Placeholder 1">
            <a:extLst>
              <a:ext uri="{FF2B5EF4-FFF2-40B4-BE49-F238E27FC236}">
                <a16:creationId xmlns:a16="http://schemas.microsoft.com/office/drawing/2014/main" id="{AF4E6DCE-C954-4233-8362-59ECD68BF594}"/>
              </a:ext>
            </a:extLst>
          </p:cNvPr>
          <p:cNvSpPr txBox="1">
            <a:spLocks/>
          </p:cNvSpPr>
          <p:nvPr/>
        </p:nvSpPr>
        <p:spPr>
          <a:xfrm>
            <a:off x="971600" y="1412875"/>
            <a:ext cx="7416824" cy="4392389"/>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a:ea typeface="Open Sans" panose="020B0606030504020204" pitchFamily="34" charset="0"/>
                <a:cs typeface="Open Sans" panose="020B0606030504020204" pitchFamily="34" charset="0"/>
              </a:rPr>
              <a:t>Multimedia</a:t>
            </a:r>
            <a:r>
              <a:rPr lang="en-US" sz="2000" kern="0">
                <a:solidFill>
                  <a:schemeClr val="bg2">
                    <a:lumMod val="10000"/>
                  </a:schemeClr>
                </a:solidFill>
                <a:ea typeface="Open Sans" panose="020B0606030504020204" pitchFamily="34" charset="0"/>
                <a:cs typeface="Open Sans" panose="020B0606030504020204" pitchFamily="34" charset="0"/>
              </a:rPr>
              <a:t> stands for a system or transmission technology which enables different content and formats to be routed or played back</a:t>
            </a:r>
          </a:p>
          <a:p>
            <a:endParaRPr lang="en-US" sz="2000" kern="0">
              <a:solidFill>
                <a:schemeClr val="bg2">
                  <a:lumMod val="10000"/>
                </a:schemeClr>
              </a:solidFill>
              <a:ea typeface="Open Sans" panose="020B0606030504020204" pitchFamily="34" charset="0"/>
              <a:cs typeface="Open Sans" panose="020B0606030504020204" pitchFamily="34" charset="0"/>
            </a:endParaRPr>
          </a:p>
          <a:p>
            <a:r>
              <a:rPr lang="en-GB" sz="2000" kern="0">
                <a:solidFill>
                  <a:schemeClr val="bg2">
                    <a:lumMod val="10000"/>
                  </a:schemeClr>
                </a:solidFill>
                <a:ea typeface="Open Sans" panose="020B0606030504020204" pitchFamily="34" charset="0"/>
                <a:cs typeface="Open Sans" panose="020B0606030504020204" pitchFamily="34" charset="0"/>
              </a:rPr>
              <a:t>A </a:t>
            </a:r>
            <a:r>
              <a:rPr lang="en-GB" sz="2000" kern="0">
                <a:ea typeface="Open Sans" panose="020B0606030504020204" pitchFamily="34" charset="0"/>
                <a:cs typeface="Open Sans" panose="020B0606030504020204" pitchFamily="34" charset="0"/>
              </a:rPr>
              <a:t>multimedia system</a:t>
            </a:r>
            <a:r>
              <a:rPr lang="en-GB" sz="2000" kern="0">
                <a:solidFill>
                  <a:schemeClr val="bg2">
                    <a:lumMod val="10000"/>
                  </a:schemeClr>
                </a:solidFill>
                <a:ea typeface="Open Sans" panose="020B0606030504020204" pitchFamily="34" charset="0"/>
                <a:cs typeface="Open Sans" panose="020B0606030504020204" pitchFamily="34" charset="0"/>
              </a:rPr>
              <a:t> represents a combination of different multimedia components which together produce a functional system</a:t>
            </a:r>
            <a:endParaRPr lang="es-ES" sz="2000" kern="0" dirty="0">
              <a:solidFill>
                <a:schemeClr val="bg2">
                  <a:lumMod val="10000"/>
                </a:schemeClr>
              </a:solidFill>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9988429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Types of multimedia systems</a:t>
            </a:r>
          </a:p>
        </p:txBody>
      </p:sp>
      <p:pic>
        <p:nvPicPr>
          <p:cNvPr id="4" name="Grafik 1396" descr="Bildergebnis für multimedia player">
            <a:extLst>
              <a:ext uri="{FF2B5EF4-FFF2-40B4-BE49-F238E27FC236}">
                <a16:creationId xmlns:a16="http://schemas.microsoft.com/office/drawing/2014/main" id="{7DCAC405-6FD5-4B63-93CA-807200D4AD4E}"/>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217727" y="2469504"/>
            <a:ext cx="1800202" cy="1584176"/>
          </a:xfrm>
          <a:prstGeom prst="rect">
            <a:avLst/>
          </a:prstGeom>
          <a:noFill/>
          <a:ln>
            <a:noFill/>
          </a:ln>
        </p:spPr>
      </p:pic>
      <p:sp>
        <p:nvSpPr>
          <p:cNvPr id="5" name="Content Placeholder 1">
            <a:extLst>
              <a:ext uri="{FF2B5EF4-FFF2-40B4-BE49-F238E27FC236}">
                <a16:creationId xmlns:a16="http://schemas.microsoft.com/office/drawing/2014/main" id="{7382FF57-D8EB-4EED-BADE-895933F07E70}"/>
              </a:ext>
            </a:extLst>
          </p:cNvPr>
          <p:cNvSpPr txBox="1">
            <a:spLocks/>
          </p:cNvSpPr>
          <p:nvPr/>
        </p:nvSpPr>
        <p:spPr>
          <a:xfrm>
            <a:off x="981091" y="2638375"/>
            <a:ext cx="4671029" cy="3743375"/>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solidFill>
                  <a:schemeClr val="tx1"/>
                </a:solidFill>
                <a:ea typeface="Open Sans" panose="020B0606030504020204" pitchFamily="34" charset="0"/>
                <a:cs typeface="Open Sans" panose="020B0606030504020204" pitchFamily="34" charset="0"/>
              </a:rPr>
              <a:t>A</a:t>
            </a:r>
            <a:r>
              <a:rPr lang="en-US" sz="2000" kern="0" dirty="0">
                <a:ea typeface="Open Sans" panose="020B0606030504020204" pitchFamily="34" charset="0"/>
                <a:cs typeface="Open Sans" panose="020B0606030504020204" pitchFamily="34" charset="0"/>
              </a:rPr>
              <a:t> typical audio system </a:t>
            </a:r>
            <a:r>
              <a:rPr lang="en-US" sz="2000" dirty="0">
                <a:solidFill>
                  <a:schemeClr val="tx1"/>
                </a:solidFill>
                <a:latin typeface="Arial" charset="0"/>
              </a:rPr>
              <a:t>contains one audio source and one audio output</a:t>
            </a:r>
          </a:p>
          <a:p>
            <a:endParaRPr lang="en-US" sz="2000" kern="0" dirty="0">
              <a:solidFill>
                <a:schemeClr val="tx1"/>
              </a:solidFill>
              <a:latin typeface="Arial" charset="0"/>
              <a:ea typeface="Open Sans" panose="020B0606030504020204" pitchFamily="34" charset="0"/>
              <a:cs typeface="Open Sans" panose="020B0606030504020204" pitchFamily="34" charset="0"/>
            </a:endParaRPr>
          </a:p>
          <a:p>
            <a:endParaRPr lang="en-US" sz="2000" kern="0" dirty="0">
              <a:solidFill>
                <a:schemeClr val="tx1"/>
              </a:solidFill>
              <a:latin typeface="Arial" charset="0"/>
              <a:ea typeface="Open Sans" panose="020B0606030504020204" pitchFamily="34" charset="0"/>
              <a:cs typeface="Open Sans" panose="020B0606030504020204" pitchFamily="34" charset="0"/>
            </a:endParaRPr>
          </a:p>
          <a:p>
            <a:r>
              <a:rPr lang="en-GB" sz="2000" dirty="0">
                <a:solidFill>
                  <a:schemeClr val="tx1"/>
                </a:solidFill>
                <a:latin typeface="Arial" charset="0"/>
              </a:rPr>
              <a:t>An </a:t>
            </a:r>
            <a:r>
              <a:rPr lang="en-GB" sz="2000" dirty="0">
                <a:latin typeface="Arial" charset="0"/>
              </a:rPr>
              <a:t>extended audio system </a:t>
            </a:r>
            <a:r>
              <a:rPr lang="en-GB" sz="2000" dirty="0">
                <a:solidFill>
                  <a:schemeClr val="tx1"/>
                </a:solidFill>
                <a:latin typeface="Arial" charset="0"/>
              </a:rPr>
              <a:t>can contain different audio sources, an audio mixing unit and various audio outputs </a:t>
            </a:r>
            <a:endParaRPr lang="en-US" sz="2000" kern="0" dirty="0">
              <a:ea typeface="Open Sans" panose="020B0606030504020204" pitchFamily="34" charset="0"/>
              <a:cs typeface="Open Sans" panose="020B0606030504020204" pitchFamily="34" charset="0"/>
            </a:endParaRPr>
          </a:p>
        </p:txBody>
      </p:sp>
      <p:pic>
        <p:nvPicPr>
          <p:cNvPr id="6" name="Bild 3" descr="Soundcraft-SI-2">
            <a:extLst>
              <a:ext uri="{FF2B5EF4-FFF2-40B4-BE49-F238E27FC236}">
                <a16:creationId xmlns:a16="http://schemas.microsoft.com/office/drawing/2014/main" id="{30E50554-EA0C-471D-886E-6ECFE4946467}"/>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796136" y="4474516"/>
            <a:ext cx="2643385" cy="1493466"/>
          </a:xfrm>
          <a:prstGeom prst="rect">
            <a:avLst/>
          </a:prstGeom>
          <a:noFill/>
          <a:ln>
            <a:noFill/>
          </a:ln>
        </p:spPr>
      </p:pic>
      <p:sp>
        <p:nvSpPr>
          <p:cNvPr id="7" name="Content Placeholder 1">
            <a:extLst>
              <a:ext uri="{FF2B5EF4-FFF2-40B4-BE49-F238E27FC236}">
                <a16:creationId xmlns:a16="http://schemas.microsoft.com/office/drawing/2014/main" id="{138C4C26-1DC6-41BD-AA6E-D349B063B0FD}"/>
              </a:ext>
            </a:extLst>
          </p:cNvPr>
          <p:cNvSpPr txBox="1">
            <a:spLocks/>
          </p:cNvSpPr>
          <p:nvPr/>
        </p:nvSpPr>
        <p:spPr>
          <a:xfrm>
            <a:off x="971600" y="1412875"/>
            <a:ext cx="7704856" cy="100801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a:ea typeface="Open Sans" panose="020B0606030504020204" pitchFamily="34" charset="0"/>
                <a:cs typeface="Open Sans" panose="020B0606030504020204" pitchFamily="34" charset="0"/>
              </a:rPr>
              <a:t>Audio System </a:t>
            </a:r>
            <a:r>
              <a:rPr lang="en-GB" sz="2000" kern="1200">
                <a:solidFill>
                  <a:schemeClr val="tx1"/>
                </a:solidFill>
                <a:latin typeface="Arial" charset="0"/>
              </a:rPr>
              <a:t>consists of electronic equipment for recording or reproducing sound</a:t>
            </a: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071503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p:txBody>
          <a:bodyPr/>
          <a:lstStyle/>
          <a:p>
            <a:r>
              <a:rPr lang="en-GB" dirty="0"/>
              <a:t>Types of multimedia systems</a:t>
            </a:r>
          </a:p>
        </p:txBody>
      </p:sp>
      <p:sp>
        <p:nvSpPr>
          <p:cNvPr id="5" name="Content Placeholder 1">
            <a:extLst>
              <a:ext uri="{FF2B5EF4-FFF2-40B4-BE49-F238E27FC236}">
                <a16:creationId xmlns:a16="http://schemas.microsoft.com/office/drawing/2014/main" id="{7382FF57-D8EB-4EED-BADE-895933F07E70}"/>
              </a:ext>
            </a:extLst>
          </p:cNvPr>
          <p:cNvSpPr txBox="1">
            <a:spLocks/>
          </p:cNvSpPr>
          <p:nvPr/>
        </p:nvSpPr>
        <p:spPr>
          <a:xfrm>
            <a:off x="981092" y="2638375"/>
            <a:ext cx="4469184" cy="3743375"/>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r>
              <a:rPr lang="en-US" sz="2000" kern="0" dirty="0">
                <a:solidFill>
                  <a:schemeClr val="tx1"/>
                </a:solidFill>
                <a:ea typeface="Open Sans" panose="020B0606030504020204" pitchFamily="34" charset="0"/>
                <a:cs typeface="Open Sans" panose="020B0606030504020204" pitchFamily="34" charset="0"/>
              </a:rPr>
              <a:t>An “</a:t>
            </a:r>
            <a:r>
              <a:rPr lang="en-US" sz="2000" kern="0" dirty="0">
                <a:ea typeface="Open Sans" panose="020B0606030504020204" pitchFamily="34" charset="0"/>
                <a:cs typeface="Open Sans" panose="020B0606030504020204" pitchFamily="34" charset="0"/>
              </a:rPr>
              <a:t>audio to audio</a:t>
            </a:r>
            <a:r>
              <a:rPr lang="en-US" sz="2000" kern="0" dirty="0">
                <a:solidFill>
                  <a:schemeClr val="tx1"/>
                </a:solidFill>
                <a:ea typeface="Open Sans" panose="020B0606030504020204" pitchFamily="34" charset="0"/>
                <a:cs typeface="Open Sans" panose="020B0606030504020204" pitchFamily="34" charset="0"/>
              </a:rPr>
              <a:t>” intercom system consists of two or more devices frequently equipped with an audio recording and playback function </a:t>
            </a:r>
          </a:p>
          <a:p>
            <a:endParaRPr lang="en-US" sz="2000" kern="0" dirty="0">
              <a:solidFill>
                <a:schemeClr val="tx1"/>
              </a:solidFill>
              <a:latin typeface="Arial" charset="0"/>
              <a:ea typeface="Open Sans" panose="020B0606030504020204" pitchFamily="34" charset="0"/>
              <a:cs typeface="Open Sans" panose="020B0606030504020204" pitchFamily="34" charset="0"/>
            </a:endParaRPr>
          </a:p>
          <a:p>
            <a:r>
              <a:rPr lang="en-US" sz="2000" dirty="0">
                <a:solidFill>
                  <a:schemeClr val="tx1"/>
                </a:solidFill>
                <a:latin typeface="Arial" charset="0"/>
              </a:rPr>
              <a:t>The “</a:t>
            </a:r>
            <a:r>
              <a:rPr lang="en-US" sz="2000" dirty="0">
                <a:latin typeface="Arial" charset="0"/>
              </a:rPr>
              <a:t>audio and video</a:t>
            </a:r>
            <a:r>
              <a:rPr lang="en-US" sz="2000" dirty="0">
                <a:solidFill>
                  <a:schemeClr val="tx1"/>
                </a:solidFill>
                <a:latin typeface="Arial" charset="0"/>
              </a:rPr>
              <a:t>” to “</a:t>
            </a:r>
            <a:r>
              <a:rPr lang="en-US" sz="2000" dirty="0">
                <a:latin typeface="Arial" charset="0"/>
              </a:rPr>
              <a:t>audio and video</a:t>
            </a:r>
            <a:r>
              <a:rPr lang="en-US" sz="2000" dirty="0">
                <a:solidFill>
                  <a:schemeClr val="tx1"/>
                </a:solidFill>
                <a:latin typeface="Arial" charset="0"/>
              </a:rPr>
              <a:t>” intercom systems consist of cameras and audio devices with recording and playback functions</a:t>
            </a:r>
            <a:endParaRPr lang="en-US" sz="2000" kern="0" dirty="0">
              <a:ea typeface="Open Sans" panose="020B0606030504020204" pitchFamily="34" charset="0"/>
              <a:cs typeface="Open Sans" panose="020B0606030504020204" pitchFamily="34" charset="0"/>
            </a:endParaRPr>
          </a:p>
        </p:txBody>
      </p:sp>
      <p:grpSp>
        <p:nvGrpSpPr>
          <p:cNvPr id="7" name="Gruppieren 1417">
            <a:extLst>
              <a:ext uri="{FF2B5EF4-FFF2-40B4-BE49-F238E27FC236}">
                <a16:creationId xmlns:a16="http://schemas.microsoft.com/office/drawing/2014/main" id="{62FF1E5F-3448-4EA2-A923-17BFE0470F82}"/>
              </a:ext>
            </a:extLst>
          </p:cNvPr>
          <p:cNvGrpSpPr/>
          <p:nvPr/>
        </p:nvGrpSpPr>
        <p:grpSpPr>
          <a:xfrm>
            <a:off x="5674730" y="2770768"/>
            <a:ext cx="2982877" cy="1378312"/>
            <a:chOff x="0" y="0"/>
            <a:chExt cx="3109517" cy="1641475"/>
          </a:xfrm>
        </p:grpSpPr>
        <p:grpSp>
          <p:nvGrpSpPr>
            <p:cNvPr id="8" name="Gruppieren 1415">
              <a:extLst>
                <a:ext uri="{FF2B5EF4-FFF2-40B4-BE49-F238E27FC236}">
                  <a16:creationId xmlns:a16="http://schemas.microsoft.com/office/drawing/2014/main" id="{53BA1306-AA80-4AAD-8B2A-5E00DD61ED3D}"/>
                </a:ext>
              </a:extLst>
            </p:cNvPr>
            <p:cNvGrpSpPr/>
            <p:nvPr/>
          </p:nvGrpSpPr>
          <p:grpSpPr>
            <a:xfrm>
              <a:off x="2472612" y="121298"/>
              <a:ext cx="636905" cy="804779"/>
              <a:chOff x="0" y="0"/>
              <a:chExt cx="636905" cy="804779"/>
            </a:xfrm>
          </p:grpSpPr>
          <p:sp>
            <p:nvSpPr>
              <p:cNvPr id="11" name="Abgerundetes Rechteck 1402">
                <a:extLst>
                  <a:ext uri="{FF2B5EF4-FFF2-40B4-BE49-F238E27FC236}">
                    <a16:creationId xmlns:a16="http://schemas.microsoft.com/office/drawing/2014/main" id="{8997E94A-1130-4049-B150-94D190F58413}"/>
                  </a:ext>
                </a:extLst>
              </p:cNvPr>
              <p:cNvSpPr/>
              <p:nvPr/>
            </p:nvSpPr>
            <p:spPr>
              <a:xfrm>
                <a:off x="0" y="0"/>
                <a:ext cx="636905" cy="804779"/>
              </a:xfrm>
              <a:prstGeom prst="roundRect">
                <a:avLst>
                  <a:gd name="adj" fmla="val 3523"/>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2" name="Ellipse 1403">
                <a:extLst>
                  <a:ext uri="{FF2B5EF4-FFF2-40B4-BE49-F238E27FC236}">
                    <a16:creationId xmlns:a16="http://schemas.microsoft.com/office/drawing/2014/main" id="{AB99BBDA-B38C-43E0-9FD1-DC86BA293088}"/>
                  </a:ext>
                </a:extLst>
              </p:cNvPr>
              <p:cNvSpPr/>
              <p:nvPr/>
            </p:nvSpPr>
            <p:spPr>
              <a:xfrm>
                <a:off x="126657" y="188440"/>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3" name="Ellipse 1404">
                <a:extLst>
                  <a:ext uri="{FF2B5EF4-FFF2-40B4-BE49-F238E27FC236}">
                    <a16:creationId xmlns:a16="http://schemas.microsoft.com/office/drawing/2014/main" id="{702AC01C-EAB8-4C23-B364-B7FB55E51E62}"/>
                  </a:ext>
                </a:extLst>
              </p:cNvPr>
              <p:cNvSpPr/>
              <p:nvPr/>
            </p:nvSpPr>
            <p:spPr>
              <a:xfrm>
                <a:off x="231690" y="1853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4" name="Ellipse 1405">
                <a:extLst>
                  <a:ext uri="{FF2B5EF4-FFF2-40B4-BE49-F238E27FC236}">
                    <a16:creationId xmlns:a16="http://schemas.microsoft.com/office/drawing/2014/main" id="{93526D3B-F7DE-4F41-8485-257F3D04F298}"/>
                  </a:ext>
                </a:extLst>
              </p:cNvPr>
              <p:cNvSpPr/>
              <p:nvPr/>
            </p:nvSpPr>
            <p:spPr>
              <a:xfrm>
                <a:off x="342900" y="188440"/>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5" name="Ellipse 1406">
                <a:extLst>
                  <a:ext uri="{FF2B5EF4-FFF2-40B4-BE49-F238E27FC236}">
                    <a16:creationId xmlns:a16="http://schemas.microsoft.com/office/drawing/2014/main" id="{219E5764-B811-47A6-BE61-5DF462F5EFC9}"/>
                  </a:ext>
                </a:extLst>
              </p:cNvPr>
              <p:cNvSpPr/>
              <p:nvPr/>
            </p:nvSpPr>
            <p:spPr>
              <a:xfrm>
                <a:off x="451022" y="188440"/>
                <a:ext cx="64394" cy="6439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6" name="Ellipse 1407">
                <a:extLst>
                  <a:ext uri="{FF2B5EF4-FFF2-40B4-BE49-F238E27FC236}">
                    <a16:creationId xmlns:a16="http://schemas.microsoft.com/office/drawing/2014/main" id="{DA78024B-DFD2-4C8B-A115-458D5F45D827}"/>
                  </a:ext>
                </a:extLst>
              </p:cNvPr>
              <p:cNvSpPr/>
              <p:nvPr/>
            </p:nvSpPr>
            <p:spPr>
              <a:xfrm>
                <a:off x="126657" y="305829"/>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7" name="Ellipse 1408">
                <a:extLst>
                  <a:ext uri="{FF2B5EF4-FFF2-40B4-BE49-F238E27FC236}">
                    <a16:creationId xmlns:a16="http://schemas.microsoft.com/office/drawing/2014/main" id="{9FC8A52E-C42B-4BEE-AA7D-25B8A1578225}"/>
                  </a:ext>
                </a:extLst>
              </p:cNvPr>
              <p:cNvSpPr/>
              <p:nvPr/>
            </p:nvSpPr>
            <p:spPr>
              <a:xfrm>
                <a:off x="228600" y="302740"/>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8" name="Ellipse 1409">
                <a:extLst>
                  <a:ext uri="{FF2B5EF4-FFF2-40B4-BE49-F238E27FC236}">
                    <a16:creationId xmlns:a16="http://schemas.microsoft.com/office/drawing/2014/main" id="{F95FD742-7F1A-4B05-B98A-4590B46A93AE}"/>
                  </a:ext>
                </a:extLst>
              </p:cNvPr>
              <p:cNvSpPr/>
              <p:nvPr/>
            </p:nvSpPr>
            <p:spPr>
              <a:xfrm>
                <a:off x="339811" y="305829"/>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19" name="Ellipse 1410">
                <a:extLst>
                  <a:ext uri="{FF2B5EF4-FFF2-40B4-BE49-F238E27FC236}">
                    <a16:creationId xmlns:a16="http://schemas.microsoft.com/office/drawing/2014/main" id="{0A5655AC-53FC-4DDC-AED0-3121C4E9E7BB}"/>
                  </a:ext>
                </a:extLst>
              </p:cNvPr>
              <p:cNvSpPr/>
              <p:nvPr/>
            </p:nvSpPr>
            <p:spPr>
              <a:xfrm>
                <a:off x="447933" y="305829"/>
                <a:ext cx="64394" cy="6439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20" name="Ellipse 1411">
                <a:extLst>
                  <a:ext uri="{FF2B5EF4-FFF2-40B4-BE49-F238E27FC236}">
                    <a16:creationId xmlns:a16="http://schemas.microsoft.com/office/drawing/2014/main" id="{B2C53EAF-0069-4C78-8D68-D645A18F4C94}"/>
                  </a:ext>
                </a:extLst>
              </p:cNvPr>
              <p:cNvSpPr/>
              <p:nvPr/>
            </p:nvSpPr>
            <p:spPr>
              <a:xfrm>
                <a:off x="126657"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21" name="Ellipse 1412">
                <a:extLst>
                  <a:ext uri="{FF2B5EF4-FFF2-40B4-BE49-F238E27FC236}">
                    <a16:creationId xmlns:a16="http://schemas.microsoft.com/office/drawing/2014/main" id="{46E748A2-594D-441E-A491-96AAA59B2944}"/>
                  </a:ext>
                </a:extLst>
              </p:cNvPr>
              <p:cNvSpPr/>
              <p:nvPr/>
            </p:nvSpPr>
            <p:spPr>
              <a:xfrm>
                <a:off x="228600"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22" name="Ellipse 1413">
                <a:extLst>
                  <a:ext uri="{FF2B5EF4-FFF2-40B4-BE49-F238E27FC236}">
                    <a16:creationId xmlns:a16="http://schemas.microsoft.com/office/drawing/2014/main" id="{3977C302-9AB4-4D0D-AADD-578CC03A88E9}"/>
                  </a:ext>
                </a:extLst>
              </p:cNvPr>
              <p:cNvSpPr/>
              <p:nvPr/>
            </p:nvSpPr>
            <p:spPr>
              <a:xfrm>
                <a:off x="339811"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sp>
            <p:nvSpPr>
              <p:cNvPr id="23" name="Ellipse 1414">
                <a:extLst>
                  <a:ext uri="{FF2B5EF4-FFF2-40B4-BE49-F238E27FC236}">
                    <a16:creationId xmlns:a16="http://schemas.microsoft.com/office/drawing/2014/main" id="{3BF94AFF-3B99-4954-BAAF-4D3762C6CBC2}"/>
                  </a:ext>
                </a:extLst>
              </p:cNvPr>
              <p:cNvSpPr/>
              <p:nvPr/>
            </p:nvSpPr>
            <p:spPr>
              <a:xfrm>
                <a:off x="447933" y="413951"/>
                <a:ext cx="64135" cy="64135"/>
              </a:xfrm>
              <a:prstGeom prst="ellipse">
                <a:avLst/>
              </a:prstGeom>
            </p:spPr>
            <p:style>
              <a:lnRef idx="2">
                <a:schemeClr val="dk1">
                  <a:shade val="50000"/>
                </a:schemeClr>
              </a:lnRef>
              <a:fillRef idx="1">
                <a:schemeClr val="dk1"/>
              </a:fillRef>
              <a:effectRef idx="0">
                <a:schemeClr val="dk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s-ES"/>
              </a:p>
            </p:txBody>
          </p:sp>
        </p:grpSp>
        <p:cxnSp>
          <p:nvCxnSpPr>
            <p:cNvPr id="9" name="Gerader Verbinder 1416">
              <a:extLst>
                <a:ext uri="{FF2B5EF4-FFF2-40B4-BE49-F238E27FC236}">
                  <a16:creationId xmlns:a16="http://schemas.microsoft.com/office/drawing/2014/main" id="{272597F1-BF8E-496F-AE31-19EE5759279E}"/>
                </a:ext>
              </a:extLst>
            </p:cNvPr>
            <p:cNvCxnSpPr/>
            <p:nvPr/>
          </p:nvCxnSpPr>
          <p:spPr>
            <a:xfrm>
              <a:off x="419878" y="522515"/>
              <a:ext cx="2052734" cy="0"/>
            </a:xfrm>
            <a:prstGeom prst="line">
              <a:avLst/>
            </a:prstGeom>
            <a:ln w="28575"/>
          </p:spPr>
          <p:style>
            <a:lnRef idx="1">
              <a:schemeClr val="dk1"/>
            </a:lnRef>
            <a:fillRef idx="0">
              <a:schemeClr val="dk1"/>
            </a:fillRef>
            <a:effectRef idx="0">
              <a:schemeClr val="dk1"/>
            </a:effectRef>
            <a:fontRef idx="minor">
              <a:schemeClr val="tx1"/>
            </a:fontRef>
          </p:style>
        </p:cxnSp>
        <p:pic>
          <p:nvPicPr>
            <p:cNvPr id="10" name="Picture 9">
              <a:extLst>
                <a:ext uri="{FF2B5EF4-FFF2-40B4-BE49-F238E27FC236}">
                  <a16:creationId xmlns:a16="http://schemas.microsoft.com/office/drawing/2014/main" id="{52846201-B72F-42D2-8848-C3D3830E1D9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427990" cy="1641475"/>
            </a:xfrm>
            <a:prstGeom prst="rect">
              <a:avLst/>
            </a:prstGeom>
            <a:noFill/>
            <a:ln>
              <a:noFill/>
            </a:ln>
          </p:spPr>
        </p:pic>
      </p:grpSp>
      <p:grpSp>
        <p:nvGrpSpPr>
          <p:cNvPr id="24" name="Gruppieren 1424">
            <a:extLst>
              <a:ext uri="{FF2B5EF4-FFF2-40B4-BE49-F238E27FC236}">
                <a16:creationId xmlns:a16="http://schemas.microsoft.com/office/drawing/2014/main" id="{8042B459-68CF-4D1D-B790-6301394E98F5}"/>
              </a:ext>
            </a:extLst>
          </p:cNvPr>
          <p:cNvGrpSpPr>
            <a:grpSpLocks noChangeAspect="1"/>
          </p:cNvGrpSpPr>
          <p:nvPr/>
        </p:nvGrpSpPr>
        <p:grpSpPr>
          <a:xfrm>
            <a:off x="5641357" y="4682173"/>
            <a:ext cx="2896497" cy="1465321"/>
            <a:chOff x="0" y="0"/>
            <a:chExt cx="3353562" cy="1697736"/>
          </a:xfrm>
        </p:grpSpPr>
        <p:cxnSp>
          <p:nvCxnSpPr>
            <p:cNvPr id="25" name="Elbow Connector 1365">
              <a:extLst>
                <a:ext uri="{FF2B5EF4-FFF2-40B4-BE49-F238E27FC236}">
                  <a16:creationId xmlns:a16="http://schemas.microsoft.com/office/drawing/2014/main" id="{9F12FFC0-DFEA-4103-A47B-351DF754BCC9}"/>
                </a:ext>
              </a:extLst>
            </p:cNvPr>
            <p:cNvCxnSpPr>
              <a:cxnSpLocks/>
            </p:cNvCxnSpPr>
            <p:nvPr/>
          </p:nvCxnSpPr>
          <p:spPr>
            <a:xfrm flipV="1">
              <a:off x="993648" y="499872"/>
              <a:ext cx="1510030" cy="382905"/>
            </a:xfrm>
            <a:prstGeom prst="bentConnector3">
              <a:avLst/>
            </a:prstGeom>
            <a:noFill/>
            <a:ln w="25400" cap="flat" cmpd="sng" algn="ctr">
              <a:solidFill>
                <a:sysClr val="windowText" lastClr="000000"/>
              </a:solidFill>
              <a:prstDash val="solid"/>
              <a:headEnd type="arrow"/>
              <a:tailEnd type="arrow"/>
            </a:ln>
            <a:effectLst>
              <a:outerShdw blurRad="40000" dist="20000" dir="5400000" rotWithShape="0">
                <a:srgbClr val="000000">
                  <a:alpha val="38000"/>
                </a:srgbClr>
              </a:outerShdw>
            </a:effectLst>
          </p:spPr>
        </p:cxnSp>
        <p:pic>
          <p:nvPicPr>
            <p:cNvPr id="26" name="Picture 25">
              <a:extLst>
                <a:ext uri="{FF2B5EF4-FFF2-40B4-BE49-F238E27FC236}">
                  <a16:creationId xmlns:a16="http://schemas.microsoft.com/office/drawing/2014/main" id="{C2018C8B-9FE9-47D2-8DE1-434243583B2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724912" y="0"/>
              <a:ext cx="628650" cy="1533525"/>
            </a:xfrm>
            <a:prstGeom prst="rect">
              <a:avLst/>
            </a:prstGeom>
            <a:noFill/>
            <a:ln>
              <a:noFill/>
            </a:ln>
          </p:spPr>
        </p:pic>
        <p:pic>
          <p:nvPicPr>
            <p:cNvPr id="27" name="Picture 26">
              <a:extLst>
                <a:ext uri="{FF2B5EF4-FFF2-40B4-BE49-F238E27FC236}">
                  <a16:creationId xmlns:a16="http://schemas.microsoft.com/office/drawing/2014/main" id="{53984A5A-A605-4D77-8C3A-449B92990BAD}"/>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97536"/>
              <a:ext cx="781050" cy="1600200"/>
            </a:xfrm>
            <a:prstGeom prst="rect">
              <a:avLst/>
            </a:prstGeom>
            <a:noFill/>
            <a:ln>
              <a:noFill/>
            </a:ln>
          </p:spPr>
        </p:pic>
      </p:grpSp>
      <p:sp>
        <p:nvSpPr>
          <p:cNvPr id="28" name="Content Placeholder 1">
            <a:extLst>
              <a:ext uri="{FF2B5EF4-FFF2-40B4-BE49-F238E27FC236}">
                <a16:creationId xmlns:a16="http://schemas.microsoft.com/office/drawing/2014/main" id="{BFFF74BD-1DC3-4658-A2F1-8A1B46B25930}"/>
              </a:ext>
            </a:extLst>
          </p:cNvPr>
          <p:cNvSpPr txBox="1">
            <a:spLocks/>
          </p:cNvSpPr>
          <p:nvPr/>
        </p:nvSpPr>
        <p:spPr>
          <a:xfrm>
            <a:off x="971600" y="1412875"/>
            <a:ext cx="7776864" cy="1008013"/>
          </a:xfrm>
          <a:prstGeom prst="rect">
            <a:avLst/>
          </a:prstGeom>
        </p:spPr>
        <p:txBody>
          <a:bodyPr/>
          <a:lstStyle>
            <a:lvl1pPr marL="342900" indent="-342900" algn="l" rtl="0" eaLnBrk="0" fontAlgn="base" hangingPunct="0">
              <a:spcBef>
                <a:spcPct val="20000"/>
              </a:spcBef>
              <a:spcAft>
                <a:spcPct val="0"/>
              </a:spcAft>
              <a:buClr>
                <a:srgbClr val="369226"/>
              </a:buClr>
              <a:buFont typeface="Wingdings" pitchFamily="2" charset="2"/>
              <a:buChar char="§"/>
              <a:defRPr sz="2600" b="1">
                <a:solidFill>
                  <a:srgbClr val="369226"/>
                </a:solidFill>
                <a:latin typeface="+mn-lt"/>
                <a:ea typeface="+mn-ea"/>
                <a:cs typeface="+mn-cs"/>
              </a:defRPr>
            </a:lvl1pPr>
            <a:lvl2pPr marL="742950" indent="-285750" algn="l" rtl="0" eaLnBrk="0" fontAlgn="base" hangingPunct="0">
              <a:spcBef>
                <a:spcPct val="20000"/>
              </a:spcBef>
              <a:spcAft>
                <a:spcPct val="0"/>
              </a:spcAft>
              <a:buClr>
                <a:srgbClr val="369226"/>
              </a:buClr>
              <a:buChar char="•"/>
              <a:defRPr sz="2200">
                <a:solidFill>
                  <a:srgbClr val="0C4B9D"/>
                </a:solidFill>
                <a:latin typeface="+mn-lt"/>
                <a:cs typeface="+mn-cs"/>
              </a:defRPr>
            </a:lvl2pPr>
            <a:lvl3pPr marL="1143000" indent="-228600" algn="l" rtl="0" eaLnBrk="0" fontAlgn="base" hangingPunct="0">
              <a:spcBef>
                <a:spcPct val="20000"/>
              </a:spcBef>
              <a:spcAft>
                <a:spcPct val="0"/>
              </a:spcAft>
              <a:buClr>
                <a:srgbClr val="369226"/>
              </a:buClr>
              <a:buFont typeface="Arial" charset="0"/>
              <a:buChar char="-"/>
              <a:defRPr sz="2400">
                <a:solidFill>
                  <a:srgbClr val="0C4B9D"/>
                </a:solidFill>
                <a:latin typeface="+mn-lt"/>
                <a:cs typeface="+mn-cs"/>
              </a:defRPr>
            </a:lvl3pPr>
            <a:lvl4pPr marL="1600200" indent="-228600" algn="l" rtl="0" eaLnBrk="0" fontAlgn="base" hangingPunct="0">
              <a:spcBef>
                <a:spcPct val="20000"/>
              </a:spcBef>
              <a:spcAft>
                <a:spcPct val="0"/>
              </a:spcAft>
              <a:buClr>
                <a:srgbClr val="369226"/>
              </a:buClr>
              <a:buFont typeface="Arial" charset="0"/>
              <a:buChar char="-"/>
              <a:defRPr sz="1400" i="1">
                <a:solidFill>
                  <a:srgbClr val="0C4B9D"/>
                </a:solidFill>
                <a:latin typeface="+mn-lt"/>
                <a:cs typeface="+mn-cs"/>
              </a:defRPr>
            </a:lvl4pPr>
            <a:lvl5pPr marL="2057400" indent="-228600" algn="l" rtl="0" eaLnBrk="0" fontAlgn="base" hangingPunct="0">
              <a:spcBef>
                <a:spcPct val="20000"/>
              </a:spcBef>
              <a:spcAft>
                <a:spcPct val="0"/>
              </a:spcAft>
              <a:buClr>
                <a:srgbClr val="369226"/>
              </a:buClr>
              <a:buFont typeface="Arial" charset="0"/>
              <a:buChar char="-"/>
              <a:defRPr sz="1200" i="1">
                <a:solidFill>
                  <a:srgbClr val="0C4B9D"/>
                </a:solidFill>
                <a:latin typeface="+mn-lt"/>
                <a:cs typeface="+mn-cs"/>
              </a:defRPr>
            </a:lvl5pPr>
            <a:lvl6pPr marL="25146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6pPr>
            <a:lvl7pPr marL="29718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7pPr>
            <a:lvl8pPr marL="34290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8pPr>
            <a:lvl9pPr marL="3886200" indent="-228600" algn="l" rtl="0" eaLnBrk="1" fontAlgn="base" hangingPunct="1">
              <a:spcBef>
                <a:spcPct val="20000"/>
              </a:spcBef>
              <a:spcAft>
                <a:spcPct val="0"/>
              </a:spcAft>
              <a:buClr>
                <a:srgbClr val="369226"/>
              </a:buClr>
              <a:buFont typeface="Arial" charset="0"/>
              <a:buChar char="-"/>
              <a:defRPr sz="1200" i="1">
                <a:solidFill>
                  <a:srgbClr val="0C4B9D"/>
                </a:solidFill>
                <a:latin typeface="+mn-lt"/>
                <a:cs typeface="+mn-cs"/>
              </a:defRPr>
            </a:lvl9pPr>
          </a:lstStyle>
          <a:p>
            <a:pPr marL="0" indent="0">
              <a:buFont typeface="Wingdings" pitchFamily="2" charset="2"/>
              <a:buNone/>
            </a:pPr>
            <a:r>
              <a:rPr lang="en-US" sz="2000" kern="0">
                <a:ea typeface="Open Sans" panose="020B0606030504020204" pitchFamily="34" charset="0"/>
                <a:cs typeface="Open Sans" panose="020B0606030504020204" pitchFamily="34" charset="0"/>
              </a:rPr>
              <a:t>Intercom System </a:t>
            </a:r>
            <a:r>
              <a:rPr lang="en-GB" sz="2000" kern="1200">
                <a:solidFill>
                  <a:schemeClr val="tx1"/>
                </a:solidFill>
                <a:latin typeface="Arial" charset="0"/>
              </a:rPr>
              <a:t>consists of </a:t>
            </a:r>
            <a:r>
              <a:rPr lang="en-US" sz="2000" kern="1200">
                <a:solidFill>
                  <a:schemeClr val="tx1"/>
                </a:solidFill>
                <a:latin typeface="Arial" charset="0"/>
              </a:rPr>
              <a:t>two devices, a receiver and a transmitter. Each device works bidirectionally</a:t>
            </a:r>
            <a:endParaRPr lang="en-US" sz="2000" kern="0"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7918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Integration of the Multimedia Systems</a:t>
            </a:r>
          </a:p>
        </p:txBody>
      </p:sp>
      <p:grpSp>
        <p:nvGrpSpPr>
          <p:cNvPr id="23" name="Group 22">
            <a:extLst>
              <a:ext uri="{FF2B5EF4-FFF2-40B4-BE49-F238E27FC236}">
                <a16:creationId xmlns:a16="http://schemas.microsoft.com/office/drawing/2014/main" id="{17296EA5-9301-475C-A9FD-216AACD34F40}"/>
              </a:ext>
            </a:extLst>
          </p:cNvPr>
          <p:cNvGrpSpPr>
            <a:grpSpLocks/>
          </p:cNvGrpSpPr>
          <p:nvPr/>
        </p:nvGrpSpPr>
        <p:grpSpPr bwMode="auto">
          <a:xfrm>
            <a:off x="5120938" y="1340769"/>
            <a:ext cx="3460450" cy="2490787"/>
            <a:chOff x="863600" y="1428750"/>
            <a:chExt cx="3744686" cy="2490107"/>
          </a:xfrm>
        </p:grpSpPr>
        <p:sp>
          <p:nvSpPr>
            <p:cNvPr id="24" name="Rektangel 21">
              <a:extLst>
                <a:ext uri="{FF2B5EF4-FFF2-40B4-BE49-F238E27FC236}">
                  <a16:creationId xmlns:a16="http://schemas.microsoft.com/office/drawing/2014/main" id="{3174032E-CF72-4071-955F-05CCCF9FAA71}"/>
                </a:ext>
              </a:extLst>
            </p:cNvPr>
            <p:cNvSpPr>
              <a:spLocks noChangeArrowheads="1"/>
            </p:cNvSpPr>
            <p:nvPr/>
          </p:nvSpPr>
          <p:spPr bwMode="auto">
            <a:xfrm>
              <a:off x="863600" y="1428750"/>
              <a:ext cx="3744686" cy="476120"/>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en-US" b="1" dirty="0">
                  <a:solidFill>
                    <a:schemeClr val="bg1"/>
                  </a:solidFill>
                </a:rPr>
                <a:t>Feedback responses:</a:t>
              </a:r>
              <a:endParaRPr lang="da-DK" b="1" kern="0" noProof="1">
                <a:solidFill>
                  <a:schemeClr val="bg1"/>
                </a:solidFill>
                <a:ea typeface="ＭＳ Ｐゴシック" pitchFamily="-97" charset="-128"/>
              </a:endParaRPr>
            </a:p>
          </p:txBody>
        </p:sp>
        <p:sp>
          <p:nvSpPr>
            <p:cNvPr id="25" name="Rektangel 31">
              <a:extLst>
                <a:ext uri="{FF2B5EF4-FFF2-40B4-BE49-F238E27FC236}">
                  <a16:creationId xmlns:a16="http://schemas.microsoft.com/office/drawing/2014/main" id="{C7644612-4B94-4A21-87A4-BEFA6CB01C66}"/>
                </a:ext>
              </a:extLst>
            </p:cNvPr>
            <p:cNvSpPr>
              <a:spLocks noChangeArrowheads="1"/>
            </p:cNvSpPr>
            <p:nvPr/>
          </p:nvSpPr>
          <p:spPr bwMode="auto">
            <a:xfrm>
              <a:off x="863600" y="1933437"/>
              <a:ext cx="3744686" cy="1985420"/>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600" b="1" dirty="0">
                <a:solidFill>
                  <a:srgbClr val="FFFFFF"/>
                </a:solidFill>
                <a:ea typeface="ＭＳ Ｐゴシック" pitchFamily="-97" charset="-128"/>
              </a:endParaRPr>
            </a:p>
          </p:txBody>
        </p:sp>
        <p:sp>
          <p:nvSpPr>
            <p:cNvPr id="26" name="Tekstboks 9">
              <a:extLst>
                <a:ext uri="{FF2B5EF4-FFF2-40B4-BE49-F238E27FC236}">
                  <a16:creationId xmlns:a16="http://schemas.microsoft.com/office/drawing/2014/main" id="{8F24D8D7-0898-4ADF-8EC5-603E5CDDF57C}"/>
                </a:ext>
              </a:extLst>
            </p:cNvPr>
            <p:cNvSpPr txBox="1">
              <a:spLocks noChangeArrowheads="1"/>
            </p:cNvSpPr>
            <p:nvPr/>
          </p:nvSpPr>
          <p:spPr bwMode="auto">
            <a:xfrm>
              <a:off x="939796" y="2042944"/>
              <a:ext cx="3592295" cy="1569231"/>
            </a:xfrm>
            <a:prstGeom prst="rect">
              <a:avLst/>
            </a:prstGeom>
            <a:noFill/>
            <a:ln w="9525">
              <a:noFill/>
              <a:miter lim="800000"/>
              <a:headEnd/>
              <a:tailEnd/>
            </a:ln>
          </p:spPr>
          <p:txBody>
            <a:bodyPr>
              <a:spAutoFit/>
            </a:bodyPr>
            <a:lstStyle/>
            <a:p>
              <a:pPr marL="171450" indent="-171450">
                <a:buFont typeface="Arial" panose="020B0604020202020204" pitchFamily="34" charset="0"/>
                <a:buChar char="•"/>
                <a:defRPr/>
              </a:pPr>
              <a:r>
                <a:rPr lang="en-US" sz="1600" b="1" dirty="0">
                  <a:solidFill>
                    <a:schemeClr val="bg1">
                      <a:lumMod val="10000"/>
                    </a:schemeClr>
                  </a:solidFill>
                </a:rPr>
                <a:t>Amplifier On/Off</a:t>
              </a:r>
            </a:p>
            <a:p>
              <a:pPr marL="171450" indent="-171450">
                <a:buFont typeface="Arial" panose="020B0604020202020204" pitchFamily="34" charset="0"/>
                <a:buChar char="•"/>
                <a:defRPr/>
              </a:pPr>
              <a:r>
                <a:rPr lang="en-US" sz="1600" b="1" dirty="0">
                  <a:solidFill>
                    <a:schemeClr val="bg1">
                      <a:lumMod val="10000"/>
                    </a:schemeClr>
                  </a:solidFill>
                </a:rPr>
                <a:t>Volume level</a:t>
              </a:r>
            </a:p>
            <a:p>
              <a:pPr marL="171450" indent="-171450">
                <a:buFont typeface="Arial" panose="020B0604020202020204" pitchFamily="34" charset="0"/>
                <a:buChar char="•"/>
                <a:defRPr/>
              </a:pPr>
              <a:r>
                <a:rPr lang="en-US" sz="1600" b="1" dirty="0">
                  <a:solidFill>
                    <a:schemeClr val="bg1">
                      <a:lumMod val="10000"/>
                    </a:schemeClr>
                  </a:solidFill>
                </a:rPr>
                <a:t>Source name</a:t>
              </a:r>
            </a:p>
            <a:p>
              <a:pPr marL="171450" indent="-171450">
                <a:buFont typeface="Arial" panose="020B0604020202020204" pitchFamily="34" charset="0"/>
                <a:buChar char="•"/>
                <a:defRPr/>
              </a:pPr>
              <a:r>
                <a:rPr lang="en-US" sz="1600" b="1" dirty="0">
                  <a:solidFill>
                    <a:schemeClr val="bg1">
                      <a:lumMod val="10000"/>
                    </a:schemeClr>
                  </a:solidFill>
                </a:rPr>
                <a:t>Title of the current song</a:t>
              </a:r>
            </a:p>
            <a:p>
              <a:pPr marL="171450" indent="-171450">
                <a:buFont typeface="Arial" panose="020B0604020202020204" pitchFamily="34" charset="0"/>
                <a:buChar char="•"/>
                <a:defRPr/>
              </a:pPr>
              <a:r>
                <a:rPr lang="en-US" sz="1600" b="1" dirty="0">
                  <a:solidFill>
                    <a:schemeClr val="bg1">
                      <a:lumMod val="10000"/>
                    </a:schemeClr>
                  </a:solidFill>
                </a:rPr>
                <a:t>Title of the radio station or RDS</a:t>
              </a:r>
            </a:p>
          </p:txBody>
        </p:sp>
      </p:grpSp>
      <p:grpSp>
        <p:nvGrpSpPr>
          <p:cNvPr id="27" name="Group 26">
            <a:extLst>
              <a:ext uri="{FF2B5EF4-FFF2-40B4-BE49-F238E27FC236}">
                <a16:creationId xmlns:a16="http://schemas.microsoft.com/office/drawing/2014/main" id="{CD4F0245-0010-47BD-8BE1-AE1BBA1A59C1}"/>
              </a:ext>
            </a:extLst>
          </p:cNvPr>
          <p:cNvGrpSpPr>
            <a:grpSpLocks/>
          </p:cNvGrpSpPr>
          <p:nvPr/>
        </p:nvGrpSpPr>
        <p:grpSpPr bwMode="auto">
          <a:xfrm>
            <a:off x="1471590" y="1340769"/>
            <a:ext cx="3498200" cy="2490787"/>
            <a:chOff x="863600" y="1428750"/>
            <a:chExt cx="3744686" cy="2490107"/>
          </a:xfrm>
        </p:grpSpPr>
        <p:sp>
          <p:nvSpPr>
            <p:cNvPr id="28" name="Rektangel 21">
              <a:extLst>
                <a:ext uri="{FF2B5EF4-FFF2-40B4-BE49-F238E27FC236}">
                  <a16:creationId xmlns:a16="http://schemas.microsoft.com/office/drawing/2014/main" id="{52FE8795-F3FE-4595-8B5F-CE485610E862}"/>
                </a:ext>
              </a:extLst>
            </p:cNvPr>
            <p:cNvSpPr>
              <a:spLocks noChangeArrowheads="1"/>
            </p:cNvSpPr>
            <p:nvPr/>
          </p:nvSpPr>
          <p:spPr bwMode="auto">
            <a:xfrm>
              <a:off x="863600" y="1428750"/>
              <a:ext cx="3744686" cy="476120"/>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b="1" kern="0" noProof="1">
                  <a:solidFill>
                    <a:sysClr val="window" lastClr="FFFFFF"/>
                  </a:solidFill>
                  <a:ea typeface="ＭＳ Ｐゴシック" pitchFamily="-97" charset="-128"/>
                </a:rPr>
                <a:t>Functions:</a:t>
              </a:r>
            </a:p>
          </p:txBody>
        </p:sp>
        <p:sp>
          <p:nvSpPr>
            <p:cNvPr id="29" name="Rektangel 31">
              <a:extLst>
                <a:ext uri="{FF2B5EF4-FFF2-40B4-BE49-F238E27FC236}">
                  <a16:creationId xmlns:a16="http://schemas.microsoft.com/office/drawing/2014/main" id="{BCB3F47F-5FDA-46F2-B3E5-45C5627FF8FD}"/>
                </a:ext>
              </a:extLst>
            </p:cNvPr>
            <p:cNvSpPr>
              <a:spLocks noChangeArrowheads="1"/>
            </p:cNvSpPr>
            <p:nvPr/>
          </p:nvSpPr>
          <p:spPr bwMode="auto">
            <a:xfrm>
              <a:off x="863600" y="1933437"/>
              <a:ext cx="3744686" cy="1985420"/>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600" b="1" dirty="0">
                <a:solidFill>
                  <a:srgbClr val="FFFFFF"/>
                </a:solidFill>
                <a:ea typeface="ＭＳ Ｐゴシック" pitchFamily="-97" charset="-128"/>
              </a:endParaRPr>
            </a:p>
          </p:txBody>
        </p:sp>
        <p:sp>
          <p:nvSpPr>
            <p:cNvPr id="30" name="Tekstboks 9">
              <a:extLst>
                <a:ext uri="{FF2B5EF4-FFF2-40B4-BE49-F238E27FC236}">
                  <a16:creationId xmlns:a16="http://schemas.microsoft.com/office/drawing/2014/main" id="{6F224230-4B92-42D5-B84B-D728D77EF9CA}"/>
                </a:ext>
              </a:extLst>
            </p:cNvPr>
            <p:cNvSpPr txBox="1">
              <a:spLocks noChangeArrowheads="1"/>
            </p:cNvSpPr>
            <p:nvPr/>
          </p:nvSpPr>
          <p:spPr bwMode="auto">
            <a:xfrm>
              <a:off x="939795" y="2042944"/>
              <a:ext cx="3592295" cy="1815604"/>
            </a:xfrm>
            <a:prstGeom prst="rect">
              <a:avLst/>
            </a:prstGeom>
            <a:solidFill>
              <a:schemeClr val="bg1"/>
            </a:solidFill>
            <a:ln w="9525">
              <a:noFill/>
              <a:miter lim="800000"/>
              <a:headEnd/>
              <a:tailEnd/>
            </a:ln>
          </p:spPr>
          <p:txBody>
            <a:bodyPr>
              <a:spAutoFit/>
            </a:bodyPr>
            <a:lstStyle/>
            <a:p>
              <a:pPr marL="171450" indent="-171450">
                <a:buFont typeface="Arial" panose="020B0604020202020204" pitchFamily="34" charset="0"/>
                <a:buChar char="•"/>
                <a:defRPr/>
              </a:pPr>
              <a:r>
                <a:rPr lang="en-US" sz="1600" b="1" dirty="0">
                  <a:solidFill>
                    <a:schemeClr val="bg1">
                      <a:lumMod val="10000"/>
                    </a:schemeClr>
                  </a:solidFill>
                </a:rPr>
                <a:t>Zone On/Off</a:t>
              </a:r>
            </a:p>
            <a:p>
              <a:pPr marL="171450" indent="-171450">
                <a:buFont typeface="Arial" panose="020B0604020202020204" pitchFamily="34" charset="0"/>
                <a:buChar char="•"/>
                <a:defRPr/>
              </a:pPr>
              <a:r>
                <a:rPr lang="en-US" sz="1600" b="1" dirty="0">
                  <a:solidFill>
                    <a:schemeClr val="bg1">
                      <a:lumMod val="10000"/>
                    </a:schemeClr>
                  </a:solidFill>
                </a:rPr>
                <a:t>Volume adjustment</a:t>
              </a:r>
            </a:p>
            <a:p>
              <a:pPr marL="171450" indent="-171450">
                <a:buFont typeface="Arial" panose="020B0604020202020204" pitchFamily="34" charset="0"/>
                <a:buChar char="•"/>
                <a:defRPr/>
              </a:pPr>
              <a:r>
                <a:rPr lang="en-US" sz="1600" b="1" dirty="0">
                  <a:solidFill>
                    <a:schemeClr val="bg1">
                      <a:lumMod val="10000"/>
                    </a:schemeClr>
                  </a:solidFill>
                </a:rPr>
                <a:t>Source selection</a:t>
              </a:r>
            </a:p>
            <a:p>
              <a:pPr marL="171450" indent="-171450">
                <a:buFont typeface="Arial" panose="020B0604020202020204" pitchFamily="34" charset="0"/>
                <a:buChar char="•"/>
                <a:defRPr/>
              </a:pPr>
              <a:r>
                <a:rPr lang="en-US" sz="1600" b="1" dirty="0">
                  <a:solidFill>
                    <a:schemeClr val="bg1">
                      <a:lumMod val="10000"/>
                    </a:schemeClr>
                  </a:solidFill>
                </a:rPr>
                <a:t>Mute</a:t>
              </a:r>
            </a:p>
            <a:p>
              <a:pPr marL="171450" indent="-171450">
                <a:buFont typeface="Arial" panose="020B0604020202020204" pitchFamily="34" charset="0"/>
                <a:buChar char="•"/>
                <a:defRPr/>
              </a:pPr>
              <a:r>
                <a:rPr lang="en-US" sz="1600" b="1" dirty="0">
                  <a:solidFill>
                    <a:schemeClr val="bg1">
                      <a:lumMod val="10000"/>
                    </a:schemeClr>
                  </a:solidFill>
                </a:rPr>
                <a:t>Tone control</a:t>
              </a:r>
            </a:p>
            <a:p>
              <a:pPr marL="171450" indent="-171450">
                <a:buFont typeface="Arial" panose="020B0604020202020204" pitchFamily="34" charset="0"/>
                <a:buChar char="•"/>
                <a:defRPr/>
              </a:pPr>
              <a:r>
                <a:rPr lang="en-US" sz="1600" b="1" dirty="0">
                  <a:solidFill>
                    <a:schemeClr val="bg1">
                      <a:lumMod val="10000"/>
                    </a:schemeClr>
                  </a:solidFill>
                </a:rPr>
                <a:t>Zone broadcast</a:t>
              </a:r>
            </a:p>
            <a:p>
              <a:pPr marL="171450" indent="-171450">
                <a:buFont typeface="Arial" panose="020B0604020202020204" pitchFamily="34" charset="0"/>
                <a:buChar char="•"/>
                <a:defRPr/>
              </a:pPr>
              <a:r>
                <a:rPr lang="en-US" sz="1600" b="1" dirty="0">
                  <a:solidFill>
                    <a:schemeClr val="bg1">
                      <a:lumMod val="10000"/>
                    </a:schemeClr>
                  </a:solidFill>
                </a:rPr>
                <a:t>Select radio station</a:t>
              </a:r>
            </a:p>
          </p:txBody>
        </p:sp>
      </p:grpSp>
      <p:grpSp>
        <p:nvGrpSpPr>
          <p:cNvPr id="31" name="Group 30">
            <a:extLst>
              <a:ext uri="{FF2B5EF4-FFF2-40B4-BE49-F238E27FC236}">
                <a16:creationId xmlns:a16="http://schemas.microsoft.com/office/drawing/2014/main" id="{32A5E72B-26AC-444F-8E9A-1837A04470EC}"/>
              </a:ext>
            </a:extLst>
          </p:cNvPr>
          <p:cNvGrpSpPr>
            <a:grpSpLocks/>
          </p:cNvGrpSpPr>
          <p:nvPr/>
        </p:nvGrpSpPr>
        <p:grpSpPr bwMode="auto">
          <a:xfrm>
            <a:off x="5120938" y="3933058"/>
            <a:ext cx="3483510" cy="2479675"/>
            <a:chOff x="863600" y="1428750"/>
            <a:chExt cx="3744686" cy="2478367"/>
          </a:xfrm>
        </p:grpSpPr>
        <p:sp>
          <p:nvSpPr>
            <p:cNvPr id="32" name="Rektangel 21">
              <a:extLst>
                <a:ext uri="{FF2B5EF4-FFF2-40B4-BE49-F238E27FC236}">
                  <a16:creationId xmlns:a16="http://schemas.microsoft.com/office/drawing/2014/main" id="{F842A7AD-64A5-45EC-8DF7-EB15CB0E97D7}"/>
                </a:ext>
              </a:extLst>
            </p:cNvPr>
            <p:cNvSpPr>
              <a:spLocks noChangeArrowheads="1"/>
            </p:cNvSpPr>
            <p:nvPr/>
          </p:nvSpPr>
          <p:spPr bwMode="auto">
            <a:xfrm>
              <a:off x="863600" y="1428750"/>
              <a:ext cx="3744686" cy="475999"/>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en-US" b="1" dirty="0">
                  <a:solidFill>
                    <a:schemeClr val="bg1"/>
                  </a:solidFill>
                </a:rPr>
                <a:t>Feedback responses:</a:t>
              </a:r>
              <a:endParaRPr lang="da-DK" b="1" kern="0" noProof="1">
                <a:solidFill>
                  <a:schemeClr val="bg1"/>
                </a:solidFill>
                <a:ea typeface="ＭＳ Ｐゴシック" pitchFamily="-97" charset="-128"/>
              </a:endParaRPr>
            </a:p>
          </p:txBody>
        </p:sp>
        <p:sp>
          <p:nvSpPr>
            <p:cNvPr id="33" name="Rektangel 31">
              <a:extLst>
                <a:ext uri="{FF2B5EF4-FFF2-40B4-BE49-F238E27FC236}">
                  <a16:creationId xmlns:a16="http://schemas.microsoft.com/office/drawing/2014/main" id="{D4CA21BD-1A54-4B0A-ABD1-0BE0D07EDF27}"/>
                </a:ext>
              </a:extLst>
            </p:cNvPr>
            <p:cNvSpPr>
              <a:spLocks noChangeArrowheads="1"/>
            </p:cNvSpPr>
            <p:nvPr/>
          </p:nvSpPr>
          <p:spPr bwMode="auto">
            <a:xfrm>
              <a:off x="863600" y="1933309"/>
              <a:ext cx="3744686" cy="1973808"/>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600" b="1" dirty="0">
                <a:solidFill>
                  <a:srgbClr val="FFFFFF"/>
                </a:solidFill>
                <a:ea typeface="ＭＳ Ｐゴシック" pitchFamily="-97" charset="-128"/>
              </a:endParaRPr>
            </a:p>
          </p:txBody>
        </p:sp>
        <p:sp>
          <p:nvSpPr>
            <p:cNvPr id="34" name="Tekstboks 9">
              <a:extLst>
                <a:ext uri="{FF2B5EF4-FFF2-40B4-BE49-F238E27FC236}">
                  <a16:creationId xmlns:a16="http://schemas.microsoft.com/office/drawing/2014/main" id="{BCB55CED-23BD-447B-95C7-5117FD4DEB78}"/>
                </a:ext>
              </a:extLst>
            </p:cNvPr>
            <p:cNvSpPr txBox="1">
              <a:spLocks noChangeArrowheads="1"/>
            </p:cNvSpPr>
            <p:nvPr/>
          </p:nvSpPr>
          <p:spPr bwMode="auto">
            <a:xfrm>
              <a:off x="939795" y="2042789"/>
              <a:ext cx="3592295" cy="1569209"/>
            </a:xfrm>
            <a:prstGeom prst="rect">
              <a:avLst/>
            </a:prstGeom>
            <a:noFill/>
            <a:ln w="9525">
              <a:noFill/>
              <a:miter lim="800000"/>
              <a:headEnd/>
              <a:tailEnd/>
            </a:ln>
          </p:spPr>
          <p:txBody>
            <a:bodyPr>
              <a:spAutoFit/>
            </a:bodyPr>
            <a:lstStyle/>
            <a:p>
              <a:pPr marL="171450" indent="-171450">
                <a:buFont typeface="Arial" panose="020B0604020202020204" pitchFamily="34" charset="0"/>
                <a:buChar char="•"/>
                <a:defRPr/>
              </a:pPr>
              <a:r>
                <a:rPr lang="en-US" sz="1600" b="1" dirty="0">
                  <a:solidFill>
                    <a:schemeClr val="bg1">
                      <a:lumMod val="10000"/>
                    </a:schemeClr>
                  </a:solidFill>
                </a:rPr>
                <a:t>Status of the door (open or close, locked or unlocked)</a:t>
              </a:r>
            </a:p>
            <a:p>
              <a:pPr marL="171450" indent="-171450">
                <a:buFont typeface="Arial" panose="020B0604020202020204" pitchFamily="34" charset="0"/>
                <a:buChar char="•"/>
                <a:defRPr/>
              </a:pPr>
              <a:r>
                <a:rPr lang="en-US" sz="1600" b="1" dirty="0">
                  <a:solidFill>
                    <a:schemeClr val="bg1">
                      <a:lumMod val="10000"/>
                    </a:schemeClr>
                  </a:solidFill>
                </a:rPr>
                <a:t>Displaying the details of missed calls</a:t>
              </a:r>
            </a:p>
            <a:p>
              <a:pPr marL="171450" indent="-171450">
                <a:buFont typeface="Arial" panose="020B0604020202020204" pitchFamily="34" charset="0"/>
                <a:buChar char="•"/>
                <a:defRPr/>
              </a:pPr>
              <a:r>
                <a:rPr lang="en-US" sz="1600" b="1" dirty="0">
                  <a:solidFill>
                    <a:schemeClr val="bg1">
                      <a:lumMod val="10000"/>
                    </a:schemeClr>
                  </a:solidFill>
                </a:rPr>
                <a:t>Displaying the picture of the person who has made a call</a:t>
              </a:r>
              <a:endParaRPr lang="es-ES" sz="1600" b="1" dirty="0">
                <a:solidFill>
                  <a:schemeClr val="bg1">
                    <a:lumMod val="10000"/>
                  </a:schemeClr>
                </a:solidFill>
              </a:endParaRPr>
            </a:p>
          </p:txBody>
        </p:sp>
      </p:grpSp>
      <p:grpSp>
        <p:nvGrpSpPr>
          <p:cNvPr id="35" name="Group 34">
            <a:extLst>
              <a:ext uri="{FF2B5EF4-FFF2-40B4-BE49-F238E27FC236}">
                <a16:creationId xmlns:a16="http://schemas.microsoft.com/office/drawing/2014/main" id="{63B8C8A0-B702-4D72-B549-736EA50CE5C8}"/>
              </a:ext>
            </a:extLst>
          </p:cNvPr>
          <p:cNvGrpSpPr>
            <a:grpSpLocks/>
          </p:cNvGrpSpPr>
          <p:nvPr/>
        </p:nvGrpSpPr>
        <p:grpSpPr bwMode="auto">
          <a:xfrm>
            <a:off x="1471589" y="3933058"/>
            <a:ext cx="3498199" cy="2479675"/>
            <a:chOff x="863600" y="1428750"/>
            <a:chExt cx="3744686" cy="2478367"/>
          </a:xfrm>
        </p:grpSpPr>
        <p:sp>
          <p:nvSpPr>
            <p:cNvPr id="36" name="Rektangel 21">
              <a:extLst>
                <a:ext uri="{FF2B5EF4-FFF2-40B4-BE49-F238E27FC236}">
                  <a16:creationId xmlns:a16="http://schemas.microsoft.com/office/drawing/2014/main" id="{65B2CC88-2FF9-46B6-9E81-6C94DF20A419}"/>
                </a:ext>
              </a:extLst>
            </p:cNvPr>
            <p:cNvSpPr>
              <a:spLocks noChangeArrowheads="1"/>
            </p:cNvSpPr>
            <p:nvPr/>
          </p:nvSpPr>
          <p:spPr bwMode="auto">
            <a:xfrm>
              <a:off x="863600" y="1428750"/>
              <a:ext cx="3744686" cy="475999"/>
            </a:xfrm>
            <a:prstGeom prst="rect">
              <a:avLst/>
            </a:prstGeom>
            <a:gradFill rotWithShape="1">
              <a:gsLst>
                <a:gs pos="0">
                  <a:srgbClr val="002060"/>
                </a:gs>
                <a:gs pos="100000">
                  <a:srgbClr val="1F88C8"/>
                </a:gs>
              </a:gsLst>
              <a:lin ang="16200000"/>
            </a:gra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b="1" kern="0" noProof="1">
                  <a:solidFill>
                    <a:sysClr val="window" lastClr="FFFFFF"/>
                  </a:solidFill>
                  <a:ea typeface="ＭＳ Ｐゴシック" pitchFamily="-97" charset="-128"/>
                </a:rPr>
                <a:t>Functions:</a:t>
              </a:r>
            </a:p>
          </p:txBody>
        </p:sp>
        <p:sp>
          <p:nvSpPr>
            <p:cNvPr id="37" name="Rektangel 31">
              <a:extLst>
                <a:ext uri="{FF2B5EF4-FFF2-40B4-BE49-F238E27FC236}">
                  <a16:creationId xmlns:a16="http://schemas.microsoft.com/office/drawing/2014/main" id="{C2CA8013-84A3-42E7-A8E0-9C94BB016ACB}"/>
                </a:ext>
              </a:extLst>
            </p:cNvPr>
            <p:cNvSpPr>
              <a:spLocks noChangeArrowheads="1"/>
            </p:cNvSpPr>
            <p:nvPr/>
          </p:nvSpPr>
          <p:spPr bwMode="auto">
            <a:xfrm>
              <a:off x="863600" y="1933309"/>
              <a:ext cx="3744686" cy="1973808"/>
            </a:xfrm>
            <a:prstGeom prst="rect">
              <a:avLst/>
            </a:prstGeom>
            <a:solidFill>
              <a:schemeClr val="bg1"/>
            </a:solidFill>
            <a:ln w="9525">
              <a:solidFill>
                <a:srgbClr val="E1E1E1"/>
              </a:solidFill>
              <a:miter lim="800000"/>
              <a:headEnd/>
              <a:tailEnd/>
            </a:ln>
            <a:effectLst>
              <a:outerShdw blurRad="63500" dist="23000" dir="5400000" rotWithShape="0">
                <a:srgbClr val="000000">
                  <a:alpha val="34999"/>
                </a:srgbClr>
              </a:outerShdw>
            </a:effectLst>
          </p:spPr>
          <p:txBody>
            <a:bodyPr anchor="ctr"/>
            <a:lstStyle/>
            <a:p>
              <a:pPr algn="ctr" eaLnBrk="1" hangingPunct="1">
                <a:defRPr/>
              </a:pPr>
              <a:endParaRPr lang="da-DK" sz="1600" b="1" dirty="0">
                <a:solidFill>
                  <a:srgbClr val="FFFFFF"/>
                </a:solidFill>
                <a:ea typeface="ＭＳ Ｐゴシック" pitchFamily="-97" charset="-128"/>
              </a:endParaRPr>
            </a:p>
          </p:txBody>
        </p:sp>
        <p:sp>
          <p:nvSpPr>
            <p:cNvPr id="38" name="Tekstboks 9">
              <a:extLst>
                <a:ext uri="{FF2B5EF4-FFF2-40B4-BE49-F238E27FC236}">
                  <a16:creationId xmlns:a16="http://schemas.microsoft.com/office/drawing/2014/main" id="{6FB2D0D7-9DA2-4BD2-9C33-453EBF49D38E}"/>
                </a:ext>
              </a:extLst>
            </p:cNvPr>
            <p:cNvSpPr txBox="1">
              <a:spLocks noChangeArrowheads="1"/>
            </p:cNvSpPr>
            <p:nvPr/>
          </p:nvSpPr>
          <p:spPr bwMode="auto">
            <a:xfrm>
              <a:off x="939796" y="2042789"/>
              <a:ext cx="3592295" cy="1568832"/>
            </a:xfrm>
            <a:prstGeom prst="rect">
              <a:avLst/>
            </a:prstGeom>
            <a:noFill/>
            <a:ln w="9525">
              <a:noFill/>
              <a:miter lim="800000"/>
              <a:headEnd/>
              <a:tailEnd/>
            </a:ln>
          </p:spPr>
          <p:txBody>
            <a:bodyPr>
              <a:spAutoFit/>
            </a:bodyPr>
            <a:lstStyle/>
            <a:p>
              <a:pPr marL="171450" indent="-171450">
                <a:buFont typeface="Arial" panose="020B0604020202020204" pitchFamily="34" charset="0"/>
                <a:buChar char="•"/>
                <a:defRPr/>
              </a:pPr>
              <a:r>
                <a:rPr lang="en-US" sz="1600" b="1" dirty="0">
                  <a:solidFill>
                    <a:schemeClr val="bg1">
                      <a:lumMod val="10000"/>
                    </a:schemeClr>
                  </a:solidFill>
                </a:rPr>
                <a:t>Door unlocking</a:t>
              </a:r>
            </a:p>
            <a:p>
              <a:pPr marL="171450" indent="-171450">
                <a:buFont typeface="Arial" panose="020B0604020202020204" pitchFamily="34" charset="0"/>
                <a:buChar char="•"/>
                <a:defRPr/>
              </a:pPr>
              <a:r>
                <a:rPr lang="en-US" sz="1600" b="1" dirty="0">
                  <a:solidFill>
                    <a:schemeClr val="bg1">
                      <a:lumMod val="10000"/>
                    </a:schemeClr>
                  </a:solidFill>
                </a:rPr>
                <a:t>Recording date/time of calls</a:t>
              </a:r>
            </a:p>
            <a:p>
              <a:pPr marL="171450" indent="-171450">
                <a:buFont typeface="Arial" panose="020B0604020202020204" pitchFamily="34" charset="0"/>
                <a:buChar char="•"/>
                <a:defRPr/>
              </a:pPr>
              <a:r>
                <a:rPr lang="en-US" sz="1600" b="1" dirty="0">
                  <a:solidFill>
                    <a:schemeClr val="bg1">
                      <a:lumMod val="10000"/>
                    </a:schemeClr>
                  </a:solidFill>
                </a:rPr>
                <a:t>Recording picture of the caller</a:t>
              </a:r>
            </a:p>
            <a:p>
              <a:pPr marL="171450" indent="-171450">
                <a:buFont typeface="Arial" panose="020B0604020202020204" pitchFamily="34" charset="0"/>
                <a:buChar char="•"/>
                <a:defRPr/>
              </a:pPr>
              <a:r>
                <a:rPr lang="en-US" sz="1600" b="1" dirty="0">
                  <a:solidFill>
                    <a:schemeClr val="bg1">
                      <a:lumMod val="10000"/>
                    </a:schemeClr>
                  </a:solidFill>
                </a:rPr>
                <a:t>Trigger other functions to KNX (such as lighting control, enabling alarm system, </a:t>
              </a:r>
              <a:r>
                <a:rPr lang="en-US" sz="1600" b="1" dirty="0" err="1">
                  <a:solidFill>
                    <a:schemeClr val="bg1">
                      <a:lumMod val="10000"/>
                    </a:schemeClr>
                  </a:solidFill>
                </a:rPr>
                <a:t>etc</a:t>
              </a:r>
              <a:r>
                <a:rPr lang="en-US" sz="1600" b="1" dirty="0">
                  <a:solidFill>
                    <a:schemeClr val="bg1">
                      <a:lumMod val="10000"/>
                    </a:schemeClr>
                  </a:solidFill>
                </a:rPr>
                <a:t>)</a:t>
              </a:r>
            </a:p>
          </p:txBody>
        </p:sp>
      </p:grpSp>
      <p:sp>
        <p:nvSpPr>
          <p:cNvPr id="39" name="Rektangel 21">
            <a:extLst>
              <a:ext uri="{FF2B5EF4-FFF2-40B4-BE49-F238E27FC236}">
                <a16:creationId xmlns:a16="http://schemas.microsoft.com/office/drawing/2014/main" id="{42BA7288-E5A2-4663-965E-882532A92973}"/>
              </a:ext>
            </a:extLst>
          </p:cNvPr>
          <p:cNvSpPr>
            <a:spLocks noChangeArrowheads="1"/>
          </p:cNvSpPr>
          <p:nvPr/>
        </p:nvSpPr>
        <p:spPr bwMode="auto">
          <a:xfrm rot="16200000">
            <a:off x="-95805" y="4928457"/>
            <a:ext cx="2490788" cy="499989"/>
          </a:xfrm>
          <a:prstGeom prst="rect">
            <a:avLst/>
          </a:prstGeom>
          <a:solidFill>
            <a:srgbClr val="369226"/>
          </a:soli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sz="1600" b="1" kern="0" noProof="1">
                <a:solidFill>
                  <a:sysClr val="window" lastClr="FFFFFF"/>
                </a:solidFill>
                <a:ea typeface="ＭＳ Ｐゴシック" pitchFamily="-97" charset="-128"/>
              </a:rPr>
              <a:t>INTERCOM SYSTEMS</a:t>
            </a:r>
          </a:p>
        </p:txBody>
      </p:sp>
      <p:sp>
        <p:nvSpPr>
          <p:cNvPr id="40" name="Rektangel 21">
            <a:extLst>
              <a:ext uri="{FF2B5EF4-FFF2-40B4-BE49-F238E27FC236}">
                <a16:creationId xmlns:a16="http://schemas.microsoft.com/office/drawing/2014/main" id="{63EA6F12-F2E1-41F9-A23A-DDCAEA9649ED}"/>
              </a:ext>
            </a:extLst>
          </p:cNvPr>
          <p:cNvSpPr>
            <a:spLocks noChangeArrowheads="1"/>
          </p:cNvSpPr>
          <p:nvPr/>
        </p:nvSpPr>
        <p:spPr bwMode="auto">
          <a:xfrm rot="16200000">
            <a:off x="-95806" y="2336167"/>
            <a:ext cx="2490787" cy="499989"/>
          </a:xfrm>
          <a:prstGeom prst="rect">
            <a:avLst/>
          </a:prstGeom>
          <a:solidFill>
            <a:srgbClr val="369226"/>
          </a:solidFill>
          <a:ln w="9525">
            <a:solidFill>
              <a:schemeClr val="accent3">
                <a:lumMod val="50000"/>
              </a:schemeClr>
            </a:solidFill>
            <a:miter lim="800000"/>
            <a:headEnd/>
            <a:tailEnd/>
          </a:ln>
          <a:effectLst>
            <a:outerShdw blurRad="63500" dist="23000" dir="5400000" rotWithShape="0">
              <a:srgbClr val="000000">
                <a:alpha val="34999"/>
              </a:srgbClr>
            </a:outerShdw>
          </a:effectLst>
        </p:spPr>
        <p:txBody>
          <a:bodyPr anchor="ctr"/>
          <a:lstStyle/>
          <a:p>
            <a:pPr defTabSz="914400" fontAlgn="auto">
              <a:spcBef>
                <a:spcPts val="0"/>
              </a:spcBef>
              <a:spcAft>
                <a:spcPts val="0"/>
              </a:spcAft>
              <a:defRPr/>
            </a:pPr>
            <a:r>
              <a:rPr lang="da-DK" sz="1600" b="1" kern="0" noProof="1">
                <a:solidFill>
                  <a:sysClr val="window" lastClr="FFFFFF"/>
                </a:solidFill>
                <a:ea typeface="ＭＳ Ｐゴシック" pitchFamily="-97" charset="-128"/>
              </a:rPr>
              <a:t>AUDIO SYSTEMS</a:t>
            </a:r>
          </a:p>
        </p:txBody>
      </p:sp>
    </p:spTree>
    <p:extLst>
      <p:ext uri="{BB962C8B-B14F-4D97-AF65-F5344CB8AC3E}">
        <p14:creationId xmlns:p14="http://schemas.microsoft.com/office/powerpoint/2010/main" val="1533774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p:cTn id="7" dur="500" fill="hold"/>
                                        <p:tgtEl>
                                          <p:spTgt spid="23"/>
                                        </p:tgtEl>
                                        <p:attrNameLst>
                                          <p:attrName>ppt_w</p:attrName>
                                        </p:attrNameLst>
                                      </p:cBhvr>
                                      <p:tavLst>
                                        <p:tav tm="0">
                                          <p:val>
                                            <p:fltVal val="0"/>
                                          </p:val>
                                        </p:tav>
                                        <p:tav tm="100000">
                                          <p:val>
                                            <p:strVal val="#ppt_w"/>
                                          </p:val>
                                        </p:tav>
                                      </p:tavLst>
                                    </p:anim>
                                    <p:anim calcmode="lin" valueType="num">
                                      <p:cBhvr>
                                        <p:cTn id="8" dur="500" fill="hold"/>
                                        <p:tgtEl>
                                          <p:spTgt spid="23"/>
                                        </p:tgtEl>
                                        <p:attrNameLst>
                                          <p:attrName>ppt_h</p:attrName>
                                        </p:attrNameLst>
                                      </p:cBhvr>
                                      <p:tavLst>
                                        <p:tav tm="0">
                                          <p:val>
                                            <p:fltVal val="0"/>
                                          </p:val>
                                        </p:tav>
                                        <p:tav tm="100000">
                                          <p:val>
                                            <p:strVal val="#ppt_h"/>
                                          </p:val>
                                        </p:tav>
                                      </p:tavLst>
                                    </p:anim>
                                    <p:animEffect transition="in" filter="fade">
                                      <p:cBhvr>
                                        <p:cTn id="9" dur="500"/>
                                        <p:tgtEl>
                                          <p:spTgt spid="23"/>
                                        </p:tgtEl>
                                      </p:cBhvr>
                                    </p:animEffect>
                                  </p:childTnLst>
                                </p:cTn>
                              </p:par>
                              <p:par>
                                <p:cTn id="10" presetID="53" presetClass="entr" presetSubtype="16" fill="hold" nodeType="withEffect">
                                  <p:stCondLst>
                                    <p:cond delay="0"/>
                                  </p:stCondLst>
                                  <p:childTnLst>
                                    <p:set>
                                      <p:cBhvr>
                                        <p:cTn id="11" dur="1" fill="hold">
                                          <p:stCondLst>
                                            <p:cond delay="0"/>
                                          </p:stCondLst>
                                        </p:cTn>
                                        <p:tgtEl>
                                          <p:spTgt spid="27"/>
                                        </p:tgtEl>
                                        <p:attrNameLst>
                                          <p:attrName>style.visibility</p:attrName>
                                        </p:attrNameLst>
                                      </p:cBhvr>
                                      <p:to>
                                        <p:strVal val="visible"/>
                                      </p:to>
                                    </p:set>
                                    <p:anim calcmode="lin" valueType="num">
                                      <p:cBhvr>
                                        <p:cTn id="12" dur="500" fill="hold"/>
                                        <p:tgtEl>
                                          <p:spTgt spid="27"/>
                                        </p:tgtEl>
                                        <p:attrNameLst>
                                          <p:attrName>ppt_w</p:attrName>
                                        </p:attrNameLst>
                                      </p:cBhvr>
                                      <p:tavLst>
                                        <p:tav tm="0">
                                          <p:val>
                                            <p:fltVal val="0"/>
                                          </p:val>
                                        </p:tav>
                                        <p:tav tm="100000">
                                          <p:val>
                                            <p:strVal val="#ppt_w"/>
                                          </p:val>
                                        </p:tav>
                                      </p:tavLst>
                                    </p:anim>
                                    <p:anim calcmode="lin" valueType="num">
                                      <p:cBhvr>
                                        <p:cTn id="13" dur="500" fill="hold"/>
                                        <p:tgtEl>
                                          <p:spTgt spid="27"/>
                                        </p:tgtEl>
                                        <p:attrNameLst>
                                          <p:attrName>ppt_h</p:attrName>
                                        </p:attrNameLst>
                                      </p:cBhvr>
                                      <p:tavLst>
                                        <p:tav tm="0">
                                          <p:val>
                                            <p:fltVal val="0"/>
                                          </p:val>
                                        </p:tav>
                                        <p:tav tm="100000">
                                          <p:val>
                                            <p:strVal val="#ppt_h"/>
                                          </p:val>
                                        </p:tav>
                                      </p:tavLst>
                                    </p:anim>
                                    <p:animEffect transition="in" filter="fade">
                                      <p:cBhvr>
                                        <p:cTn id="14" dur="500"/>
                                        <p:tgtEl>
                                          <p:spTgt spid="2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p:cTn id="17" dur="500" fill="hold"/>
                                        <p:tgtEl>
                                          <p:spTgt spid="40"/>
                                        </p:tgtEl>
                                        <p:attrNameLst>
                                          <p:attrName>ppt_w</p:attrName>
                                        </p:attrNameLst>
                                      </p:cBhvr>
                                      <p:tavLst>
                                        <p:tav tm="0">
                                          <p:val>
                                            <p:fltVal val="0"/>
                                          </p:val>
                                        </p:tav>
                                        <p:tav tm="100000">
                                          <p:val>
                                            <p:strVal val="#ppt_w"/>
                                          </p:val>
                                        </p:tav>
                                      </p:tavLst>
                                    </p:anim>
                                    <p:anim calcmode="lin" valueType="num">
                                      <p:cBhvr>
                                        <p:cTn id="18" dur="500" fill="hold"/>
                                        <p:tgtEl>
                                          <p:spTgt spid="40"/>
                                        </p:tgtEl>
                                        <p:attrNameLst>
                                          <p:attrName>ppt_h</p:attrName>
                                        </p:attrNameLst>
                                      </p:cBhvr>
                                      <p:tavLst>
                                        <p:tav tm="0">
                                          <p:val>
                                            <p:fltVal val="0"/>
                                          </p:val>
                                        </p:tav>
                                        <p:tav tm="100000">
                                          <p:val>
                                            <p:strVal val="#ppt_h"/>
                                          </p:val>
                                        </p:tav>
                                      </p:tavLst>
                                    </p:anim>
                                    <p:animEffect transition="in" filter="fade">
                                      <p:cBhvr>
                                        <p:cTn id="19" dur="500"/>
                                        <p:tgtEl>
                                          <p:spTgt spid="4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p:cTn id="24" dur="500" fill="hold"/>
                                        <p:tgtEl>
                                          <p:spTgt spid="31"/>
                                        </p:tgtEl>
                                        <p:attrNameLst>
                                          <p:attrName>ppt_w</p:attrName>
                                        </p:attrNameLst>
                                      </p:cBhvr>
                                      <p:tavLst>
                                        <p:tav tm="0">
                                          <p:val>
                                            <p:fltVal val="0"/>
                                          </p:val>
                                        </p:tav>
                                        <p:tav tm="100000">
                                          <p:val>
                                            <p:strVal val="#ppt_w"/>
                                          </p:val>
                                        </p:tav>
                                      </p:tavLst>
                                    </p:anim>
                                    <p:anim calcmode="lin" valueType="num">
                                      <p:cBhvr>
                                        <p:cTn id="25" dur="500" fill="hold"/>
                                        <p:tgtEl>
                                          <p:spTgt spid="31"/>
                                        </p:tgtEl>
                                        <p:attrNameLst>
                                          <p:attrName>ppt_h</p:attrName>
                                        </p:attrNameLst>
                                      </p:cBhvr>
                                      <p:tavLst>
                                        <p:tav tm="0">
                                          <p:val>
                                            <p:fltVal val="0"/>
                                          </p:val>
                                        </p:tav>
                                        <p:tav tm="100000">
                                          <p:val>
                                            <p:strVal val="#ppt_h"/>
                                          </p:val>
                                        </p:tav>
                                      </p:tavLst>
                                    </p:anim>
                                    <p:animEffect transition="in" filter="fade">
                                      <p:cBhvr>
                                        <p:cTn id="26" dur="500"/>
                                        <p:tgtEl>
                                          <p:spTgt spid="31"/>
                                        </p:tgtEl>
                                      </p:cBhvr>
                                    </p:animEffect>
                                  </p:childTnLst>
                                </p:cTn>
                              </p:par>
                              <p:par>
                                <p:cTn id="27" presetID="53" presetClass="entr" presetSubtype="16" fill="hold" nodeType="withEffect">
                                  <p:stCondLst>
                                    <p:cond delay="0"/>
                                  </p:stCondLst>
                                  <p:childTnLst>
                                    <p:set>
                                      <p:cBhvr>
                                        <p:cTn id="28" dur="1" fill="hold">
                                          <p:stCondLst>
                                            <p:cond delay="0"/>
                                          </p:stCondLst>
                                        </p:cTn>
                                        <p:tgtEl>
                                          <p:spTgt spid="35"/>
                                        </p:tgtEl>
                                        <p:attrNameLst>
                                          <p:attrName>style.visibility</p:attrName>
                                        </p:attrNameLst>
                                      </p:cBhvr>
                                      <p:to>
                                        <p:strVal val="visible"/>
                                      </p:to>
                                    </p:set>
                                    <p:anim calcmode="lin" valueType="num">
                                      <p:cBhvr>
                                        <p:cTn id="29" dur="500" fill="hold"/>
                                        <p:tgtEl>
                                          <p:spTgt spid="35"/>
                                        </p:tgtEl>
                                        <p:attrNameLst>
                                          <p:attrName>ppt_w</p:attrName>
                                        </p:attrNameLst>
                                      </p:cBhvr>
                                      <p:tavLst>
                                        <p:tav tm="0">
                                          <p:val>
                                            <p:fltVal val="0"/>
                                          </p:val>
                                        </p:tav>
                                        <p:tav tm="100000">
                                          <p:val>
                                            <p:strVal val="#ppt_w"/>
                                          </p:val>
                                        </p:tav>
                                      </p:tavLst>
                                    </p:anim>
                                    <p:anim calcmode="lin" valueType="num">
                                      <p:cBhvr>
                                        <p:cTn id="30" dur="500" fill="hold"/>
                                        <p:tgtEl>
                                          <p:spTgt spid="35"/>
                                        </p:tgtEl>
                                        <p:attrNameLst>
                                          <p:attrName>ppt_h</p:attrName>
                                        </p:attrNameLst>
                                      </p:cBhvr>
                                      <p:tavLst>
                                        <p:tav tm="0">
                                          <p:val>
                                            <p:fltVal val="0"/>
                                          </p:val>
                                        </p:tav>
                                        <p:tav tm="100000">
                                          <p:val>
                                            <p:strVal val="#ppt_h"/>
                                          </p:val>
                                        </p:tav>
                                      </p:tavLst>
                                    </p:anim>
                                    <p:animEffect transition="in" filter="fade">
                                      <p:cBhvr>
                                        <p:cTn id="31" dur="500"/>
                                        <p:tgtEl>
                                          <p:spTgt spid="35"/>
                                        </p:tgtEl>
                                      </p:cBhvr>
                                    </p:animEffect>
                                  </p:childTnLst>
                                </p:cTn>
                              </p:par>
                              <p:par>
                                <p:cTn id="32" presetID="53" presetClass="entr" presetSubtype="16" fill="hold" grpId="0" nodeType="withEffect">
                                  <p:stCondLst>
                                    <p:cond delay="0"/>
                                  </p:stCondLst>
                                  <p:childTnLst>
                                    <p:set>
                                      <p:cBhvr>
                                        <p:cTn id="33" dur="1" fill="hold">
                                          <p:stCondLst>
                                            <p:cond delay="0"/>
                                          </p:stCondLst>
                                        </p:cTn>
                                        <p:tgtEl>
                                          <p:spTgt spid="39"/>
                                        </p:tgtEl>
                                        <p:attrNameLst>
                                          <p:attrName>style.visibility</p:attrName>
                                        </p:attrNameLst>
                                      </p:cBhvr>
                                      <p:to>
                                        <p:strVal val="visible"/>
                                      </p:to>
                                    </p:set>
                                    <p:anim calcmode="lin" valueType="num">
                                      <p:cBhvr>
                                        <p:cTn id="34" dur="500" fill="hold"/>
                                        <p:tgtEl>
                                          <p:spTgt spid="39"/>
                                        </p:tgtEl>
                                        <p:attrNameLst>
                                          <p:attrName>ppt_w</p:attrName>
                                        </p:attrNameLst>
                                      </p:cBhvr>
                                      <p:tavLst>
                                        <p:tav tm="0">
                                          <p:val>
                                            <p:fltVal val="0"/>
                                          </p:val>
                                        </p:tav>
                                        <p:tav tm="100000">
                                          <p:val>
                                            <p:strVal val="#ppt_w"/>
                                          </p:val>
                                        </p:tav>
                                      </p:tavLst>
                                    </p:anim>
                                    <p:anim calcmode="lin" valueType="num">
                                      <p:cBhvr>
                                        <p:cTn id="35" dur="500" fill="hold"/>
                                        <p:tgtEl>
                                          <p:spTgt spid="39"/>
                                        </p:tgtEl>
                                        <p:attrNameLst>
                                          <p:attrName>ppt_h</p:attrName>
                                        </p:attrNameLst>
                                      </p:cBhvr>
                                      <p:tavLst>
                                        <p:tav tm="0">
                                          <p:val>
                                            <p:fltVal val="0"/>
                                          </p:val>
                                        </p:tav>
                                        <p:tav tm="100000">
                                          <p:val>
                                            <p:strVal val="#ppt_h"/>
                                          </p:val>
                                        </p:tav>
                                      </p:tavLst>
                                    </p:anim>
                                    <p:animEffect transition="in" filter="fade">
                                      <p:cBhvr>
                                        <p:cTn id="36"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912247" cy="719138"/>
          </a:xfrm>
        </p:spPr>
        <p:txBody>
          <a:bodyPr/>
          <a:lstStyle/>
          <a:p>
            <a:r>
              <a:rPr lang="it-IT" dirty="0"/>
              <a:t>Audio System </a:t>
            </a:r>
            <a:r>
              <a:rPr lang="en-GB" dirty="0"/>
              <a:t>controllable</a:t>
            </a:r>
            <a:r>
              <a:rPr lang="it-IT" dirty="0"/>
              <a:t> via KNX</a:t>
            </a:r>
          </a:p>
        </p:txBody>
      </p:sp>
      <p:pic>
        <p:nvPicPr>
          <p:cNvPr id="2" name="Picture 1">
            <a:extLst>
              <a:ext uri="{FF2B5EF4-FFF2-40B4-BE49-F238E27FC236}">
                <a16:creationId xmlns:a16="http://schemas.microsoft.com/office/drawing/2014/main" id="{3BFC32DB-DAA3-473C-9C3D-FA38103B07B5}"/>
              </a:ext>
            </a:extLst>
          </p:cNvPr>
          <p:cNvPicPr>
            <a:picLocks noChangeAspect="1"/>
          </p:cNvPicPr>
          <p:nvPr/>
        </p:nvPicPr>
        <p:blipFill>
          <a:blip r:embed="rId3"/>
          <a:stretch>
            <a:fillRect/>
          </a:stretch>
        </p:blipFill>
        <p:spPr>
          <a:xfrm>
            <a:off x="1361807" y="1556792"/>
            <a:ext cx="6685432" cy="4680942"/>
          </a:xfrm>
          <a:prstGeom prst="rect">
            <a:avLst/>
          </a:prstGeom>
        </p:spPr>
      </p:pic>
    </p:spTree>
    <p:extLst>
      <p:ext uri="{BB962C8B-B14F-4D97-AF65-F5344CB8AC3E}">
        <p14:creationId xmlns:p14="http://schemas.microsoft.com/office/powerpoint/2010/main" val="3968228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Basic Functions</a:t>
            </a:r>
          </a:p>
        </p:txBody>
      </p:sp>
      <p:pic>
        <p:nvPicPr>
          <p:cNvPr id="4" name="Picture 3">
            <a:extLst>
              <a:ext uri="{FF2B5EF4-FFF2-40B4-BE49-F238E27FC236}">
                <a16:creationId xmlns:a16="http://schemas.microsoft.com/office/drawing/2014/main" id="{7041F40B-7F8F-46B2-AF25-612B00029C32}"/>
              </a:ext>
            </a:extLst>
          </p:cNvPr>
          <p:cNvPicPr/>
          <p:nvPr/>
        </p:nvPicPr>
        <p:blipFill>
          <a:blip r:embed="rId3"/>
          <a:stretch>
            <a:fillRect/>
          </a:stretch>
        </p:blipFill>
        <p:spPr>
          <a:xfrm>
            <a:off x="1331640" y="1340768"/>
            <a:ext cx="6264696" cy="1827611"/>
          </a:xfrm>
          <a:prstGeom prst="rect">
            <a:avLst/>
          </a:prstGeom>
        </p:spPr>
      </p:pic>
      <p:pic>
        <p:nvPicPr>
          <p:cNvPr id="6" name="Picture 5">
            <a:extLst>
              <a:ext uri="{FF2B5EF4-FFF2-40B4-BE49-F238E27FC236}">
                <a16:creationId xmlns:a16="http://schemas.microsoft.com/office/drawing/2014/main" id="{C7BE5E43-705E-4443-9045-8141EB0AD685}"/>
              </a:ext>
            </a:extLst>
          </p:cNvPr>
          <p:cNvPicPr>
            <a:picLocks noChangeAspect="1"/>
          </p:cNvPicPr>
          <p:nvPr/>
        </p:nvPicPr>
        <p:blipFill>
          <a:blip r:embed="rId4"/>
          <a:stretch>
            <a:fillRect/>
          </a:stretch>
        </p:blipFill>
        <p:spPr>
          <a:xfrm>
            <a:off x="683568" y="3501009"/>
            <a:ext cx="7596336" cy="2951984"/>
          </a:xfrm>
          <a:prstGeom prst="rect">
            <a:avLst/>
          </a:prstGeom>
        </p:spPr>
      </p:pic>
      <p:sp>
        <p:nvSpPr>
          <p:cNvPr id="7" name="Rectangle 6">
            <a:extLst>
              <a:ext uri="{FF2B5EF4-FFF2-40B4-BE49-F238E27FC236}">
                <a16:creationId xmlns:a16="http://schemas.microsoft.com/office/drawing/2014/main" id="{A3164F9D-55CF-4EC6-8A9F-26766B404606}"/>
              </a:ext>
            </a:extLst>
          </p:cNvPr>
          <p:cNvSpPr/>
          <p:nvPr/>
        </p:nvSpPr>
        <p:spPr>
          <a:xfrm>
            <a:off x="5402193" y="3150028"/>
            <a:ext cx="2877711" cy="369332"/>
          </a:xfrm>
          <a:prstGeom prst="rect">
            <a:avLst/>
          </a:prstGeom>
        </p:spPr>
        <p:txBody>
          <a:bodyPr wrap="none">
            <a:spAutoFit/>
          </a:bodyPr>
          <a:lstStyle/>
          <a:p>
            <a:r>
              <a:rPr lang="en-US" b="1" dirty="0"/>
              <a:t>List of the group objects</a:t>
            </a:r>
            <a:endParaRPr lang="es-ES" b="1" dirty="0"/>
          </a:p>
        </p:txBody>
      </p:sp>
    </p:spTree>
    <p:extLst>
      <p:ext uri="{BB962C8B-B14F-4D97-AF65-F5344CB8AC3E}">
        <p14:creationId xmlns:p14="http://schemas.microsoft.com/office/powerpoint/2010/main" val="2939720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476250"/>
            <a:ext cx="6696223" cy="719138"/>
          </a:xfrm>
        </p:spPr>
        <p:txBody>
          <a:bodyPr/>
          <a:lstStyle/>
          <a:p>
            <a:r>
              <a:rPr lang="en-US" dirty="0"/>
              <a:t>Basic Functions</a:t>
            </a:r>
          </a:p>
        </p:txBody>
      </p:sp>
      <p:pic>
        <p:nvPicPr>
          <p:cNvPr id="2" name="Picture 1">
            <a:extLst>
              <a:ext uri="{FF2B5EF4-FFF2-40B4-BE49-F238E27FC236}">
                <a16:creationId xmlns:a16="http://schemas.microsoft.com/office/drawing/2014/main" id="{BBCBAD6C-3DF6-443A-8FB5-591139FDC6E8}"/>
              </a:ext>
            </a:extLst>
          </p:cNvPr>
          <p:cNvPicPr>
            <a:picLocks noChangeAspect="1"/>
          </p:cNvPicPr>
          <p:nvPr/>
        </p:nvPicPr>
        <p:blipFill>
          <a:blip r:embed="rId3"/>
          <a:stretch>
            <a:fillRect/>
          </a:stretch>
        </p:blipFill>
        <p:spPr>
          <a:xfrm>
            <a:off x="1547319" y="1352857"/>
            <a:ext cx="6048672" cy="1645095"/>
          </a:xfrm>
          <a:prstGeom prst="rect">
            <a:avLst/>
          </a:prstGeom>
        </p:spPr>
      </p:pic>
      <p:pic>
        <p:nvPicPr>
          <p:cNvPr id="4" name="Picture 3">
            <a:extLst>
              <a:ext uri="{FF2B5EF4-FFF2-40B4-BE49-F238E27FC236}">
                <a16:creationId xmlns:a16="http://schemas.microsoft.com/office/drawing/2014/main" id="{DA565A92-11F8-4E4D-9FA1-B2D942AC0F13}"/>
              </a:ext>
            </a:extLst>
          </p:cNvPr>
          <p:cNvPicPr/>
          <p:nvPr/>
        </p:nvPicPr>
        <p:blipFill>
          <a:blip r:embed="rId4"/>
          <a:stretch>
            <a:fillRect/>
          </a:stretch>
        </p:blipFill>
        <p:spPr>
          <a:xfrm>
            <a:off x="1578258" y="3295432"/>
            <a:ext cx="6018078" cy="2722377"/>
          </a:xfrm>
          <a:prstGeom prst="rect">
            <a:avLst/>
          </a:prstGeom>
        </p:spPr>
      </p:pic>
      <p:sp>
        <p:nvSpPr>
          <p:cNvPr id="5" name="Rectangle 4">
            <a:extLst>
              <a:ext uri="{FF2B5EF4-FFF2-40B4-BE49-F238E27FC236}">
                <a16:creationId xmlns:a16="http://schemas.microsoft.com/office/drawing/2014/main" id="{EE303C30-7DC3-45F5-9B47-4174963C4922}"/>
              </a:ext>
            </a:extLst>
          </p:cNvPr>
          <p:cNvSpPr/>
          <p:nvPr/>
        </p:nvSpPr>
        <p:spPr>
          <a:xfrm>
            <a:off x="4494663" y="2592694"/>
            <a:ext cx="3211135" cy="369332"/>
          </a:xfrm>
          <a:prstGeom prst="rect">
            <a:avLst/>
          </a:prstGeom>
        </p:spPr>
        <p:txBody>
          <a:bodyPr wrap="none">
            <a:spAutoFit/>
          </a:bodyPr>
          <a:lstStyle/>
          <a:p>
            <a:r>
              <a:rPr lang="en-GB" b="1" dirty="0"/>
              <a:t>List of the group addresses</a:t>
            </a:r>
            <a:endParaRPr lang="es-ES" b="1" dirty="0"/>
          </a:p>
        </p:txBody>
      </p:sp>
      <p:sp>
        <p:nvSpPr>
          <p:cNvPr id="6" name="Rectangle 5">
            <a:extLst>
              <a:ext uri="{FF2B5EF4-FFF2-40B4-BE49-F238E27FC236}">
                <a16:creationId xmlns:a16="http://schemas.microsoft.com/office/drawing/2014/main" id="{D5D18E46-8413-4E55-A12C-5C73B3860D3A}"/>
              </a:ext>
            </a:extLst>
          </p:cNvPr>
          <p:cNvSpPr/>
          <p:nvPr/>
        </p:nvSpPr>
        <p:spPr>
          <a:xfrm>
            <a:off x="2190119" y="6033836"/>
            <a:ext cx="5526360" cy="369332"/>
          </a:xfrm>
          <a:prstGeom prst="rect">
            <a:avLst/>
          </a:prstGeom>
        </p:spPr>
        <p:txBody>
          <a:bodyPr wrap="square">
            <a:spAutoFit/>
          </a:bodyPr>
          <a:lstStyle/>
          <a:p>
            <a:r>
              <a:rPr lang="en-US" b="1" dirty="0"/>
              <a:t>Linking group objects with the group addresses</a:t>
            </a:r>
          </a:p>
        </p:txBody>
      </p:sp>
    </p:spTree>
    <p:extLst>
      <p:ext uri="{BB962C8B-B14F-4D97-AF65-F5344CB8AC3E}">
        <p14:creationId xmlns:p14="http://schemas.microsoft.com/office/powerpoint/2010/main" val="19076828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344295" cy="719138"/>
          </a:xfrm>
        </p:spPr>
        <p:txBody>
          <a:bodyPr/>
          <a:lstStyle/>
          <a:p>
            <a:r>
              <a:rPr lang="en-GB" dirty="0"/>
              <a:t>Audio system control</a:t>
            </a:r>
            <a:r>
              <a:rPr lang="pt-BR" dirty="0"/>
              <a:t> via KNX/IP gateway</a:t>
            </a:r>
          </a:p>
        </p:txBody>
      </p:sp>
      <p:graphicFrame>
        <p:nvGraphicFramePr>
          <p:cNvPr id="6" name="Object 5">
            <a:extLst>
              <a:ext uri="{FF2B5EF4-FFF2-40B4-BE49-F238E27FC236}">
                <a16:creationId xmlns:a16="http://schemas.microsoft.com/office/drawing/2014/main" id="{F303BA4A-2B5D-4ACE-80DC-1DC33FB9FE2C}"/>
              </a:ext>
            </a:extLst>
          </p:cNvPr>
          <p:cNvGraphicFramePr>
            <a:graphicFrameLocks noChangeAspect="1"/>
          </p:cNvGraphicFramePr>
          <p:nvPr/>
        </p:nvGraphicFramePr>
        <p:xfrm>
          <a:off x="1259632" y="1484784"/>
          <a:ext cx="6493074" cy="4824536"/>
        </p:xfrm>
        <a:graphic>
          <a:graphicData uri="http://schemas.openxmlformats.org/presentationml/2006/ole">
            <mc:AlternateContent xmlns:mc="http://schemas.openxmlformats.org/markup-compatibility/2006">
              <mc:Choice xmlns:v="urn:schemas-microsoft-com:vml" Requires="v">
                <p:oleObj r:id="rId3" imgW="9487941" imgH="7052744" progId="Visio.Drawing.15">
                  <p:embed/>
                </p:oleObj>
              </mc:Choice>
              <mc:Fallback>
                <p:oleObj r:id="rId3" imgW="9487941" imgH="7052744" progId="Visio.Drawing.15">
                  <p:embed/>
                  <p:pic>
                    <p:nvPicPr>
                      <p:cNvPr id="6" name="Object 5">
                        <a:extLst>
                          <a:ext uri="{FF2B5EF4-FFF2-40B4-BE49-F238E27FC236}">
                            <a16:creationId xmlns:a16="http://schemas.microsoft.com/office/drawing/2014/main" id="{F303BA4A-2B5D-4ACE-80DC-1DC33FB9FE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1484784"/>
                        <a:ext cx="6493074" cy="4824536"/>
                      </a:xfrm>
                      <a:prstGeom prst="rect">
                        <a:avLst/>
                      </a:prstGeom>
                      <a:noFill/>
                    </p:spPr>
                  </p:pic>
                </p:oleObj>
              </mc:Fallback>
            </mc:AlternateContent>
          </a:graphicData>
        </a:graphic>
      </p:graphicFrame>
    </p:spTree>
    <p:extLst>
      <p:ext uri="{BB962C8B-B14F-4D97-AF65-F5344CB8AC3E}">
        <p14:creationId xmlns:p14="http://schemas.microsoft.com/office/powerpoint/2010/main" val="2469771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200279" cy="719138"/>
          </a:xfrm>
        </p:spPr>
        <p:txBody>
          <a:bodyPr/>
          <a:lstStyle/>
          <a:p>
            <a:r>
              <a:rPr lang="it-IT" dirty="0"/>
              <a:t>Audio via IP System </a:t>
            </a:r>
            <a:r>
              <a:rPr lang="en-GB" dirty="0"/>
              <a:t>controllable</a:t>
            </a:r>
            <a:r>
              <a:rPr lang="it-IT" dirty="0"/>
              <a:t> via KNX</a:t>
            </a:r>
          </a:p>
        </p:txBody>
      </p:sp>
      <p:graphicFrame>
        <p:nvGraphicFramePr>
          <p:cNvPr id="5" name="Object 4">
            <a:extLst>
              <a:ext uri="{FF2B5EF4-FFF2-40B4-BE49-F238E27FC236}">
                <a16:creationId xmlns:a16="http://schemas.microsoft.com/office/drawing/2014/main" id="{FC1D761F-7F79-44CA-ADBC-3C6C7E9E93BF}"/>
              </a:ext>
            </a:extLst>
          </p:cNvPr>
          <p:cNvGraphicFramePr>
            <a:graphicFrameLocks noChangeAspect="1"/>
          </p:cNvGraphicFramePr>
          <p:nvPr/>
        </p:nvGraphicFramePr>
        <p:xfrm>
          <a:off x="1119594" y="1484784"/>
          <a:ext cx="6904811" cy="4968552"/>
        </p:xfrm>
        <a:graphic>
          <a:graphicData uri="http://schemas.openxmlformats.org/presentationml/2006/ole">
            <mc:AlternateContent xmlns:mc="http://schemas.openxmlformats.org/markup-compatibility/2006">
              <mc:Choice xmlns:v="urn:schemas-microsoft-com:vml" Requires="v">
                <p:oleObj r:id="rId3" imgW="10058252" imgH="7233705" progId="Visio.Drawing.15">
                  <p:embed/>
                </p:oleObj>
              </mc:Choice>
              <mc:Fallback>
                <p:oleObj r:id="rId3" imgW="10058252" imgH="7233705" progId="Visio.Drawing.15">
                  <p:embed/>
                  <p:pic>
                    <p:nvPicPr>
                      <p:cNvPr id="5" name="Object 4">
                        <a:extLst>
                          <a:ext uri="{FF2B5EF4-FFF2-40B4-BE49-F238E27FC236}">
                            <a16:creationId xmlns:a16="http://schemas.microsoft.com/office/drawing/2014/main" id="{FC1D761F-7F79-44CA-ADBC-3C6C7E9E93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9594" y="1484784"/>
                        <a:ext cx="6904811" cy="4968552"/>
                      </a:xfrm>
                      <a:prstGeom prst="rect">
                        <a:avLst/>
                      </a:prstGeom>
                      <a:noFill/>
                    </p:spPr>
                  </p:pic>
                </p:oleObj>
              </mc:Fallback>
            </mc:AlternateContent>
          </a:graphicData>
        </a:graphic>
      </p:graphicFrame>
    </p:spTree>
    <p:extLst>
      <p:ext uri="{BB962C8B-B14F-4D97-AF65-F5344CB8AC3E}">
        <p14:creationId xmlns:p14="http://schemas.microsoft.com/office/powerpoint/2010/main" val="40117144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621630"/>
            <a:ext cx="7200279" cy="719138"/>
          </a:xfrm>
        </p:spPr>
        <p:txBody>
          <a:bodyPr/>
          <a:lstStyle/>
          <a:p>
            <a:r>
              <a:rPr lang="en-GB" dirty="0"/>
              <a:t>Intercom</a:t>
            </a:r>
            <a:r>
              <a:rPr lang="it-IT" dirty="0"/>
              <a:t> System </a:t>
            </a:r>
            <a:r>
              <a:rPr lang="en-GB" dirty="0"/>
              <a:t>controllable</a:t>
            </a:r>
            <a:r>
              <a:rPr lang="it-IT" dirty="0"/>
              <a:t> via KNX</a:t>
            </a:r>
          </a:p>
        </p:txBody>
      </p:sp>
      <p:graphicFrame>
        <p:nvGraphicFramePr>
          <p:cNvPr id="4" name="Object 3">
            <a:extLst>
              <a:ext uri="{FF2B5EF4-FFF2-40B4-BE49-F238E27FC236}">
                <a16:creationId xmlns:a16="http://schemas.microsoft.com/office/drawing/2014/main" id="{757482AE-C87A-479A-AA6D-D30D1E0E32D4}"/>
              </a:ext>
            </a:extLst>
          </p:cNvPr>
          <p:cNvGraphicFramePr>
            <a:graphicFrameLocks noChangeAspect="1"/>
          </p:cNvGraphicFramePr>
          <p:nvPr/>
        </p:nvGraphicFramePr>
        <p:xfrm>
          <a:off x="1115616" y="1484784"/>
          <a:ext cx="7123456" cy="4913847"/>
        </p:xfrm>
        <a:graphic>
          <a:graphicData uri="http://schemas.openxmlformats.org/presentationml/2006/ole">
            <mc:AlternateContent xmlns:mc="http://schemas.openxmlformats.org/markup-compatibility/2006">
              <mc:Choice xmlns:v="urn:schemas-microsoft-com:vml" Requires="v">
                <p:oleObj r:id="rId3" imgW="9107854" imgH="6292050" progId="Visio.Drawing.15">
                  <p:embed/>
                </p:oleObj>
              </mc:Choice>
              <mc:Fallback>
                <p:oleObj r:id="rId3" imgW="9107854" imgH="6292050" progId="Visio.Drawing.15">
                  <p:embed/>
                  <p:pic>
                    <p:nvPicPr>
                      <p:cNvPr id="4" name="Object 3">
                        <a:extLst>
                          <a:ext uri="{FF2B5EF4-FFF2-40B4-BE49-F238E27FC236}">
                            <a16:creationId xmlns:a16="http://schemas.microsoft.com/office/drawing/2014/main" id="{757482AE-C87A-479A-AA6D-D30D1E0E32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1484784"/>
                        <a:ext cx="7123456" cy="4913847"/>
                      </a:xfrm>
                      <a:prstGeom prst="rect">
                        <a:avLst/>
                      </a:prstGeom>
                      <a:noFill/>
                    </p:spPr>
                  </p:pic>
                </p:oleObj>
              </mc:Fallback>
            </mc:AlternateContent>
          </a:graphicData>
        </a:graphic>
      </p:graphicFrame>
    </p:spTree>
    <p:extLst>
      <p:ext uri="{BB962C8B-B14F-4D97-AF65-F5344CB8AC3E}">
        <p14:creationId xmlns:p14="http://schemas.microsoft.com/office/powerpoint/2010/main" val="35672725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260648"/>
            <a:ext cx="7200279" cy="719138"/>
          </a:xfrm>
        </p:spPr>
        <p:txBody>
          <a:bodyPr/>
          <a:lstStyle/>
          <a:p>
            <a:r>
              <a:rPr lang="en-US" dirty="0"/>
              <a:t>“Audio and Video to Audio and Video” Intercom Systems controllable via KNX</a:t>
            </a:r>
            <a:endParaRPr lang="it-IT" dirty="0"/>
          </a:p>
        </p:txBody>
      </p:sp>
      <p:pic>
        <p:nvPicPr>
          <p:cNvPr id="2" name="Picture 1">
            <a:extLst>
              <a:ext uri="{FF2B5EF4-FFF2-40B4-BE49-F238E27FC236}">
                <a16:creationId xmlns:a16="http://schemas.microsoft.com/office/drawing/2014/main" id="{70DF3500-4239-4D67-9E9A-3B38564C4E10}"/>
              </a:ext>
            </a:extLst>
          </p:cNvPr>
          <p:cNvPicPr>
            <a:picLocks noChangeAspect="1"/>
          </p:cNvPicPr>
          <p:nvPr/>
        </p:nvPicPr>
        <p:blipFill>
          <a:blip r:embed="rId3"/>
          <a:stretch>
            <a:fillRect/>
          </a:stretch>
        </p:blipFill>
        <p:spPr>
          <a:xfrm>
            <a:off x="1187623" y="1400428"/>
            <a:ext cx="7061797" cy="5124916"/>
          </a:xfrm>
          <a:prstGeom prst="rect">
            <a:avLst/>
          </a:prstGeom>
        </p:spPr>
      </p:pic>
    </p:spTree>
    <p:extLst>
      <p:ext uri="{BB962C8B-B14F-4D97-AF65-F5344CB8AC3E}">
        <p14:creationId xmlns:p14="http://schemas.microsoft.com/office/powerpoint/2010/main" val="4265820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719138"/>
          </a:xfrm>
        </p:spPr>
        <p:txBody>
          <a:bodyPr/>
          <a:lstStyle/>
          <a:p>
            <a:r>
              <a:rPr lang="en-GB" dirty="0"/>
              <a:t>Intercom system controllable via a KNX/IP interface</a:t>
            </a:r>
          </a:p>
        </p:txBody>
      </p:sp>
      <p:pic>
        <p:nvPicPr>
          <p:cNvPr id="2" name="Picture 1">
            <a:extLst>
              <a:ext uri="{FF2B5EF4-FFF2-40B4-BE49-F238E27FC236}">
                <a16:creationId xmlns:a16="http://schemas.microsoft.com/office/drawing/2014/main" id="{A226D0F1-45F3-4208-B6B7-2BE0DC5673BE}"/>
              </a:ext>
            </a:extLst>
          </p:cNvPr>
          <p:cNvPicPr>
            <a:picLocks noChangeAspect="1"/>
          </p:cNvPicPr>
          <p:nvPr/>
        </p:nvPicPr>
        <p:blipFill>
          <a:blip r:embed="rId3"/>
          <a:stretch>
            <a:fillRect/>
          </a:stretch>
        </p:blipFill>
        <p:spPr>
          <a:xfrm>
            <a:off x="1016693" y="1429000"/>
            <a:ext cx="7110613" cy="4952328"/>
          </a:xfrm>
          <a:prstGeom prst="rect">
            <a:avLst/>
          </a:prstGeom>
        </p:spPr>
      </p:pic>
    </p:spTree>
    <p:extLst>
      <p:ext uri="{BB962C8B-B14F-4D97-AF65-F5344CB8AC3E}">
        <p14:creationId xmlns:p14="http://schemas.microsoft.com/office/powerpoint/2010/main" val="2494216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E391D8-B5DF-4604-A78D-E79626E562DA}"/>
              </a:ext>
            </a:extLst>
          </p:cNvPr>
          <p:cNvSpPr>
            <a:spLocks noGrp="1"/>
          </p:cNvSpPr>
          <p:nvPr>
            <p:ph type="title"/>
          </p:nvPr>
        </p:nvSpPr>
        <p:spPr>
          <a:xfrm>
            <a:off x="900113" y="332656"/>
            <a:ext cx="7200279" cy="719138"/>
          </a:xfrm>
        </p:spPr>
        <p:txBody>
          <a:bodyPr/>
          <a:lstStyle/>
          <a:p>
            <a:r>
              <a:rPr lang="en-GB" dirty="0"/>
              <a:t>Intercom</a:t>
            </a:r>
            <a:r>
              <a:rPr lang="it-IT" dirty="0"/>
              <a:t> via IP System </a:t>
            </a:r>
            <a:r>
              <a:rPr lang="en-GB" dirty="0"/>
              <a:t>controllable</a:t>
            </a:r>
            <a:r>
              <a:rPr lang="it-IT" dirty="0"/>
              <a:t> </a:t>
            </a:r>
            <a:br>
              <a:rPr lang="it-IT" dirty="0"/>
            </a:br>
            <a:r>
              <a:rPr lang="it-IT" dirty="0"/>
              <a:t>via KNX</a:t>
            </a:r>
          </a:p>
        </p:txBody>
      </p:sp>
      <p:graphicFrame>
        <p:nvGraphicFramePr>
          <p:cNvPr id="4" name="Object 3">
            <a:extLst>
              <a:ext uri="{FF2B5EF4-FFF2-40B4-BE49-F238E27FC236}">
                <a16:creationId xmlns:a16="http://schemas.microsoft.com/office/drawing/2014/main" id="{B25F049D-6DA3-4711-8441-BCB271C9DD5E}"/>
              </a:ext>
            </a:extLst>
          </p:cNvPr>
          <p:cNvGraphicFramePr>
            <a:graphicFrameLocks noChangeAspect="1"/>
          </p:cNvGraphicFramePr>
          <p:nvPr/>
        </p:nvGraphicFramePr>
        <p:xfrm>
          <a:off x="1187624" y="1386680"/>
          <a:ext cx="7007994" cy="5138663"/>
        </p:xfrm>
        <a:graphic>
          <a:graphicData uri="http://schemas.openxmlformats.org/presentationml/2006/ole">
            <mc:AlternateContent xmlns:mc="http://schemas.openxmlformats.org/markup-compatibility/2006">
              <mc:Choice xmlns:v="urn:schemas-microsoft-com:vml" Requires="v">
                <p:oleObj r:id="rId3" imgW="9949656" imgH="7297188" progId="Visio.Drawing.15">
                  <p:embed/>
                </p:oleObj>
              </mc:Choice>
              <mc:Fallback>
                <p:oleObj r:id="rId3" imgW="9949656" imgH="7297188" progId="Visio.Drawing.15">
                  <p:embed/>
                  <p:pic>
                    <p:nvPicPr>
                      <p:cNvPr id="4" name="Object 3">
                        <a:extLst>
                          <a:ext uri="{FF2B5EF4-FFF2-40B4-BE49-F238E27FC236}">
                            <a16:creationId xmlns:a16="http://schemas.microsoft.com/office/drawing/2014/main" id="{B25F049D-6DA3-4711-8441-BCB271C9DD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1386680"/>
                        <a:ext cx="7007994" cy="5138663"/>
                      </a:xfrm>
                      <a:prstGeom prst="rect">
                        <a:avLst/>
                      </a:prstGeom>
                      <a:noFill/>
                    </p:spPr>
                  </p:pic>
                </p:oleObj>
              </mc:Fallback>
            </mc:AlternateContent>
          </a:graphicData>
        </a:graphic>
      </p:graphicFrame>
    </p:spTree>
    <p:extLst>
      <p:ext uri="{BB962C8B-B14F-4D97-AF65-F5344CB8AC3E}">
        <p14:creationId xmlns:p14="http://schemas.microsoft.com/office/powerpoint/2010/main" val="21208579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7FFAD21-AF82-4B71-9DAD-747F14F747AE}"/>
              </a:ext>
            </a:extLst>
          </p:cNvPr>
          <p:cNvSpPr>
            <a:spLocks noGrp="1"/>
          </p:cNvSpPr>
          <p:nvPr>
            <p:ph type="title"/>
          </p:nvPr>
        </p:nvSpPr>
        <p:spPr/>
        <p:txBody>
          <a:bodyPr/>
          <a:lstStyle/>
          <a:p>
            <a:r>
              <a:rPr lang="en-GB" dirty="0" err="1"/>
              <a:t>Multirooming</a:t>
            </a:r>
            <a:endParaRPr lang="en-GB" dirty="0"/>
          </a:p>
        </p:txBody>
      </p:sp>
      <p:pic>
        <p:nvPicPr>
          <p:cNvPr id="6" name="Picture 5">
            <a:extLst>
              <a:ext uri="{FF2B5EF4-FFF2-40B4-BE49-F238E27FC236}">
                <a16:creationId xmlns:a16="http://schemas.microsoft.com/office/drawing/2014/main" id="{62C16B27-DC86-40BF-BD88-9916EDA549AF}"/>
              </a:ext>
            </a:extLst>
          </p:cNvPr>
          <p:cNvPicPr>
            <a:picLocks noChangeAspect="1"/>
          </p:cNvPicPr>
          <p:nvPr/>
        </p:nvPicPr>
        <p:blipFill>
          <a:blip r:embed="rId3"/>
          <a:stretch>
            <a:fillRect/>
          </a:stretch>
        </p:blipFill>
        <p:spPr>
          <a:xfrm>
            <a:off x="1069186" y="3068960"/>
            <a:ext cx="7005627" cy="3096344"/>
          </a:xfrm>
          <a:prstGeom prst="rect">
            <a:avLst/>
          </a:prstGeom>
        </p:spPr>
      </p:pic>
      <p:sp>
        <p:nvSpPr>
          <p:cNvPr id="7" name="Rectangle 6">
            <a:extLst>
              <a:ext uri="{FF2B5EF4-FFF2-40B4-BE49-F238E27FC236}">
                <a16:creationId xmlns:a16="http://schemas.microsoft.com/office/drawing/2014/main" id="{FBF72A5B-F3BA-4660-8A4E-342E64BD378B}"/>
              </a:ext>
            </a:extLst>
          </p:cNvPr>
          <p:cNvSpPr/>
          <p:nvPr/>
        </p:nvSpPr>
        <p:spPr>
          <a:xfrm>
            <a:off x="887644" y="1412776"/>
            <a:ext cx="7500780" cy="18411194"/>
          </a:xfrm>
          <a:prstGeom prst="rect">
            <a:avLst/>
          </a:prstGeom>
        </p:spPr>
        <p:txBody>
          <a:bodyPr/>
          <a:lstStyle/>
          <a:p>
            <a:pPr eaLnBrk="0" hangingPunct="0">
              <a:spcBef>
                <a:spcPct val="20000"/>
              </a:spcBef>
              <a:buClr>
                <a:srgbClr val="369226"/>
              </a:buClr>
            </a:pPr>
            <a:r>
              <a:rPr lang="en-GB" sz="2000" b="1" dirty="0" err="1">
                <a:solidFill>
                  <a:srgbClr val="369226"/>
                </a:solidFill>
                <a:latin typeface="+mn-lt"/>
                <a:ea typeface="Open Sans" panose="020B0606030504020204" pitchFamily="34" charset="0"/>
                <a:cs typeface="Open Sans" panose="020B0606030504020204" pitchFamily="34" charset="0"/>
              </a:rPr>
              <a:t>Multirooming</a:t>
            </a:r>
            <a:r>
              <a:rPr lang="en-US" sz="2000" b="1" dirty="0">
                <a:solidFill>
                  <a:schemeClr val="bg2"/>
                </a:solidFill>
                <a:latin typeface="+mn-lt"/>
                <a:ea typeface="Open Sans" panose="020B0606030504020204" pitchFamily="34" charset="0"/>
                <a:cs typeface="Open Sans" panose="020B0606030504020204" pitchFamily="34" charset="0"/>
              </a:rPr>
              <a:t> </a:t>
            </a:r>
            <a:r>
              <a:rPr lang="en-US" sz="2000" b="1" dirty="0">
                <a:latin typeface="+mn-lt"/>
                <a:ea typeface="Open Sans" panose="020B0606030504020204" pitchFamily="34" charset="0"/>
                <a:cs typeface="Open Sans" panose="020B0606030504020204" pitchFamily="34" charset="0"/>
              </a:rPr>
              <a:t>refers to the controlling of video and music in each room of the house </a:t>
            </a:r>
          </a:p>
          <a:p>
            <a:pPr eaLnBrk="0" hangingPunct="0">
              <a:spcBef>
                <a:spcPct val="20000"/>
              </a:spcBef>
              <a:buClr>
                <a:srgbClr val="369226"/>
              </a:buClr>
            </a:pPr>
            <a:r>
              <a:rPr lang="en-US" sz="2000" b="1" dirty="0">
                <a:latin typeface="+mn-lt"/>
                <a:ea typeface="Open Sans" panose="020B0606030504020204" pitchFamily="34" charset="0"/>
                <a:cs typeface="Open Sans" panose="020B0606030504020204" pitchFamily="34" charset="0"/>
              </a:rPr>
              <a:t>A</a:t>
            </a:r>
            <a:r>
              <a:rPr lang="en-US" sz="2000" b="1" dirty="0">
                <a:solidFill>
                  <a:schemeClr val="bg2"/>
                </a:solidFill>
                <a:latin typeface="+mn-lt"/>
                <a:ea typeface="Open Sans" panose="020B0606030504020204" pitchFamily="34" charset="0"/>
                <a:cs typeface="Open Sans" panose="020B0606030504020204" pitchFamily="34" charset="0"/>
              </a:rPr>
              <a:t> </a:t>
            </a:r>
            <a:r>
              <a:rPr lang="en-US" sz="2000" b="1" dirty="0">
                <a:solidFill>
                  <a:srgbClr val="369226"/>
                </a:solidFill>
                <a:latin typeface="+mn-lt"/>
                <a:ea typeface="Open Sans" panose="020B0606030504020204" pitchFamily="34" charset="0"/>
                <a:cs typeface="Open Sans" panose="020B0606030504020204" pitchFamily="34" charset="0"/>
              </a:rPr>
              <a:t>multiroom system </a:t>
            </a:r>
            <a:r>
              <a:rPr lang="en-US" sz="2000" b="1" dirty="0">
                <a:latin typeface="+mn-lt"/>
                <a:ea typeface="Open Sans" panose="020B0606030504020204" pitchFamily="34" charset="0"/>
                <a:cs typeface="Open Sans" panose="020B0606030504020204" pitchFamily="34" charset="0"/>
              </a:rPr>
              <a:t>distributes a certain number of sources in the individual multiroom zones</a:t>
            </a:r>
          </a:p>
          <a:p>
            <a:pPr eaLnBrk="0" hangingPunct="0">
              <a:spcBef>
                <a:spcPct val="20000"/>
              </a:spcBef>
              <a:buClr>
                <a:srgbClr val="369226"/>
              </a:buClr>
            </a:pPr>
            <a:endParaRPr lang="en-US" sz="2000" b="1" dirty="0">
              <a:solidFill>
                <a:srgbClr val="369226"/>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26934662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 val="f47fad2980124742eb3a1b2ef6477a9279f5fc26"/>
  <p:tag name="ISPRING_RESOURCE_PATHS_HASH_PRESENTER" val="afe921d51fb26fdb5fa66f1b85c65c336fff"/>
</p:tagLst>
</file>

<file path=ppt/theme/theme1.xml><?xml version="1.0" encoding="utf-8"?>
<a:theme xmlns:a="http://schemas.openxmlformats.org/drawingml/2006/main" name="Training 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raining 2" id="{FBEFB063-18B4-47A3-AFC2-88D58203559B}" vid="{76D4A2F0-3A75-437D-877A-8CC66E725EBE}"/>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7242</TotalTime>
  <Words>2928</Words>
  <Application>Microsoft Office PowerPoint</Application>
  <PresentationFormat>On-screen Show (4:3)</PresentationFormat>
  <Paragraphs>225</Paragraphs>
  <Slides>15</Slides>
  <Notes>15</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2" baseType="lpstr">
      <vt:lpstr>Arial</vt:lpstr>
      <vt:lpstr>Calibri</vt:lpstr>
      <vt:lpstr>Gotham Light</vt:lpstr>
      <vt:lpstr>Gotham Medium</vt:lpstr>
      <vt:lpstr>Wingdings</vt:lpstr>
      <vt:lpstr>Training 2</vt:lpstr>
      <vt:lpstr>Microsoft Visio Drawing</vt:lpstr>
      <vt:lpstr>KNX Advanced Course Informative Appendix</vt:lpstr>
      <vt:lpstr>Definitions</vt:lpstr>
      <vt:lpstr>Types of multimedia systems</vt:lpstr>
      <vt:lpstr>Types of multimedia systems</vt:lpstr>
      <vt:lpstr>Integration of the Multimedia Systems</vt:lpstr>
      <vt:lpstr>Audio System controllable via KNX</vt:lpstr>
      <vt:lpstr>Basic Functions</vt:lpstr>
      <vt:lpstr>Basic Functions</vt:lpstr>
      <vt:lpstr>Audio system control via KNX/IP gateway</vt:lpstr>
      <vt:lpstr>Audio via IP System controllable via KNX</vt:lpstr>
      <vt:lpstr>Intercom System controllable via KNX</vt:lpstr>
      <vt:lpstr>“Audio and Video to Audio and Video” Intercom Systems controllable via KNX</vt:lpstr>
      <vt:lpstr>Intercom system controllable via a KNX/IP interface</vt:lpstr>
      <vt:lpstr>Intercom via IP System controllable  via KNX</vt:lpstr>
      <vt:lpstr>Multirooming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arguments</dc:title>
  <dc:creator>KNX Association;R. Hernandez</dc:creator>
  <cp:lastModifiedBy>Ufuk Unal</cp:lastModifiedBy>
  <cp:revision>349</cp:revision>
  <dcterms:created xsi:type="dcterms:W3CDTF">2012-09-10T07:59:43Z</dcterms:created>
  <dcterms:modified xsi:type="dcterms:W3CDTF">2023-04-07T13:58:40Z</dcterms:modified>
</cp:coreProperties>
</file>