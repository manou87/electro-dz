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82" r:id="rId1"/>
  </p:sldMasterIdLst>
  <p:notesMasterIdLst>
    <p:notesMasterId r:id="rId20"/>
  </p:notesMasterIdLst>
  <p:handoutMasterIdLst>
    <p:handoutMasterId r:id="rId21"/>
  </p:handoutMasterIdLst>
  <p:sldIdLst>
    <p:sldId id="256" r:id="rId2"/>
    <p:sldId id="305"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2" r:id="rId17"/>
    <p:sldId id="271" r:id="rId18"/>
    <p:sldId id="273" r:id="rId19"/>
  </p:sldIdLst>
  <p:sldSz cx="9144000" cy="6858000" type="screen4x3"/>
  <p:notesSz cx="6858000" cy="9144000"/>
  <p:custDataLst>
    <p:tags r:id="rId22"/>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9226"/>
    <a:srgbClr val="0C4BAF"/>
    <a:srgbClr val="D6E3BC"/>
    <a:srgbClr val="B4CAFA"/>
    <a:srgbClr val="AFEAFF"/>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CB6BCE-CFF7-469F-AABE-282CE60C0D3F}" v="1" dt="2023-04-06T13:03:57.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5" autoAdjust="0"/>
    <p:restoredTop sz="72829" autoAdjust="0"/>
  </p:normalViewPr>
  <p:slideViewPr>
    <p:cSldViewPr>
      <p:cViewPr varScale="1">
        <p:scale>
          <a:sx n="66" d="100"/>
          <a:sy n="66" d="100"/>
        </p:scale>
        <p:origin x="1858" y="45"/>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B0DF57DB-BE44-48D9-A5E9-05DDE94F5005}"/>
    <pc:docChg chg="custSel modSld modMainMaster">
      <pc:chgData name="Ufuk Unal" userId="d77f72b3-53d7-4cb7-8425-5a8f29447216" providerId="ADAL" clId="{B0DF57DB-BE44-48D9-A5E9-05DDE94F5005}" dt="2023-03-14T10:09:21.256" v="54" actId="6549"/>
      <pc:docMkLst>
        <pc:docMk/>
      </pc:docMkLst>
      <pc:sldChg chg="delSp modSp mod">
        <pc:chgData name="Ufuk Unal" userId="d77f72b3-53d7-4cb7-8425-5a8f29447216" providerId="ADAL" clId="{B0DF57DB-BE44-48D9-A5E9-05DDE94F5005}" dt="2023-03-14T09:40:49.424" v="2" actId="20577"/>
        <pc:sldMkLst>
          <pc:docMk/>
          <pc:sldMk cId="2459807384" sldId="256"/>
        </pc:sldMkLst>
        <pc:spChg chg="del">
          <ac:chgData name="Ufuk Unal" userId="d77f72b3-53d7-4cb7-8425-5a8f29447216" providerId="ADAL" clId="{B0DF57DB-BE44-48D9-A5E9-05DDE94F5005}" dt="2023-03-14T09:40:47.278" v="0" actId="478"/>
          <ac:spMkLst>
            <pc:docMk/>
            <pc:sldMk cId="2459807384" sldId="256"/>
            <ac:spMk id="5" creationId="{1D73F070-14E5-431D-9BB5-D0DFC46463AA}"/>
          </ac:spMkLst>
        </pc:spChg>
        <pc:spChg chg="mod">
          <ac:chgData name="Ufuk Unal" userId="d77f72b3-53d7-4cb7-8425-5a8f29447216" providerId="ADAL" clId="{B0DF57DB-BE44-48D9-A5E9-05DDE94F5005}" dt="2023-03-14T09:40:49.424" v="2" actId="20577"/>
          <ac:spMkLst>
            <pc:docMk/>
            <pc:sldMk cId="2459807384" sldId="256"/>
            <ac:spMk id="6" creationId="{36891D17-0544-4779-B232-7495C4C552DF}"/>
          </ac:spMkLst>
        </pc:spChg>
      </pc:sldChg>
      <pc:sldChg chg="modNotesTx">
        <pc:chgData name="Ufuk Unal" userId="d77f72b3-53d7-4cb7-8425-5a8f29447216" providerId="ADAL" clId="{B0DF57DB-BE44-48D9-A5E9-05DDE94F5005}" dt="2023-03-14T09:41:48.685" v="4" actId="6549"/>
        <pc:sldMkLst>
          <pc:docMk/>
          <pc:sldMk cId="3311703480" sldId="325"/>
        </pc:sldMkLst>
      </pc:sldChg>
      <pc:sldChg chg="modNotesTx">
        <pc:chgData name="Ufuk Unal" userId="d77f72b3-53d7-4cb7-8425-5a8f29447216" providerId="ADAL" clId="{B0DF57DB-BE44-48D9-A5E9-05DDE94F5005}" dt="2023-03-14T10:07:00.303" v="45" actId="6549"/>
        <pc:sldMkLst>
          <pc:docMk/>
          <pc:sldMk cId="3673250314" sldId="326"/>
        </pc:sldMkLst>
      </pc:sldChg>
      <pc:sldChg chg="modNotesTx">
        <pc:chgData name="Ufuk Unal" userId="d77f72b3-53d7-4cb7-8425-5a8f29447216" providerId="ADAL" clId="{B0DF57DB-BE44-48D9-A5E9-05DDE94F5005}" dt="2023-03-14T10:08:53.084" v="50" actId="6549"/>
        <pc:sldMkLst>
          <pc:docMk/>
          <pc:sldMk cId="2503827922" sldId="327"/>
        </pc:sldMkLst>
      </pc:sldChg>
      <pc:sldChg chg="modNotesTx">
        <pc:chgData name="Ufuk Unal" userId="d77f72b3-53d7-4cb7-8425-5a8f29447216" providerId="ADAL" clId="{B0DF57DB-BE44-48D9-A5E9-05DDE94F5005}" dt="2023-03-14T10:08:58.409" v="51" actId="6549"/>
        <pc:sldMkLst>
          <pc:docMk/>
          <pc:sldMk cId="4063430119" sldId="328"/>
        </pc:sldMkLst>
      </pc:sldChg>
      <pc:sldChg chg="modNotesTx">
        <pc:chgData name="Ufuk Unal" userId="d77f72b3-53d7-4cb7-8425-5a8f29447216" providerId="ADAL" clId="{B0DF57DB-BE44-48D9-A5E9-05DDE94F5005}" dt="2023-03-14T10:09:07.868" v="53" actId="6549"/>
        <pc:sldMkLst>
          <pc:docMk/>
          <pc:sldMk cId="1976804067" sldId="329"/>
        </pc:sldMkLst>
      </pc:sldChg>
      <pc:sldChg chg="modSp mod modNotesTx">
        <pc:chgData name="Ufuk Unal" userId="d77f72b3-53d7-4cb7-8425-5a8f29447216" providerId="ADAL" clId="{B0DF57DB-BE44-48D9-A5E9-05DDE94F5005}" dt="2023-03-14T09:42:40.900" v="18" actId="20577"/>
        <pc:sldMkLst>
          <pc:docMk/>
          <pc:sldMk cId="1374603204" sldId="341"/>
        </pc:sldMkLst>
        <pc:spChg chg="mod">
          <ac:chgData name="Ufuk Unal" userId="d77f72b3-53d7-4cb7-8425-5a8f29447216" providerId="ADAL" clId="{B0DF57DB-BE44-48D9-A5E9-05DDE94F5005}" dt="2023-03-14T09:42:40.900" v="18" actId="20577"/>
          <ac:spMkLst>
            <pc:docMk/>
            <pc:sldMk cId="1374603204" sldId="341"/>
            <ac:spMk id="8" creationId="{9F2C7172-BF0D-4756-AB0D-E9B70C83CC4C}"/>
          </ac:spMkLst>
        </pc:spChg>
      </pc:sldChg>
      <pc:sldChg chg="modNotesTx">
        <pc:chgData name="Ufuk Unal" userId="d77f72b3-53d7-4cb7-8425-5a8f29447216" providerId="ADAL" clId="{B0DF57DB-BE44-48D9-A5E9-05DDE94F5005}" dt="2023-03-14T09:43:14.588" v="19" actId="6549"/>
        <pc:sldMkLst>
          <pc:docMk/>
          <pc:sldMk cId="1994260570" sldId="342"/>
        </pc:sldMkLst>
      </pc:sldChg>
      <pc:sldChg chg="modNotesTx">
        <pc:chgData name="Ufuk Unal" userId="d77f72b3-53d7-4cb7-8425-5a8f29447216" providerId="ADAL" clId="{B0DF57DB-BE44-48D9-A5E9-05DDE94F5005}" dt="2023-03-14T09:43:33.699" v="20" actId="6549"/>
        <pc:sldMkLst>
          <pc:docMk/>
          <pc:sldMk cId="2416504450" sldId="343"/>
        </pc:sldMkLst>
      </pc:sldChg>
      <pc:sldChg chg="modSp mod modNotesTx">
        <pc:chgData name="Ufuk Unal" userId="d77f72b3-53d7-4cb7-8425-5a8f29447216" providerId="ADAL" clId="{B0DF57DB-BE44-48D9-A5E9-05DDE94F5005}" dt="2023-03-14T09:44:48.693" v="25" actId="20577"/>
        <pc:sldMkLst>
          <pc:docMk/>
          <pc:sldMk cId="2684641891" sldId="344"/>
        </pc:sldMkLst>
        <pc:spChg chg="mod">
          <ac:chgData name="Ufuk Unal" userId="d77f72b3-53d7-4cb7-8425-5a8f29447216" providerId="ADAL" clId="{B0DF57DB-BE44-48D9-A5E9-05DDE94F5005}" dt="2023-03-14T09:44:48.693" v="25" actId="20577"/>
          <ac:spMkLst>
            <pc:docMk/>
            <pc:sldMk cId="2684641891" sldId="344"/>
            <ac:spMk id="9" creationId="{0A5586CE-EB4A-496E-9B62-001E25693E4A}"/>
          </ac:spMkLst>
        </pc:spChg>
      </pc:sldChg>
      <pc:sldChg chg="modNotesTx">
        <pc:chgData name="Ufuk Unal" userId="d77f72b3-53d7-4cb7-8425-5a8f29447216" providerId="ADAL" clId="{B0DF57DB-BE44-48D9-A5E9-05DDE94F5005}" dt="2023-03-14T09:46:02.188" v="30" actId="6549"/>
        <pc:sldMkLst>
          <pc:docMk/>
          <pc:sldMk cId="1396881717" sldId="345"/>
        </pc:sldMkLst>
      </pc:sldChg>
      <pc:sldChg chg="modNotesTx">
        <pc:chgData name="Ufuk Unal" userId="d77f72b3-53d7-4cb7-8425-5a8f29447216" providerId="ADAL" clId="{B0DF57DB-BE44-48D9-A5E9-05DDE94F5005}" dt="2023-03-14T09:46:08.139" v="31" actId="6549"/>
        <pc:sldMkLst>
          <pc:docMk/>
          <pc:sldMk cId="4104435945" sldId="346"/>
        </pc:sldMkLst>
      </pc:sldChg>
      <pc:sldChg chg="modNotesTx">
        <pc:chgData name="Ufuk Unal" userId="d77f72b3-53d7-4cb7-8425-5a8f29447216" providerId="ADAL" clId="{B0DF57DB-BE44-48D9-A5E9-05DDE94F5005}" dt="2023-03-14T09:46:29.030" v="33" actId="6549"/>
        <pc:sldMkLst>
          <pc:docMk/>
          <pc:sldMk cId="2470924352" sldId="347"/>
        </pc:sldMkLst>
      </pc:sldChg>
      <pc:sldChg chg="modNotesTx">
        <pc:chgData name="Ufuk Unal" userId="d77f72b3-53d7-4cb7-8425-5a8f29447216" providerId="ADAL" clId="{B0DF57DB-BE44-48D9-A5E9-05DDE94F5005}" dt="2023-03-14T09:46:37.348" v="35" actId="6549"/>
        <pc:sldMkLst>
          <pc:docMk/>
          <pc:sldMk cId="838802227" sldId="349"/>
        </pc:sldMkLst>
      </pc:sldChg>
      <pc:sldChg chg="modNotesTx">
        <pc:chgData name="Ufuk Unal" userId="d77f72b3-53d7-4cb7-8425-5a8f29447216" providerId="ADAL" clId="{B0DF57DB-BE44-48D9-A5E9-05DDE94F5005}" dt="2023-03-14T09:46:40.629" v="36" actId="6549"/>
        <pc:sldMkLst>
          <pc:docMk/>
          <pc:sldMk cId="1108545243" sldId="350"/>
        </pc:sldMkLst>
      </pc:sldChg>
      <pc:sldChg chg="modNotesTx">
        <pc:chgData name="Ufuk Unal" userId="d77f72b3-53d7-4cb7-8425-5a8f29447216" providerId="ADAL" clId="{B0DF57DB-BE44-48D9-A5E9-05DDE94F5005}" dt="2023-03-14T09:46:43.386" v="37" actId="6549"/>
        <pc:sldMkLst>
          <pc:docMk/>
          <pc:sldMk cId="1001165308" sldId="351"/>
        </pc:sldMkLst>
      </pc:sldChg>
      <pc:sldChg chg="modNotesTx">
        <pc:chgData name="Ufuk Unal" userId="d77f72b3-53d7-4cb7-8425-5a8f29447216" providerId="ADAL" clId="{B0DF57DB-BE44-48D9-A5E9-05DDE94F5005}" dt="2023-03-14T09:46:50.877" v="39" actId="6549"/>
        <pc:sldMkLst>
          <pc:docMk/>
          <pc:sldMk cId="3243177277" sldId="352"/>
        </pc:sldMkLst>
      </pc:sldChg>
      <pc:sldChg chg="modNotesTx">
        <pc:chgData name="Ufuk Unal" userId="d77f72b3-53d7-4cb7-8425-5a8f29447216" providerId="ADAL" clId="{B0DF57DB-BE44-48D9-A5E9-05DDE94F5005}" dt="2023-03-14T09:45:29.636" v="26" actId="6549"/>
        <pc:sldMkLst>
          <pc:docMk/>
          <pc:sldMk cId="2021682167" sldId="353"/>
        </pc:sldMkLst>
      </pc:sldChg>
      <pc:sldChg chg="modNotesTx">
        <pc:chgData name="Ufuk Unal" userId="d77f72b3-53d7-4cb7-8425-5a8f29447216" providerId="ADAL" clId="{B0DF57DB-BE44-48D9-A5E9-05DDE94F5005}" dt="2023-03-14T09:45:36.796" v="27" actId="6549"/>
        <pc:sldMkLst>
          <pc:docMk/>
          <pc:sldMk cId="423197906" sldId="354"/>
        </pc:sldMkLst>
      </pc:sldChg>
      <pc:sldChg chg="modNotesTx">
        <pc:chgData name="Ufuk Unal" userId="d77f72b3-53d7-4cb7-8425-5a8f29447216" providerId="ADAL" clId="{B0DF57DB-BE44-48D9-A5E9-05DDE94F5005}" dt="2023-03-14T09:45:58.106" v="29" actId="6549"/>
        <pc:sldMkLst>
          <pc:docMk/>
          <pc:sldMk cId="4233599654" sldId="355"/>
        </pc:sldMkLst>
      </pc:sldChg>
      <pc:sldChg chg="modSp mod modNotesTx">
        <pc:chgData name="Ufuk Unal" userId="d77f72b3-53d7-4cb7-8425-5a8f29447216" providerId="ADAL" clId="{B0DF57DB-BE44-48D9-A5E9-05DDE94F5005}" dt="2023-03-14T10:07:55.220" v="48" actId="6549"/>
        <pc:sldMkLst>
          <pc:docMk/>
          <pc:sldMk cId="3798046907" sldId="357"/>
        </pc:sldMkLst>
        <pc:spChg chg="mod">
          <ac:chgData name="Ufuk Unal" userId="d77f72b3-53d7-4cb7-8425-5a8f29447216" providerId="ADAL" clId="{B0DF57DB-BE44-48D9-A5E9-05DDE94F5005}" dt="2023-03-14T10:07:55.220" v="48" actId="6549"/>
          <ac:spMkLst>
            <pc:docMk/>
            <pc:sldMk cId="3798046907" sldId="357"/>
            <ac:spMk id="9" creationId="{0A5586CE-EB4A-496E-9B62-001E25693E4A}"/>
          </ac:spMkLst>
        </pc:spChg>
      </pc:sldChg>
      <pc:sldChg chg="modNotesTx">
        <pc:chgData name="Ufuk Unal" userId="d77f72b3-53d7-4cb7-8425-5a8f29447216" providerId="ADAL" clId="{B0DF57DB-BE44-48D9-A5E9-05DDE94F5005}" dt="2023-03-14T09:46:47.782" v="38" actId="6549"/>
        <pc:sldMkLst>
          <pc:docMk/>
          <pc:sldMk cId="2763019059" sldId="358"/>
        </pc:sldMkLst>
      </pc:sldChg>
      <pc:sldChg chg="modNotesTx">
        <pc:chgData name="Ufuk Unal" userId="d77f72b3-53d7-4cb7-8425-5a8f29447216" providerId="ADAL" clId="{B0DF57DB-BE44-48D9-A5E9-05DDE94F5005}" dt="2023-03-14T09:45:53.949" v="28" actId="6549"/>
        <pc:sldMkLst>
          <pc:docMk/>
          <pc:sldMk cId="1502931874" sldId="359"/>
        </pc:sldMkLst>
      </pc:sldChg>
      <pc:sldChg chg="modNotesTx">
        <pc:chgData name="Ufuk Unal" userId="d77f72b3-53d7-4cb7-8425-5a8f29447216" providerId="ADAL" clId="{B0DF57DB-BE44-48D9-A5E9-05DDE94F5005}" dt="2023-03-14T09:46:18.797" v="32" actId="6549"/>
        <pc:sldMkLst>
          <pc:docMk/>
          <pc:sldMk cId="2784854281" sldId="360"/>
        </pc:sldMkLst>
      </pc:sldChg>
      <pc:sldChg chg="modNotesTx">
        <pc:chgData name="Ufuk Unal" userId="d77f72b3-53d7-4cb7-8425-5a8f29447216" providerId="ADAL" clId="{B0DF57DB-BE44-48D9-A5E9-05DDE94F5005}" dt="2023-03-14T09:46:32.749" v="34" actId="6549"/>
        <pc:sldMkLst>
          <pc:docMk/>
          <pc:sldMk cId="81848509" sldId="361"/>
        </pc:sldMkLst>
      </pc:sldChg>
      <pc:sldChg chg="modNotesTx">
        <pc:chgData name="Ufuk Unal" userId="d77f72b3-53d7-4cb7-8425-5a8f29447216" providerId="ADAL" clId="{B0DF57DB-BE44-48D9-A5E9-05DDE94F5005}" dt="2023-03-14T09:46:54.846" v="40" actId="6549"/>
        <pc:sldMkLst>
          <pc:docMk/>
          <pc:sldMk cId="2726252616" sldId="362"/>
        </pc:sldMkLst>
      </pc:sldChg>
      <pc:sldChg chg="modNotesTx">
        <pc:chgData name="Ufuk Unal" userId="d77f72b3-53d7-4cb7-8425-5a8f29447216" providerId="ADAL" clId="{B0DF57DB-BE44-48D9-A5E9-05DDE94F5005}" dt="2023-03-14T09:46:57.442" v="41" actId="6549"/>
        <pc:sldMkLst>
          <pc:docMk/>
          <pc:sldMk cId="114654693" sldId="363"/>
        </pc:sldMkLst>
      </pc:sldChg>
      <pc:sldChg chg="modNotesTx">
        <pc:chgData name="Ufuk Unal" userId="d77f72b3-53d7-4cb7-8425-5a8f29447216" providerId="ADAL" clId="{B0DF57DB-BE44-48D9-A5E9-05DDE94F5005}" dt="2023-03-14T09:47:03.519" v="42" actId="6549"/>
        <pc:sldMkLst>
          <pc:docMk/>
          <pc:sldMk cId="68671429" sldId="364"/>
        </pc:sldMkLst>
      </pc:sldChg>
      <pc:sldChg chg="modNotesTx">
        <pc:chgData name="Ufuk Unal" userId="d77f72b3-53d7-4cb7-8425-5a8f29447216" providerId="ADAL" clId="{B0DF57DB-BE44-48D9-A5E9-05DDE94F5005}" dt="2023-03-14T10:06:47.184" v="43" actId="6549"/>
        <pc:sldMkLst>
          <pc:docMk/>
          <pc:sldMk cId="3814972833" sldId="365"/>
        </pc:sldMkLst>
      </pc:sldChg>
      <pc:sldChg chg="modNotesTx">
        <pc:chgData name="Ufuk Unal" userId="d77f72b3-53d7-4cb7-8425-5a8f29447216" providerId="ADAL" clId="{B0DF57DB-BE44-48D9-A5E9-05DDE94F5005}" dt="2023-03-14T10:08:48.939" v="49" actId="6549"/>
        <pc:sldMkLst>
          <pc:docMk/>
          <pc:sldMk cId="1766050880" sldId="366"/>
        </pc:sldMkLst>
      </pc:sldChg>
      <pc:sldChg chg="modNotesTx">
        <pc:chgData name="Ufuk Unal" userId="d77f72b3-53d7-4cb7-8425-5a8f29447216" providerId="ADAL" clId="{B0DF57DB-BE44-48D9-A5E9-05DDE94F5005}" dt="2023-03-14T10:09:21.256" v="54" actId="6549"/>
        <pc:sldMkLst>
          <pc:docMk/>
          <pc:sldMk cId="2830932289" sldId="367"/>
        </pc:sldMkLst>
      </pc:sldChg>
      <pc:sldChg chg="modNotesTx">
        <pc:chgData name="Ufuk Unal" userId="d77f72b3-53d7-4cb7-8425-5a8f29447216" providerId="ADAL" clId="{B0DF57DB-BE44-48D9-A5E9-05DDE94F5005}" dt="2023-03-14T10:09:03.930" v="52" actId="6549"/>
        <pc:sldMkLst>
          <pc:docMk/>
          <pc:sldMk cId="3461289532" sldId="368"/>
        </pc:sldMkLst>
      </pc:sldChg>
      <pc:sldMasterChg chg="modSldLayout">
        <pc:chgData name="Ufuk Unal" userId="d77f72b3-53d7-4cb7-8425-5a8f29447216" providerId="ADAL" clId="{B0DF57DB-BE44-48D9-A5E9-05DDE94F5005}" dt="2023-03-14T09:41:05.076" v="3" actId="478"/>
        <pc:sldMasterMkLst>
          <pc:docMk/>
          <pc:sldMasterMk cId="100049181" sldId="2147483782"/>
        </pc:sldMasterMkLst>
        <pc:sldLayoutChg chg="delSp">
          <pc:chgData name="Ufuk Unal" userId="d77f72b3-53d7-4cb7-8425-5a8f29447216" providerId="ADAL" clId="{B0DF57DB-BE44-48D9-A5E9-05DDE94F5005}" dt="2023-03-14T09:41:05.076" v="3" actId="478"/>
          <pc:sldLayoutMkLst>
            <pc:docMk/>
            <pc:sldMasterMk cId="100049181" sldId="2147483782"/>
            <pc:sldLayoutMk cId="2489093777" sldId="2147483783"/>
          </pc:sldLayoutMkLst>
          <pc:spChg chg="del">
            <ac:chgData name="Ufuk Unal" userId="d77f72b3-53d7-4cb7-8425-5a8f29447216" providerId="ADAL" clId="{B0DF57DB-BE44-48D9-A5E9-05DDE94F5005}" dt="2023-03-14T09:41:05.076" v="3" actId="478"/>
            <ac:spMkLst>
              <pc:docMk/>
              <pc:sldMasterMk cId="100049181" sldId="2147483782"/>
              <pc:sldLayoutMk cId="2489093777" sldId="2147483783"/>
              <ac:spMk id="5" creationId="{00000000-0000-0000-0000-000000000000}"/>
            </ac:spMkLst>
          </pc:spChg>
        </pc:sldLayoutChg>
      </pc:sldMasterChg>
    </pc:docChg>
  </pc:docChgLst>
  <pc:docChgLst>
    <pc:chgData name="Ufuk Unal" userId="d77f72b3-53d7-4cb7-8425-5a8f29447216" providerId="ADAL" clId="{A5CB6BCE-CFF7-469F-AABE-282CE60C0D3F}"/>
    <pc:docChg chg="addSld delSld modSld">
      <pc:chgData name="Ufuk Unal" userId="d77f72b3-53d7-4cb7-8425-5a8f29447216" providerId="ADAL" clId="{A5CB6BCE-CFF7-469F-AABE-282CE60C0D3F}" dt="2023-04-06T13:04:36.292" v="10" actId="47"/>
      <pc:docMkLst>
        <pc:docMk/>
      </pc:docMkLst>
      <pc:sldChg chg="modSp mod">
        <pc:chgData name="Ufuk Unal" userId="d77f72b3-53d7-4cb7-8425-5a8f29447216" providerId="ADAL" clId="{A5CB6BCE-CFF7-469F-AABE-282CE60C0D3F}" dt="2023-04-06T13:03:46.002" v="7" actId="20577"/>
        <pc:sldMkLst>
          <pc:docMk/>
          <pc:sldMk cId="2459807384" sldId="256"/>
        </pc:sldMkLst>
        <pc:spChg chg="mod">
          <ac:chgData name="Ufuk Unal" userId="d77f72b3-53d7-4cb7-8425-5a8f29447216" providerId="ADAL" clId="{A5CB6BCE-CFF7-469F-AABE-282CE60C0D3F}" dt="2023-04-06T13:03:46.002" v="7" actId="20577"/>
          <ac:spMkLst>
            <pc:docMk/>
            <pc:sldMk cId="2459807384" sldId="256"/>
            <ac:spMk id="6" creationId="{36891D17-0544-4779-B232-7495C4C552DF}"/>
          </ac:spMkLst>
        </pc:spChg>
      </pc:sldChg>
      <pc:sldChg chg="add">
        <pc:chgData name="Ufuk Unal" userId="d77f72b3-53d7-4cb7-8425-5a8f29447216" providerId="ADAL" clId="{A5CB6BCE-CFF7-469F-AABE-282CE60C0D3F}" dt="2023-04-06T13:03:57.615" v="8"/>
        <pc:sldMkLst>
          <pc:docMk/>
          <pc:sldMk cId="998842949" sldId="257"/>
        </pc:sldMkLst>
      </pc:sldChg>
      <pc:sldChg chg="add">
        <pc:chgData name="Ufuk Unal" userId="d77f72b3-53d7-4cb7-8425-5a8f29447216" providerId="ADAL" clId="{A5CB6BCE-CFF7-469F-AABE-282CE60C0D3F}" dt="2023-04-06T13:03:57.615" v="8"/>
        <pc:sldMkLst>
          <pc:docMk/>
          <pc:sldMk cId="3205511851" sldId="286"/>
        </pc:sldMkLst>
      </pc:sldChg>
      <pc:sldChg chg="add">
        <pc:chgData name="Ufuk Unal" userId="d77f72b3-53d7-4cb7-8425-5a8f29447216" providerId="ADAL" clId="{A5CB6BCE-CFF7-469F-AABE-282CE60C0D3F}" dt="2023-04-06T13:03:57.615" v="8"/>
        <pc:sldMkLst>
          <pc:docMk/>
          <pc:sldMk cId="8838512" sldId="287"/>
        </pc:sldMkLst>
      </pc:sldChg>
      <pc:sldChg chg="add">
        <pc:chgData name="Ufuk Unal" userId="d77f72b3-53d7-4cb7-8425-5a8f29447216" providerId="ADAL" clId="{A5CB6BCE-CFF7-469F-AABE-282CE60C0D3F}" dt="2023-04-06T13:03:57.615" v="8"/>
        <pc:sldMkLst>
          <pc:docMk/>
          <pc:sldMk cId="2281775076" sldId="288"/>
        </pc:sldMkLst>
      </pc:sldChg>
      <pc:sldChg chg="add">
        <pc:chgData name="Ufuk Unal" userId="d77f72b3-53d7-4cb7-8425-5a8f29447216" providerId="ADAL" clId="{A5CB6BCE-CFF7-469F-AABE-282CE60C0D3F}" dt="2023-04-06T13:03:57.615" v="8"/>
        <pc:sldMkLst>
          <pc:docMk/>
          <pc:sldMk cId="1073715606" sldId="289"/>
        </pc:sldMkLst>
      </pc:sldChg>
      <pc:sldChg chg="add">
        <pc:chgData name="Ufuk Unal" userId="d77f72b3-53d7-4cb7-8425-5a8f29447216" providerId="ADAL" clId="{A5CB6BCE-CFF7-469F-AABE-282CE60C0D3F}" dt="2023-04-06T13:03:57.615" v="8"/>
        <pc:sldMkLst>
          <pc:docMk/>
          <pc:sldMk cId="2608193054" sldId="290"/>
        </pc:sldMkLst>
      </pc:sldChg>
      <pc:sldChg chg="add">
        <pc:chgData name="Ufuk Unal" userId="d77f72b3-53d7-4cb7-8425-5a8f29447216" providerId="ADAL" clId="{A5CB6BCE-CFF7-469F-AABE-282CE60C0D3F}" dt="2023-04-06T13:03:57.615" v="8"/>
        <pc:sldMkLst>
          <pc:docMk/>
          <pc:sldMk cId="3236013279" sldId="291"/>
        </pc:sldMkLst>
      </pc:sldChg>
      <pc:sldChg chg="add">
        <pc:chgData name="Ufuk Unal" userId="d77f72b3-53d7-4cb7-8425-5a8f29447216" providerId="ADAL" clId="{A5CB6BCE-CFF7-469F-AABE-282CE60C0D3F}" dt="2023-04-06T13:03:57.615" v="8"/>
        <pc:sldMkLst>
          <pc:docMk/>
          <pc:sldMk cId="1944076353" sldId="292"/>
        </pc:sldMkLst>
      </pc:sldChg>
      <pc:sldChg chg="add">
        <pc:chgData name="Ufuk Unal" userId="d77f72b3-53d7-4cb7-8425-5a8f29447216" providerId="ADAL" clId="{A5CB6BCE-CFF7-469F-AABE-282CE60C0D3F}" dt="2023-04-06T13:03:57.615" v="8"/>
        <pc:sldMkLst>
          <pc:docMk/>
          <pc:sldMk cId="917736273" sldId="293"/>
        </pc:sldMkLst>
      </pc:sldChg>
      <pc:sldChg chg="add">
        <pc:chgData name="Ufuk Unal" userId="d77f72b3-53d7-4cb7-8425-5a8f29447216" providerId="ADAL" clId="{A5CB6BCE-CFF7-469F-AABE-282CE60C0D3F}" dt="2023-04-06T13:03:57.615" v="8"/>
        <pc:sldMkLst>
          <pc:docMk/>
          <pc:sldMk cId="1152956858" sldId="294"/>
        </pc:sldMkLst>
      </pc:sldChg>
      <pc:sldChg chg="add">
        <pc:chgData name="Ufuk Unal" userId="d77f72b3-53d7-4cb7-8425-5a8f29447216" providerId="ADAL" clId="{A5CB6BCE-CFF7-469F-AABE-282CE60C0D3F}" dt="2023-04-06T13:03:57.615" v="8"/>
        <pc:sldMkLst>
          <pc:docMk/>
          <pc:sldMk cId="3953398966" sldId="295"/>
        </pc:sldMkLst>
      </pc:sldChg>
      <pc:sldChg chg="add">
        <pc:chgData name="Ufuk Unal" userId="d77f72b3-53d7-4cb7-8425-5a8f29447216" providerId="ADAL" clId="{A5CB6BCE-CFF7-469F-AABE-282CE60C0D3F}" dt="2023-04-06T13:03:57.615" v="8"/>
        <pc:sldMkLst>
          <pc:docMk/>
          <pc:sldMk cId="2167178223" sldId="296"/>
        </pc:sldMkLst>
      </pc:sldChg>
      <pc:sldChg chg="add">
        <pc:chgData name="Ufuk Unal" userId="d77f72b3-53d7-4cb7-8425-5a8f29447216" providerId="ADAL" clId="{A5CB6BCE-CFF7-469F-AABE-282CE60C0D3F}" dt="2023-04-06T13:03:57.615" v="8"/>
        <pc:sldMkLst>
          <pc:docMk/>
          <pc:sldMk cId="3072424695" sldId="297"/>
        </pc:sldMkLst>
      </pc:sldChg>
      <pc:sldChg chg="add">
        <pc:chgData name="Ufuk Unal" userId="d77f72b3-53d7-4cb7-8425-5a8f29447216" providerId="ADAL" clId="{A5CB6BCE-CFF7-469F-AABE-282CE60C0D3F}" dt="2023-04-06T13:03:57.615" v="8"/>
        <pc:sldMkLst>
          <pc:docMk/>
          <pc:sldMk cId="2043198107" sldId="298"/>
        </pc:sldMkLst>
      </pc:sldChg>
      <pc:sldChg chg="add">
        <pc:chgData name="Ufuk Unal" userId="d77f72b3-53d7-4cb7-8425-5a8f29447216" providerId="ADAL" clId="{A5CB6BCE-CFF7-469F-AABE-282CE60C0D3F}" dt="2023-04-06T13:03:57.615" v="8"/>
        <pc:sldMkLst>
          <pc:docMk/>
          <pc:sldMk cId="2928479514" sldId="299"/>
        </pc:sldMkLst>
      </pc:sldChg>
      <pc:sldChg chg="add">
        <pc:chgData name="Ufuk Unal" userId="d77f72b3-53d7-4cb7-8425-5a8f29447216" providerId="ADAL" clId="{A5CB6BCE-CFF7-469F-AABE-282CE60C0D3F}" dt="2023-04-06T13:03:57.615" v="8"/>
        <pc:sldMkLst>
          <pc:docMk/>
          <pc:sldMk cId="446979928" sldId="300"/>
        </pc:sldMkLst>
      </pc:sldChg>
      <pc:sldChg chg="add">
        <pc:chgData name="Ufuk Unal" userId="d77f72b3-53d7-4cb7-8425-5a8f29447216" providerId="ADAL" clId="{A5CB6BCE-CFF7-469F-AABE-282CE60C0D3F}" dt="2023-04-06T13:03:57.615" v="8"/>
        <pc:sldMkLst>
          <pc:docMk/>
          <pc:sldMk cId="2359428810" sldId="301"/>
        </pc:sldMkLst>
      </pc:sldChg>
      <pc:sldChg chg="add">
        <pc:chgData name="Ufuk Unal" userId="d77f72b3-53d7-4cb7-8425-5a8f29447216" providerId="ADAL" clId="{A5CB6BCE-CFF7-469F-AABE-282CE60C0D3F}" dt="2023-04-06T13:03:57.615" v="8"/>
        <pc:sldMkLst>
          <pc:docMk/>
          <pc:sldMk cId="722043997" sldId="302"/>
        </pc:sldMkLst>
      </pc:sldChg>
      <pc:sldChg chg="add">
        <pc:chgData name="Ufuk Unal" userId="d77f72b3-53d7-4cb7-8425-5a8f29447216" providerId="ADAL" clId="{A5CB6BCE-CFF7-469F-AABE-282CE60C0D3F}" dt="2023-04-06T13:03:57.615" v="8"/>
        <pc:sldMkLst>
          <pc:docMk/>
          <pc:sldMk cId="1492922032" sldId="303"/>
        </pc:sldMkLst>
      </pc:sldChg>
      <pc:sldChg chg="add">
        <pc:chgData name="Ufuk Unal" userId="d77f72b3-53d7-4cb7-8425-5a8f29447216" providerId="ADAL" clId="{A5CB6BCE-CFF7-469F-AABE-282CE60C0D3F}" dt="2023-04-06T13:03:57.615" v="8"/>
        <pc:sldMkLst>
          <pc:docMk/>
          <pc:sldMk cId="3578986941" sldId="304"/>
        </pc:sldMkLst>
      </pc:sldChg>
      <pc:sldChg chg="del">
        <pc:chgData name="Ufuk Unal" userId="d77f72b3-53d7-4cb7-8425-5a8f29447216" providerId="ADAL" clId="{A5CB6BCE-CFF7-469F-AABE-282CE60C0D3F}" dt="2023-04-06T13:04:36.292" v="10" actId="47"/>
        <pc:sldMkLst>
          <pc:docMk/>
          <pc:sldMk cId="3311703480" sldId="325"/>
        </pc:sldMkLst>
      </pc:sldChg>
      <pc:sldChg chg="del">
        <pc:chgData name="Ufuk Unal" userId="d77f72b3-53d7-4cb7-8425-5a8f29447216" providerId="ADAL" clId="{A5CB6BCE-CFF7-469F-AABE-282CE60C0D3F}" dt="2023-04-06T13:04:36.292" v="10" actId="47"/>
        <pc:sldMkLst>
          <pc:docMk/>
          <pc:sldMk cId="3673250314" sldId="326"/>
        </pc:sldMkLst>
      </pc:sldChg>
      <pc:sldChg chg="del">
        <pc:chgData name="Ufuk Unal" userId="d77f72b3-53d7-4cb7-8425-5a8f29447216" providerId="ADAL" clId="{A5CB6BCE-CFF7-469F-AABE-282CE60C0D3F}" dt="2023-04-06T13:04:36.292" v="10" actId="47"/>
        <pc:sldMkLst>
          <pc:docMk/>
          <pc:sldMk cId="2503827922" sldId="327"/>
        </pc:sldMkLst>
      </pc:sldChg>
      <pc:sldChg chg="del">
        <pc:chgData name="Ufuk Unal" userId="d77f72b3-53d7-4cb7-8425-5a8f29447216" providerId="ADAL" clId="{A5CB6BCE-CFF7-469F-AABE-282CE60C0D3F}" dt="2023-04-06T13:04:36.292" v="10" actId="47"/>
        <pc:sldMkLst>
          <pc:docMk/>
          <pc:sldMk cId="4063430119" sldId="328"/>
        </pc:sldMkLst>
      </pc:sldChg>
      <pc:sldChg chg="del">
        <pc:chgData name="Ufuk Unal" userId="d77f72b3-53d7-4cb7-8425-5a8f29447216" providerId="ADAL" clId="{A5CB6BCE-CFF7-469F-AABE-282CE60C0D3F}" dt="2023-04-06T13:04:36.292" v="10" actId="47"/>
        <pc:sldMkLst>
          <pc:docMk/>
          <pc:sldMk cId="1976804067" sldId="329"/>
        </pc:sldMkLst>
      </pc:sldChg>
      <pc:sldChg chg="del">
        <pc:chgData name="Ufuk Unal" userId="d77f72b3-53d7-4cb7-8425-5a8f29447216" providerId="ADAL" clId="{A5CB6BCE-CFF7-469F-AABE-282CE60C0D3F}" dt="2023-04-06T13:04:36.292" v="10" actId="47"/>
        <pc:sldMkLst>
          <pc:docMk/>
          <pc:sldMk cId="1374603204" sldId="341"/>
        </pc:sldMkLst>
      </pc:sldChg>
      <pc:sldChg chg="del">
        <pc:chgData name="Ufuk Unal" userId="d77f72b3-53d7-4cb7-8425-5a8f29447216" providerId="ADAL" clId="{A5CB6BCE-CFF7-469F-AABE-282CE60C0D3F}" dt="2023-04-06T13:04:36.292" v="10" actId="47"/>
        <pc:sldMkLst>
          <pc:docMk/>
          <pc:sldMk cId="1994260570" sldId="342"/>
        </pc:sldMkLst>
      </pc:sldChg>
      <pc:sldChg chg="del">
        <pc:chgData name="Ufuk Unal" userId="d77f72b3-53d7-4cb7-8425-5a8f29447216" providerId="ADAL" clId="{A5CB6BCE-CFF7-469F-AABE-282CE60C0D3F}" dt="2023-04-06T13:04:36.292" v="10" actId="47"/>
        <pc:sldMkLst>
          <pc:docMk/>
          <pc:sldMk cId="2416504450" sldId="343"/>
        </pc:sldMkLst>
      </pc:sldChg>
      <pc:sldChg chg="del">
        <pc:chgData name="Ufuk Unal" userId="d77f72b3-53d7-4cb7-8425-5a8f29447216" providerId="ADAL" clId="{A5CB6BCE-CFF7-469F-AABE-282CE60C0D3F}" dt="2023-04-06T13:04:36.292" v="10" actId="47"/>
        <pc:sldMkLst>
          <pc:docMk/>
          <pc:sldMk cId="2684641891" sldId="344"/>
        </pc:sldMkLst>
      </pc:sldChg>
      <pc:sldChg chg="del">
        <pc:chgData name="Ufuk Unal" userId="d77f72b3-53d7-4cb7-8425-5a8f29447216" providerId="ADAL" clId="{A5CB6BCE-CFF7-469F-AABE-282CE60C0D3F}" dt="2023-04-06T13:04:36.292" v="10" actId="47"/>
        <pc:sldMkLst>
          <pc:docMk/>
          <pc:sldMk cId="1396881717" sldId="345"/>
        </pc:sldMkLst>
      </pc:sldChg>
      <pc:sldChg chg="del">
        <pc:chgData name="Ufuk Unal" userId="d77f72b3-53d7-4cb7-8425-5a8f29447216" providerId="ADAL" clId="{A5CB6BCE-CFF7-469F-AABE-282CE60C0D3F}" dt="2023-04-06T13:04:36.292" v="10" actId="47"/>
        <pc:sldMkLst>
          <pc:docMk/>
          <pc:sldMk cId="4104435945" sldId="346"/>
        </pc:sldMkLst>
      </pc:sldChg>
      <pc:sldChg chg="del">
        <pc:chgData name="Ufuk Unal" userId="d77f72b3-53d7-4cb7-8425-5a8f29447216" providerId="ADAL" clId="{A5CB6BCE-CFF7-469F-AABE-282CE60C0D3F}" dt="2023-04-06T13:04:36.292" v="10" actId="47"/>
        <pc:sldMkLst>
          <pc:docMk/>
          <pc:sldMk cId="2470924352" sldId="347"/>
        </pc:sldMkLst>
      </pc:sldChg>
      <pc:sldChg chg="del">
        <pc:chgData name="Ufuk Unal" userId="d77f72b3-53d7-4cb7-8425-5a8f29447216" providerId="ADAL" clId="{A5CB6BCE-CFF7-469F-AABE-282CE60C0D3F}" dt="2023-04-06T13:04:36.292" v="10" actId="47"/>
        <pc:sldMkLst>
          <pc:docMk/>
          <pc:sldMk cId="838802227" sldId="349"/>
        </pc:sldMkLst>
      </pc:sldChg>
      <pc:sldChg chg="del">
        <pc:chgData name="Ufuk Unal" userId="d77f72b3-53d7-4cb7-8425-5a8f29447216" providerId="ADAL" clId="{A5CB6BCE-CFF7-469F-AABE-282CE60C0D3F}" dt="2023-04-06T13:04:36.292" v="10" actId="47"/>
        <pc:sldMkLst>
          <pc:docMk/>
          <pc:sldMk cId="1108545243" sldId="350"/>
        </pc:sldMkLst>
      </pc:sldChg>
      <pc:sldChg chg="del">
        <pc:chgData name="Ufuk Unal" userId="d77f72b3-53d7-4cb7-8425-5a8f29447216" providerId="ADAL" clId="{A5CB6BCE-CFF7-469F-AABE-282CE60C0D3F}" dt="2023-04-06T13:04:36.292" v="10" actId="47"/>
        <pc:sldMkLst>
          <pc:docMk/>
          <pc:sldMk cId="1001165308" sldId="351"/>
        </pc:sldMkLst>
      </pc:sldChg>
      <pc:sldChg chg="del">
        <pc:chgData name="Ufuk Unal" userId="d77f72b3-53d7-4cb7-8425-5a8f29447216" providerId="ADAL" clId="{A5CB6BCE-CFF7-469F-AABE-282CE60C0D3F}" dt="2023-04-06T13:04:36.292" v="10" actId="47"/>
        <pc:sldMkLst>
          <pc:docMk/>
          <pc:sldMk cId="3243177277" sldId="352"/>
        </pc:sldMkLst>
      </pc:sldChg>
      <pc:sldChg chg="del">
        <pc:chgData name="Ufuk Unal" userId="d77f72b3-53d7-4cb7-8425-5a8f29447216" providerId="ADAL" clId="{A5CB6BCE-CFF7-469F-AABE-282CE60C0D3F}" dt="2023-04-06T13:04:36.292" v="10" actId="47"/>
        <pc:sldMkLst>
          <pc:docMk/>
          <pc:sldMk cId="2021682167" sldId="353"/>
        </pc:sldMkLst>
      </pc:sldChg>
      <pc:sldChg chg="del">
        <pc:chgData name="Ufuk Unal" userId="d77f72b3-53d7-4cb7-8425-5a8f29447216" providerId="ADAL" clId="{A5CB6BCE-CFF7-469F-AABE-282CE60C0D3F}" dt="2023-04-06T13:04:36.292" v="10" actId="47"/>
        <pc:sldMkLst>
          <pc:docMk/>
          <pc:sldMk cId="423197906" sldId="354"/>
        </pc:sldMkLst>
      </pc:sldChg>
      <pc:sldChg chg="del">
        <pc:chgData name="Ufuk Unal" userId="d77f72b3-53d7-4cb7-8425-5a8f29447216" providerId="ADAL" clId="{A5CB6BCE-CFF7-469F-AABE-282CE60C0D3F}" dt="2023-04-06T13:04:36.292" v="10" actId="47"/>
        <pc:sldMkLst>
          <pc:docMk/>
          <pc:sldMk cId="4233599654" sldId="355"/>
        </pc:sldMkLst>
      </pc:sldChg>
      <pc:sldChg chg="del">
        <pc:chgData name="Ufuk Unal" userId="d77f72b3-53d7-4cb7-8425-5a8f29447216" providerId="ADAL" clId="{A5CB6BCE-CFF7-469F-AABE-282CE60C0D3F}" dt="2023-04-06T13:04:36.292" v="10" actId="47"/>
        <pc:sldMkLst>
          <pc:docMk/>
          <pc:sldMk cId="3798046907" sldId="357"/>
        </pc:sldMkLst>
      </pc:sldChg>
      <pc:sldChg chg="del">
        <pc:chgData name="Ufuk Unal" userId="d77f72b3-53d7-4cb7-8425-5a8f29447216" providerId="ADAL" clId="{A5CB6BCE-CFF7-469F-AABE-282CE60C0D3F}" dt="2023-04-06T13:04:36.292" v="10" actId="47"/>
        <pc:sldMkLst>
          <pc:docMk/>
          <pc:sldMk cId="2763019059" sldId="358"/>
        </pc:sldMkLst>
      </pc:sldChg>
      <pc:sldChg chg="del">
        <pc:chgData name="Ufuk Unal" userId="d77f72b3-53d7-4cb7-8425-5a8f29447216" providerId="ADAL" clId="{A5CB6BCE-CFF7-469F-AABE-282CE60C0D3F}" dt="2023-04-06T13:04:36.292" v="10" actId="47"/>
        <pc:sldMkLst>
          <pc:docMk/>
          <pc:sldMk cId="1502931874" sldId="359"/>
        </pc:sldMkLst>
      </pc:sldChg>
      <pc:sldChg chg="del">
        <pc:chgData name="Ufuk Unal" userId="d77f72b3-53d7-4cb7-8425-5a8f29447216" providerId="ADAL" clId="{A5CB6BCE-CFF7-469F-AABE-282CE60C0D3F}" dt="2023-04-06T13:04:36.292" v="10" actId="47"/>
        <pc:sldMkLst>
          <pc:docMk/>
          <pc:sldMk cId="2784854281" sldId="360"/>
        </pc:sldMkLst>
      </pc:sldChg>
      <pc:sldChg chg="del">
        <pc:chgData name="Ufuk Unal" userId="d77f72b3-53d7-4cb7-8425-5a8f29447216" providerId="ADAL" clId="{A5CB6BCE-CFF7-469F-AABE-282CE60C0D3F}" dt="2023-04-06T13:04:36.292" v="10" actId="47"/>
        <pc:sldMkLst>
          <pc:docMk/>
          <pc:sldMk cId="81848509" sldId="361"/>
        </pc:sldMkLst>
      </pc:sldChg>
      <pc:sldChg chg="del">
        <pc:chgData name="Ufuk Unal" userId="d77f72b3-53d7-4cb7-8425-5a8f29447216" providerId="ADAL" clId="{A5CB6BCE-CFF7-469F-AABE-282CE60C0D3F}" dt="2023-04-06T13:04:36.292" v="10" actId="47"/>
        <pc:sldMkLst>
          <pc:docMk/>
          <pc:sldMk cId="2726252616" sldId="362"/>
        </pc:sldMkLst>
      </pc:sldChg>
      <pc:sldChg chg="del">
        <pc:chgData name="Ufuk Unal" userId="d77f72b3-53d7-4cb7-8425-5a8f29447216" providerId="ADAL" clId="{A5CB6BCE-CFF7-469F-AABE-282CE60C0D3F}" dt="2023-04-06T13:04:36.292" v="10" actId="47"/>
        <pc:sldMkLst>
          <pc:docMk/>
          <pc:sldMk cId="114654693" sldId="363"/>
        </pc:sldMkLst>
      </pc:sldChg>
      <pc:sldChg chg="del">
        <pc:chgData name="Ufuk Unal" userId="d77f72b3-53d7-4cb7-8425-5a8f29447216" providerId="ADAL" clId="{A5CB6BCE-CFF7-469F-AABE-282CE60C0D3F}" dt="2023-04-06T13:04:36.292" v="10" actId="47"/>
        <pc:sldMkLst>
          <pc:docMk/>
          <pc:sldMk cId="68671429" sldId="364"/>
        </pc:sldMkLst>
      </pc:sldChg>
      <pc:sldChg chg="del">
        <pc:chgData name="Ufuk Unal" userId="d77f72b3-53d7-4cb7-8425-5a8f29447216" providerId="ADAL" clId="{A5CB6BCE-CFF7-469F-AABE-282CE60C0D3F}" dt="2023-04-06T13:04:36.292" v="10" actId="47"/>
        <pc:sldMkLst>
          <pc:docMk/>
          <pc:sldMk cId="3814972833" sldId="365"/>
        </pc:sldMkLst>
      </pc:sldChg>
      <pc:sldChg chg="del">
        <pc:chgData name="Ufuk Unal" userId="d77f72b3-53d7-4cb7-8425-5a8f29447216" providerId="ADAL" clId="{A5CB6BCE-CFF7-469F-AABE-282CE60C0D3F}" dt="2023-04-06T13:04:36.292" v="10" actId="47"/>
        <pc:sldMkLst>
          <pc:docMk/>
          <pc:sldMk cId="1766050880" sldId="366"/>
        </pc:sldMkLst>
      </pc:sldChg>
      <pc:sldChg chg="del">
        <pc:chgData name="Ufuk Unal" userId="d77f72b3-53d7-4cb7-8425-5a8f29447216" providerId="ADAL" clId="{A5CB6BCE-CFF7-469F-AABE-282CE60C0D3F}" dt="2023-04-06T13:04:36.292" v="10" actId="47"/>
        <pc:sldMkLst>
          <pc:docMk/>
          <pc:sldMk cId="2830932289" sldId="367"/>
        </pc:sldMkLst>
      </pc:sldChg>
      <pc:sldChg chg="del">
        <pc:chgData name="Ufuk Unal" userId="d77f72b3-53d7-4cb7-8425-5a8f29447216" providerId="ADAL" clId="{A5CB6BCE-CFF7-469F-AABE-282CE60C0D3F}" dt="2023-04-06T13:04:36.292" v="10" actId="47"/>
        <pc:sldMkLst>
          <pc:docMk/>
          <pc:sldMk cId="3461289532" sldId="368"/>
        </pc:sldMkLst>
      </pc:sldChg>
      <pc:sldChg chg="del">
        <pc:chgData name="Ufuk Unal" userId="d77f72b3-53d7-4cb7-8425-5a8f29447216" providerId="ADAL" clId="{A5CB6BCE-CFF7-469F-AABE-282CE60C0D3F}" dt="2023-04-06T13:04:36.292" v="10" actId="47"/>
        <pc:sldMkLst>
          <pc:docMk/>
          <pc:sldMk cId="1006181768" sldId="369"/>
        </pc:sldMkLst>
      </pc:sldChg>
      <pc:sldChg chg="del">
        <pc:chgData name="Ufuk Unal" userId="d77f72b3-53d7-4cb7-8425-5a8f29447216" providerId="ADAL" clId="{A5CB6BCE-CFF7-469F-AABE-282CE60C0D3F}" dt="2023-04-06T13:04:36.292" v="10" actId="47"/>
        <pc:sldMkLst>
          <pc:docMk/>
          <pc:sldMk cId="1944942873" sldId="370"/>
        </pc:sldMkLst>
      </pc:sldChg>
      <pc:sldChg chg="del">
        <pc:chgData name="Ufuk Unal" userId="d77f72b3-53d7-4cb7-8425-5a8f29447216" providerId="ADAL" clId="{A5CB6BCE-CFF7-469F-AABE-282CE60C0D3F}" dt="2023-04-06T13:04:36.292" v="10" actId="47"/>
        <pc:sldMkLst>
          <pc:docMk/>
          <pc:sldMk cId="2853401936" sldId="371"/>
        </pc:sldMkLst>
      </pc:sldChg>
      <pc:sldChg chg="del">
        <pc:chgData name="Ufuk Unal" userId="d77f72b3-53d7-4cb7-8425-5a8f29447216" providerId="ADAL" clId="{A5CB6BCE-CFF7-469F-AABE-282CE60C0D3F}" dt="2023-04-06T13:04:36.292" v="10" actId="47"/>
        <pc:sldMkLst>
          <pc:docMk/>
          <pc:sldMk cId="2263266425" sldId="372"/>
        </pc:sldMkLst>
      </pc:sldChg>
      <pc:sldChg chg="add del">
        <pc:chgData name="Ufuk Unal" userId="d77f72b3-53d7-4cb7-8425-5a8f29447216" providerId="ADAL" clId="{A5CB6BCE-CFF7-469F-AABE-282CE60C0D3F}" dt="2023-04-06T13:04:06.500" v="9" actId="47"/>
        <pc:sldMkLst>
          <pc:docMk/>
          <pc:sldMk cId="1086794968" sldId="3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06.04.2023</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74181A-B52E-4AEA-801A-5F0AC153D341}" type="slidenum">
              <a:rPr lang="en-US"/>
              <a:pPr>
                <a:defRPr/>
              </a:pPr>
              <a:t>‹#›</a:t>
            </a:fld>
            <a:endParaRPr lang="en-US"/>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a:t>
            </a:fld>
            <a:endParaRPr lang="en-US"/>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Many KNX systems that are installed nowadays fulfil security-related functions. </a:t>
            </a:r>
          </a:p>
          <a:p>
            <a:r>
              <a:rPr lang="en-GB" sz="1200" kern="1200" dirty="0">
                <a:solidFill>
                  <a:schemeClr val="tx1"/>
                </a:solidFill>
                <a:effectLst/>
                <a:latin typeface="Arial" charset="0"/>
                <a:ea typeface="+mn-ea"/>
                <a:cs typeface="+mn-cs"/>
              </a:rPr>
              <a:t>If these types of applications are required, software and hardware measures should be taken into account to make the KNX system fail-safe. </a:t>
            </a:r>
            <a:endParaRPr lang="es-ES" sz="1200" kern="1200" dirty="0">
              <a:solidFill>
                <a:schemeClr val="tx1"/>
              </a:solidFill>
              <a:effectLst/>
              <a:latin typeface="Arial" charset="0"/>
              <a:ea typeface="+mn-ea"/>
              <a:cs typeface="+mn-cs"/>
            </a:endParaRPr>
          </a:p>
          <a:p>
            <a:r>
              <a:rPr lang="en-GB" sz="1200" i="1" kern="1200" dirty="0">
                <a:solidFill>
                  <a:schemeClr val="tx1"/>
                </a:solidFill>
                <a:effectLst/>
                <a:latin typeface="Arial" charset="0"/>
                <a:ea typeface="+mn-ea"/>
                <a:cs typeface="+mn-cs"/>
              </a:rPr>
              <a:t>Examples of these types of requirements include: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Alarm functions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Monitoring systems (windows, doors,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Intruder and anti-theft alarm systems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Remote signalling (telephone, web,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Fire detectors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Water detectors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Control of devices and applications whose failure could lead to consequential damages (wind sensors for shutters, rain sensors for skylights, central disconnection of the water in unused buildings …)</a:t>
            </a:r>
            <a:endParaRPr lang="es-ES" sz="1200" kern="1200" dirty="0">
              <a:solidFill>
                <a:schemeClr val="tx1"/>
              </a:solidFill>
              <a:effectLst/>
              <a:latin typeface="Arial" charset="0"/>
              <a:ea typeface="+mn-ea"/>
              <a:cs typeface="+mn-cs"/>
            </a:endParaRP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a:t>
            </a:fld>
            <a:endParaRPr lang="en-US"/>
          </a:p>
        </p:txBody>
      </p:sp>
    </p:spTree>
    <p:extLst>
      <p:ext uri="{BB962C8B-B14F-4D97-AF65-F5344CB8AC3E}">
        <p14:creationId xmlns:p14="http://schemas.microsoft.com/office/powerpoint/2010/main" val="3692632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Software Measures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To implement functions, there are actuators, sensors and controllers available which the integrator must link together. During normal operation, telegrams are transmitted dependent on events. If an event occurs, a telegram is generated and sent to the bus system. If the sensor should no longer be in operation, it is possible to stop generating telegrams which cause an action to be carried out. In the worst case, an “important” telegram may be lost. To prevent this, it is possible to detect the failure of a telegram and to signal in succession that a fault has occurred in the transmission.</a:t>
            </a:r>
            <a:endParaRPr lang="es-ES" sz="1200" kern="1200" dirty="0">
              <a:solidFill>
                <a:schemeClr val="tx1"/>
              </a:solidFill>
              <a:effectLst/>
              <a:latin typeface="Arial" charset="0"/>
              <a:ea typeface="+mn-ea"/>
              <a:cs typeface="+mn-cs"/>
            </a:endParaRPr>
          </a:p>
          <a:p>
            <a:endParaRPr lang="en-GB" noProof="0" dirty="0"/>
          </a:p>
          <a:p>
            <a:pPr>
              <a:defRPr/>
            </a:pPr>
            <a:r>
              <a:rPr lang="es-ES" dirty="0"/>
              <a:t>The </a:t>
            </a:r>
            <a:r>
              <a:rPr lang="en-GB" noProof="0" dirty="0"/>
              <a:t>main software measures to adopt to ensure the working time of an installation </a:t>
            </a:r>
            <a:r>
              <a:rPr lang="es-ES" dirty="0"/>
              <a:t>are:</a:t>
            </a:r>
          </a:p>
          <a:p>
            <a:pPr marL="171450" indent="-171450">
              <a:buFont typeface="Arial" panose="020B0604020202020204" pitchFamily="34" charset="0"/>
              <a:buChar char="•"/>
              <a:defRPr/>
            </a:pPr>
            <a:r>
              <a:rPr lang="en-US" dirty="0"/>
              <a:t>Cyclical Telegrams for Monitoring</a:t>
            </a:r>
          </a:p>
          <a:p>
            <a:pPr marL="171450" indent="-171450">
              <a:buFont typeface="Arial" panose="020B0604020202020204" pitchFamily="34" charset="0"/>
              <a:buChar char="•"/>
              <a:defRPr/>
            </a:pPr>
            <a:r>
              <a:rPr lang="en-US" dirty="0"/>
              <a:t>Priority of a Telegram</a:t>
            </a:r>
          </a:p>
          <a:p>
            <a:pPr marL="171450" indent="-171450">
              <a:buFont typeface="Arial" panose="020B0604020202020204" pitchFamily="34" charset="0"/>
              <a:buChar char="•"/>
              <a:defRPr/>
            </a:pPr>
            <a:r>
              <a:rPr lang="en-US" dirty="0"/>
              <a:t>Behavior after Bus Voltage Recovery</a:t>
            </a:r>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a:t>
            </a:fld>
            <a:endParaRPr lang="en-US"/>
          </a:p>
        </p:txBody>
      </p:sp>
    </p:spTree>
    <p:extLst>
      <p:ext uri="{BB962C8B-B14F-4D97-AF65-F5344CB8AC3E}">
        <p14:creationId xmlns:p14="http://schemas.microsoft.com/office/powerpoint/2010/main" val="3367753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Cyclical Telegrams for Monitoring</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For safety-related reasons, it can be advisable to repeat telegrams at cyclic intervals to guarantee that the output device is set to a defined switch position if the transmitting device fails. A function that occurs frequently in KNX systems is the wind or rain alarm. The method of operation of a wind sensor is described in the following section by way of illustration.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information that there is no wind (logic “0”) is transferred cyclically by the sensor. If the shutter actuator does not receive a safety telegram within a defined period, the shutter is moved into the safety position and any move, stop and step commands are only carried out if the wind sensor has sent the telegram “No wind present”. It should be noted that only the information “No wind” i.e. logic “0” should be repeated cyclically in the KNX system. The majority of shutter actuators carry out a movement command on receipt of the telegram “Wind present” (“logic 1”). If this telegram is also transmitted cyclically, it could lead to damage of the drive motors in the worst case.</a:t>
            </a:r>
          </a:p>
          <a:p>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When configuring this type of cyclical monitoring, it should always be ensured that the monitoring time on the actuator side is selected as approx. three times as long as the cycle time of the sensor. Generally, telegrams which are sent cyclically should not be sent at very short intervals as this would lead to an unnecessarily high bus load. Normally, it can be assumed that the new state will be sent immediately, if there is a change in the state at the sensor. </a:t>
            </a: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a:t>
            </a:fld>
            <a:endParaRPr lang="en-US"/>
          </a:p>
        </p:txBody>
      </p:sp>
    </p:spTree>
    <p:extLst>
      <p:ext uri="{BB962C8B-B14F-4D97-AF65-F5344CB8AC3E}">
        <p14:creationId xmlns:p14="http://schemas.microsoft.com/office/powerpoint/2010/main" val="815807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Parameterization of a Weather Station</a:t>
            </a:r>
          </a:p>
          <a:p>
            <a:r>
              <a:rPr lang="en-GB" sz="1200" kern="1200" dirty="0">
                <a:solidFill>
                  <a:schemeClr val="tx1"/>
                </a:solidFill>
                <a:effectLst/>
                <a:latin typeface="Arial" charset="0"/>
                <a:ea typeface="+mn-ea"/>
                <a:cs typeface="+mn-cs"/>
              </a:rPr>
              <a:t>The following diagrams show an example of the parameterisation of a conventional wind sensor which is connected to the binary input (Channel A) of a KNX weather station.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Due to this parameterisation, the input sends the sensor state on the bus with a cyclic period of 5 minutes. </a:t>
            </a:r>
          </a:p>
          <a:p>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ETS screenshot of a weather station (e.g. Sensor input 1, limit value 1, wind (54km/h), output 1 cyclical 50s / 5min delayed)</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shutter actuator must now be configured so that the shutter moves into the safety position if the information (“No wind present” (logic 0)) is received within 15 minutes.</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2:</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ETS screenshot of a shutter actuator</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The previously described method of operation can also of course be implemented using switch actuators or controllers. The sensor or controller which can send a telegram cyclically must be configured so that it always triggers a time switch or staircase function in the output device, so that it does not change its state. If information is lost because for example the power supply of a primary line fails, the output object changes its state. This method can be used to check from a central position whether voltage has been applied to all the line segments of a KNX system. A device must be installed in each segment which sends cyclical telegrams and a device must be installed at a central point which evaluates this information.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Sensor repeats cyclically</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event-controlled, decentralised systems, the majority of safety functions are based on cyclically transmitted telegrams whose transmission is monitored at another location. </a:t>
            </a:r>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lvl="0"/>
            <a:endParaRPr lang="en-US" b="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a:t>
            </a:fld>
            <a:endParaRPr lang="en-US"/>
          </a:p>
        </p:txBody>
      </p:sp>
    </p:spTree>
    <p:extLst>
      <p:ext uri="{BB962C8B-B14F-4D97-AF65-F5344CB8AC3E}">
        <p14:creationId xmlns:p14="http://schemas.microsoft.com/office/powerpoint/2010/main" val="1233753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b="1" dirty="0"/>
              <a:t>Priority of a Telegram</a:t>
            </a:r>
          </a:p>
          <a:p>
            <a:r>
              <a:rPr lang="en-GB" sz="1200" kern="1200" dirty="0">
                <a:solidFill>
                  <a:schemeClr val="tx1"/>
                </a:solidFill>
                <a:effectLst/>
                <a:latin typeface="Arial" charset="0"/>
                <a:ea typeface="+mn-ea"/>
                <a:cs typeface="+mn-cs"/>
              </a:rPr>
              <a:t>A further step in enabling telegrams to be sent as quickly as possible is the setting of priorities at the group object. Normally, these are set by the manufacturer. The priority of the sending telegrams of an object can be adapted individually on three levels with ETS as required.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priority levels are available: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Low operational priority</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High operational priority</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Alarm</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System (used by ETS during the download)</a:t>
            </a:r>
          </a:p>
          <a:p>
            <a:pPr marL="171450" lvl="0" indent="-171450">
              <a:buFont typeface="Arial" panose="020B0604020202020204" pitchFamily="34" charset="0"/>
              <a:buChar char="•"/>
            </a:pP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diagram indicates a weather station in which object 1 (Output Safety 2) has been set to ‘Alarm’ priority. This setting means that primarily several logic “0” are sent in the control field of the telegram and the telegram prevails immediately and without a delay against a device with an auto or normal priority.  It should however be noted that you should not set a large number of telegrams on the same priority level if they could possibly be sent at the same time.</a:t>
            </a: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a:t>
            </a:fld>
            <a:endParaRPr lang="en-US"/>
          </a:p>
        </p:txBody>
      </p:sp>
    </p:spTree>
    <p:extLst>
      <p:ext uri="{BB962C8B-B14F-4D97-AF65-F5344CB8AC3E}">
        <p14:creationId xmlns:p14="http://schemas.microsoft.com/office/powerpoint/2010/main" val="3265374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Behaviour after Bus Voltage Recovery</a:t>
            </a:r>
          </a:p>
          <a:p>
            <a:r>
              <a:rPr lang="en-GB" sz="1200" kern="1200" dirty="0">
                <a:solidFill>
                  <a:schemeClr val="tx1"/>
                </a:solidFill>
                <a:effectLst/>
                <a:latin typeface="Arial" charset="0"/>
                <a:ea typeface="+mn-ea"/>
                <a:cs typeface="+mn-cs"/>
              </a:rPr>
              <a:t>The start-up behaviour of a KNX installation after voltage failure must be planned and checked no later than the handover stage. In most cases, it can be assumed that switch actuators retain their state after bus voltage recovery or switch off the outputs. For many devices, the “Status after voltage recovery” can be set in the device parameters. In particular, if irrigation systems, pump control systems or device controllers which cause very high operating costs are implemented using KNX, the start-up behaviour must be verified and become a part of the acceptance report. </a:t>
            </a:r>
          </a:p>
          <a:p>
            <a:pPr lvl="1"/>
            <a:endParaRPr lang="en-GB" sz="1200" b="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Bus Voltage Monitoring</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is possible to install a conventional time relay in parallel to the KNX power supply to establish a voltage failure. Controllers, setpoint values and other states in an installation can thus be reset to the initial state. The time relay switches with a delay (after approx. 30 sec) and the contact is linked with a channel of a KNX binary input. This binary input sends to a group address which reports a power failure and creates defined basic states. The following diagram represents the schematic configuration of this type of system.</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7</a:t>
            </a:fld>
            <a:endParaRPr lang="en-US"/>
          </a:p>
        </p:txBody>
      </p:sp>
    </p:spTree>
    <p:extLst>
      <p:ext uri="{BB962C8B-B14F-4D97-AF65-F5344CB8AC3E}">
        <p14:creationId xmlns:p14="http://schemas.microsoft.com/office/powerpoint/2010/main" val="4261181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b="1"/>
              <a:t>Trigger in response to a telegram</a:t>
            </a:r>
          </a:p>
          <a:p>
            <a:r>
              <a:rPr lang="en-GB" sz="1200" kern="1200">
                <a:solidFill>
                  <a:schemeClr val="tx1"/>
                </a:solidFill>
                <a:effectLst/>
                <a:latin typeface="Arial" charset="0"/>
                <a:ea typeface="+mn-ea"/>
                <a:cs typeface="+mn-cs"/>
              </a:rPr>
              <a:t>Newer power supplies offer diagnostic functions. With these devices, a start-up initialisation can be carried out directly via group objects. More about this topic in the chapter “Power Supplies with Diagnostic Functions” below.</a:t>
            </a:r>
            <a:endParaRPr lang="es-ES" sz="1200" kern="120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If there is a request to transfer defined data to different group addresses on voltage recovery, a controller can be used which is able to trigger a telegram and to send defined data to group addresses on receipt of this initialisation telegram. </a:t>
            </a:r>
            <a:endParaRPr lang="es-ES" sz="1200" kern="120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In this example, an initialisation telegram triggers the sending of data to different group addresses: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Figure 7:</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Trigger in response to a telegram</a:t>
            </a:r>
            <a:endParaRPr lang="es-ES" sz="1200" b="1" kern="1200">
              <a:solidFill>
                <a:schemeClr val="tx1"/>
              </a:solidFill>
              <a:effectLst/>
              <a:latin typeface="Arial" charset="0"/>
              <a:ea typeface="+mn-ea"/>
              <a:cs typeface="+mn-cs"/>
            </a:endParaRPr>
          </a:p>
          <a:p>
            <a:endParaRPr lang="en-GB" b="1"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8</a:t>
            </a:fld>
            <a:endParaRPr lang="en-US"/>
          </a:p>
        </p:txBody>
      </p:sp>
    </p:spTree>
    <p:extLst>
      <p:ext uri="{BB962C8B-B14F-4D97-AF65-F5344CB8AC3E}">
        <p14:creationId xmlns:p14="http://schemas.microsoft.com/office/powerpoint/2010/main" val="2127875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Steps to a safe KNX installation</a:t>
            </a:r>
          </a:p>
          <a:p>
            <a:pPr lvl="0"/>
            <a:r>
              <a:rPr lang="en-US" sz="1200" b="0" kern="1200" dirty="0">
                <a:solidFill>
                  <a:schemeClr val="tx1"/>
                </a:solidFill>
                <a:effectLst/>
                <a:latin typeface="Arial" charset="0"/>
                <a:ea typeface="+mn-ea"/>
                <a:cs typeface="+mn-cs"/>
              </a:rPr>
              <a:t>Main hardware measures to adopt:</a:t>
            </a:r>
            <a:endParaRPr lang="es-ES" sz="1200" b="0" kern="1200" dirty="0">
              <a:solidFill>
                <a:schemeClr val="tx1"/>
              </a:solidFill>
              <a:effectLst/>
              <a:latin typeface="Arial" charset="0"/>
              <a:ea typeface="+mn-ea"/>
              <a:cs typeface="+mn-cs"/>
            </a:endParaRPr>
          </a:p>
          <a:p>
            <a:pPr marL="171450" indent="-171450" algn="just" eaLnBrk="1" hangingPunct="1">
              <a:buFont typeface="Arial" panose="020B0604020202020204" pitchFamily="34" charset="0"/>
              <a:buChar char="•"/>
              <a:defRPr/>
            </a:pPr>
            <a:r>
              <a:rPr lang="en-US" sz="1200" dirty="0">
                <a:solidFill>
                  <a:schemeClr val="bg1">
                    <a:lumMod val="10000"/>
                  </a:schemeClr>
                </a:solidFill>
                <a:cs typeface="Arial" panose="020B0604020202020204" pitchFamily="34" charset="0"/>
              </a:rPr>
              <a:t>Distributed System with Controllers</a:t>
            </a:r>
            <a:endParaRPr lang="es-ES" sz="1200" dirty="0">
              <a:solidFill>
                <a:schemeClr val="bg1">
                  <a:lumMod val="10000"/>
                </a:schemeClr>
              </a:solidFill>
              <a:cs typeface="Arial" panose="020B0604020202020204" pitchFamily="34" charset="0"/>
            </a:endParaRPr>
          </a:p>
          <a:p>
            <a:pPr marL="171450" indent="-171450">
              <a:buFont typeface="Arial" panose="020B0604020202020204" pitchFamily="34" charset="0"/>
              <a:buChar char="•"/>
              <a:defRPr/>
            </a:pPr>
            <a:r>
              <a:rPr lang="en-US" dirty="0">
                <a:solidFill>
                  <a:schemeClr val="bg1">
                    <a:lumMod val="10000"/>
                  </a:schemeClr>
                </a:solidFill>
                <a:cs typeface="Arial" panose="020B0604020202020204" pitchFamily="34" charset="0"/>
              </a:rPr>
              <a:t>Logic Modules and Visualization in Connection with Couplers</a:t>
            </a:r>
            <a:endParaRPr lang="es-ES" dirty="0">
              <a:solidFill>
                <a:schemeClr val="bg1">
                  <a:lumMod val="10000"/>
                </a:schemeClr>
              </a:solidFill>
              <a:cs typeface="Arial" panose="020B0604020202020204" pitchFamily="34" charset="0"/>
            </a:endParaRPr>
          </a:p>
          <a:p>
            <a:pPr marL="171450" indent="-171450" algn="just" eaLnBrk="1" hangingPunct="1">
              <a:buFont typeface="Arial" panose="020B0604020202020204" pitchFamily="34" charset="0"/>
              <a:buChar char="•"/>
              <a:defRPr/>
            </a:pPr>
            <a:r>
              <a:rPr lang="en-US" sz="1200" noProof="0" dirty="0">
                <a:solidFill>
                  <a:schemeClr val="bg1">
                    <a:lumMod val="10000"/>
                  </a:schemeClr>
                </a:solidFill>
                <a:cs typeface="Arial" panose="020B0604020202020204" pitchFamily="34" charset="0"/>
              </a:rPr>
              <a:t>Multi-channel Switch Actuators</a:t>
            </a:r>
          </a:p>
          <a:p>
            <a:pPr marL="171450" marR="0" lvl="0" indent="-171450" algn="just"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sz="1200" dirty="0">
                <a:solidFill>
                  <a:schemeClr val="bg1">
                    <a:lumMod val="10000"/>
                  </a:schemeClr>
                </a:solidFill>
                <a:cs typeface="Arial" panose="020B0604020202020204" pitchFamily="34" charset="0"/>
              </a:rPr>
              <a:t>Benefits of Line Couplers</a:t>
            </a:r>
            <a:endParaRPr lang="es-ES" sz="1200" b="1" dirty="0">
              <a:solidFill>
                <a:srgbClr val="0070C0"/>
              </a:solidFill>
              <a:ea typeface="ＭＳ Ｐゴシック" pitchFamily="-97" charset="-128"/>
              <a:cs typeface="Arial" pitchFamily="34" charset="0"/>
            </a:endParaRPr>
          </a:p>
          <a:p>
            <a:pPr marL="171450" marR="0" lvl="0" indent="-171450" algn="just"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sz="1200" noProof="0" dirty="0">
                <a:solidFill>
                  <a:schemeClr val="bg1">
                    <a:lumMod val="10000"/>
                  </a:schemeClr>
                </a:solidFill>
                <a:cs typeface="Arial" panose="020B0604020202020204" pitchFamily="34" charset="0"/>
              </a:rPr>
              <a:t>Power Supply</a:t>
            </a:r>
          </a:p>
          <a:p>
            <a:pPr marL="171450" marR="0" lvl="0" indent="-171450" algn="just"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sz="1200" dirty="0">
                <a:solidFill>
                  <a:schemeClr val="bg1">
                    <a:lumMod val="10000"/>
                  </a:schemeClr>
                </a:solidFill>
                <a:cs typeface="Arial" panose="020B0604020202020204" pitchFamily="34" charset="0"/>
              </a:rPr>
              <a:t>Power Supply in event of a Power Failure</a:t>
            </a:r>
            <a:endParaRPr lang="es-ES" sz="1200" b="1" dirty="0">
              <a:solidFill>
                <a:srgbClr val="0070C0"/>
              </a:solidFill>
              <a:ea typeface="ＭＳ Ｐゴシック" pitchFamily="-97" charset="-128"/>
              <a:cs typeface="Arial" pitchFamily="34" charset="0"/>
            </a:endParaRPr>
          </a:p>
          <a:p>
            <a:pPr algn="just" eaLnBrk="1" hangingPunct="1">
              <a:defRPr/>
            </a:pPr>
            <a:endParaRPr lang="es-ES_tradnl" sz="1200" dirty="0">
              <a:solidFill>
                <a:schemeClr val="bg2">
                  <a:lumMod val="25000"/>
                </a:schemeClr>
              </a:solidFill>
              <a:ea typeface="ＭＳ Ｐゴシック" pitchFamily="-97" charset="-128"/>
              <a:cs typeface="Arial" pitchFamily="34" charset="0"/>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9</a:t>
            </a:fld>
            <a:endParaRPr lang="en-US"/>
          </a:p>
        </p:txBody>
      </p:sp>
    </p:spTree>
    <p:extLst>
      <p:ext uri="{BB962C8B-B14F-4D97-AF65-F5344CB8AC3E}">
        <p14:creationId xmlns:p14="http://schemas.microsoft.com/office/powerpoint/2010/main" val="7326144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Distributed System with Controllers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Each bus device has its own authorisation and its own microprocessor. If a bus device fails, all the other bus devices function without any interference. This applies to all direct connections (e.g. sensor – actuator). If logic modules are used however between the input device and the output device, the failure of this device means that data transfer cannot take place.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8:</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Distributed system with controllers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above should be noted in particular if the lighting can for example only be switched via scene modules.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To be able to switch the lighting on and off after the failure of the scene module, it is advisable to assign a central ON/OFF function for the room to at least one sensor and to allocate this group address to the respective actuators.</a:t>
            </a: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10</a:t>
            </a:fld>
            <a:endParaRPr lang="en-US"/>
          </a:p>
        </p:txBody>
      </p:sp>
    </p:spTree>
    <p:extLst>
      <p:ext uri="{BB962C8B-B14F-4D97-AF65-F5344CB8AC3E}">
        <p14:creationId xmlns:p14="http://schemas.microsoft.com/office/powerpoint/2010/main" val="2891795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Logic Modules and Visualization in connection with Couplers </a:t>
            </a:r>
          </a:p>
          <a:p>
            <a:r>
              <a:rPr lang="en-GB" sz="1200" kern="1200" dirty="0">
                <a:solidFill>
                  <a:schemeClr val="tx1"/>
                </a:solidFill>
                <a:effectLst/>
                <a:latin typeface="Arial" charset="0"/>
                <a:ea typeface="+mn-ea"/>
                <a:cs typeface="+mn-cs"/>
              </a:rPr>
              <a:t>In KNX systems that extend over several rooms, it is advisable to distribute the controllers i.e. to position several modules. The fault tolerance is thereby increased. It also relieves the load from the filter tables and the telegram traffic across the lines and areas is reduced to a minimum.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 visualisation program is present in a KNX system, it can take over logic functions and sequence control in many cases. Products are also available which can be freely programmed and possibly contain logic functions. As regards operational reliability, it is not a good idea to link functions from different zones in one device as a failure of the PC or central control system leads to there no longer being any functions throughout the KNX system.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any case, it is advisable to connect the PC on which the visualisation is installed to a UPS. In general, however a control option should always be provided next to the PC to ensure emergency operation. This can take the form of a switch sensor or panel units for example.</a:t>
            </a: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11</a:t>
            </a:fld>
            <a:endParaRPr lang="en-US"/>
          </a:p>
        </p:txBody>
      </p:sp>
    </p:spTree>
    <p:extLst>
      <p:ext uri="{BB962C8B-B14F-4D97-AF65-F5344CB8AC3E}">
        <p14:creationId xmlns:p14="http://schemas.microsoft.com/office/powerpoint/2010/main" val="884163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Multi-channel Switch Actuators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When costing KNX systems, multi-channel switch actuators are being installed with increasing frequency. These devices appear perhaps to be a good idea in most cases as regards project costs but a possible disruption of the device means that several loads can no longer be controlled in the event of a fault. This fact should also be considered when planning a KNX system. If however output devices are used with many channels, the allocation should be distributed so that on failure of a device, complete areas of a building or entire rooms are not affected by the malfunction. (See example).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light strips are often placed on the switch actuators in sequence: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Table 1: Room function based on the actuator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failure of switch actuator 1 or 2 would mean that it would not be possible to switch any loads throughout the room. The operational reliability is improved if the switching groups of a room or an area are distributed among many actuators.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Distribution of the room function spanning the actuator: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Table 2: Room function spanning the actuator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one of the two actuators should now have a malfunction, it does indeed affect both rooms but at least one light strip per room would always remain functional.</a:t>
            </a:r>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12</a:t>
            </a:fld>
            <a:endParaRPr lang="en-US"/>
          </a:p>
        </p:txBody>
      </p:sp>
    </p:spTree>
    <p:extLst>
      <p:ext uri="{BB962C8B-B14F-4D97-AF65-F5344CB8AC3E}">
        <p14:creationId xmlns:p14="http://schemas.microsoft.com/office/powerpoint/2010/main" val="3889409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Benefits of Line Couplers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more line couplers are installed in a system, the better the structure and reliability of the entire installation. The basic requirement is of course the proper commissioning of the filter tables to reduce the total number of telegrams in the KNX system and to avoid repeat telegrams. The fastest possible information transfer is thus guaranteed.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failure safety is considerably improved by the electrical isolation of the line segments via line couplers. Short-circuits, overvoltage and other signal defects can thus be limited to line segments. To avoid the build-up of telegrams via controllers (telegrams circulating via logic modules due to faulty programming) or repeat telegrams, the filter tables should be loaded correctly into the couplers and configured.</a:t>
            </a: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13</a:t>
            </a:fld>
            <a:endParaRPr lang="en-US"/>
          </a:p>
        </p:txBody>
      </p:sp>
    </p:spTree>
    <p:extLst>
      <p:ext uri="{BB962C8B-B14F-4D97-AF65-F5344CB8AC3E}">
        <p14:creationId xmlns:p14="http://schemas.microsoft.com/office/powerpoint/2010/main" val="4077581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Power Supply</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640 mA power supply offers the opportunity in most cases to supply more than one line segment with power. It must however be noted that 2 line segments can no longer be operated if this power supply fails.</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Backup Power Supply on Voltage Failure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To guarantee the operation of a line segment for a certain period without the 230 V power supply, there are two possibilities: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Use of power supplies with battery connection which can buffer the KNX system for a certain period even in the event of a complete power failure. Depending on the capacity and voltage, it is moreover possible to control an alarm siren with a flashing light via a switch actuator with floating contacts. (See the “Security Technology” chapter).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Sometimes bus devices require a separate power supply.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These include built-in panels, PCs with a visualisation system running on them or telephone dialling devices which are connected to telecommunication systems. The request is often made that it should also be possible to send signals in the event of a mains failure. The KNX power supply can be maintained e.g. via an uninterruptible power supply (UPS) for a certain period.</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Other 230V devices can of course also be connected via the USP such as telephone dialling devices, telephone systems and power supplies for 24V binary inputs which are often used to monitor window contacts.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several line couplers are installed in a KNX system, each segment should also be buffered. If a monitoring system is implemented with KNX, it is advisable to connect all the sensors and actuators required for the alarm signalling to a buffered line segment. This segment can be separated from the rest of the system with a line coupler. This generates a saving as only one line segment must be buffered.</a:t>
            </a:r>
            <a:br>
              <a:rPr lang="en-GB" sz="1200" kern="1200" dirty="0">
                <a:solidFill>
                  <a:schemeClr val="tx1"/>
                </a:solidFill>
                <a:effectLst/>
                <a:latin typeface="Arial" charset="0"/>
                <a:ea typeface="+mn-ea"/>
                <a:cs typeface="+mn-cs"/>
              </a:rPr>
            </a:br>
            <a:endParaRPr lang="es-ES_tradnl" sz="1400" dirty="0">
              <a:solidFill>
                <a:schemeClr val="bg2">
                  <a:lumMod val="25000"/>
                </a:schemeClr>
              </a:solidFill>
              <a:ea typeface="ＭＳ Ｐゴシック" pitchFamily="-97" charset="-128"/>
              <a:cs typeface="Arial" pitchFamily="34" charset="0"/>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14</a:t>
            </a:fld>
            <a:endParaRPr lang="en-US"/>
          </a:p>
        </p:txBody>
      </p:sp>
    </p:spTree>
    <p:extLst>
      <p:ext uri="{BB962C8B-B14F-4D97-AF65-F5344CB8AC3E}">
        <p14:creationId xmlns:p14="http://schemas.microsoft.com/office/powerpoint/2010/main" val="2178905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Redundant Layout of Power Supplies</a:t>
            </a:r>
          </a:p>
          <a:p>
            <a:pPr lvl="0"/>
            <a:r>
              <a:rPr lang="en-GB" sz="1200" kern="1200" dirty="0">
                <a:solidFill>
                  <a:schemeClr val="tx1"/>
                </a:solidFill>
                <a:effectLst/>
                <a:latin typeface="Arial" charset="0"/>
                <a:ea typeface="+mn-ea"/>
                <a:cs typeface="+mn-cs"/>
              </a:rPr>
              <a:t>Standard KNX power supplies (PSU, Power Supply Unit) are primarily used to supply bus segments (lines or line segments) centrally. This means that a PSU is installed per line. If the bus voltage supply should be designed as redundant, two power supplies can be installed per line. In this case, there must be a cable length of 200m between the PSUs so that the chokes are not overloaded. The data sheet contains the information as to whether the manufacturer permits this operation mode.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further possibility of the redundant layout is the use of DPSU (Decentralised Power Supply Unit). A maximum of 8 DPSUs can be distributed on a line. DPSUs are particularly intended for the supply of small installations with a few devices but can also be combined with a central power supply. In each case, the data sheets of the manufacturers must be taken into account. The maximum short-circuit current produced on a line may not exceed 3A.</a:t>
            </a:r>
            <a:endParaRPr lang="es-ES" sz="1200" kern="1200" dirty="0">
              <a:solidFill>
                <a:schemeClr val="tx1"/>
              </a:solidFill>
              <a:effectLst/>
              <a:latin typeface="Arial" charset="0"/>
              <a:ea typeface="+mn-ea"/>
              <a:cs typeface="+mn-cs"/>
            </a:endParaRPr>
          </a:p>
          <a:p>
            <a:pPr algn="just" eaLnBrk="1" hangingPunct="1">
              <a:defRPr/>
            </a:pPr>
            <a:endParaRPr lang="es-ES_tradnl" sz="1200" dirty="0">
              <a:solidFill>
                <a:schemeClr val="bg2">
                  <a:lumMod val="25000"/>
                </a:schemeClr>
              </a:solidFill>
              <a:ea typeface="ＭＳ Ｐゴシック" pitchFamily="-97" charset="-128"/>
              <a:cs typeface="Arial" pitchFamily="34" charset="0"/>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15</a:t>
            </a:fld>
            <a:endParaRPr lang="en-US"/>
          </a:p>
        </p:txBody>
      </p:sp>
    </p:spTree>
    <p:extLst>
      <p:ext uri="{BB962C8B-B14F-4D97-AF65-F5344CB8AC3E}">
        <p14:creationId xmlns:p14="http://schemas.microsoft.com/office/powerpoint/2010/main" val="28119933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Redundant Layout of Power Supplies</a:t>
            </a:r>
          </a:p>
          <a:p>
            <a:r>
              <a:rPr lang="en-GB" sz="1200" kern="1200" dirty="0">
                <a:solidFill>
                  <a:schemeClr val="tx1"/>
                </a:solidFill>
                <a:effectLst/>
                <a:latin typeface="Arial" charset="0"/>
                <a:ea typeface="+mn-ea"/>
                <a:cs typeface="+mn-cs"/>
              </a:rPr>
              <a:t>Since very recently, devices are available which combine two electrically isolated power supplies in one housing. A central redundancy can be implemented with these types of devices.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9: Redundant power supply</a:t>
            </a: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It should be noted that if one power supply fails, the remaining power supplies must supply the required bus current. The bus supply must also be dimensioned accordingly. A further variant of making a fail-safe connection of the KNX power supply is the use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of several standard power supplies with a separate KNX choke.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10: Redundant power supply with separate choke</a:t>
            </a: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When planning a redundant bus supply, the 230V supply must also be taken into account. If e.g. two power supplies provide redundant power to a line, they should be fed by different external conductors which are fused independently, if possible in different </a:t>
            </a:r>
            <a:r>
              <a:rPr lang="en-GB" sz="1200" kern="1200" dirty="0" err="1">
                <a:solidFill>
                  <a:schemeClr val="tx1"/>
                </a:solidFill>
                <a:effectLst/>
                <a:latin typeface="Arial" charset="0"/>
                <a:ea typeface="+mn-ea"/>
                <a:cs typeface="+mn-cs"/>
              </a:rPr>
              <a:t>subdistribution</a:t>
            </a:r>
            <a:r>
              <a:rPr lang="en-GB" sz="1200" kern="1200" dirty="0">
                <a:solidFill>
                  <a:schemeClr val="tx1"/>
                </a:solidFill>
                <a:effectLst/>
                <a:latin typeface="Arial" charset="0"/>
                <a:ea typeface="+mn-ea"/>
                <a:cs typeface="+mn-cs"/>
              </a:rPr>
              <a:t> boards.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algn="just" eaLnBrk="1" hangingPunct="1">
              <a:defRPr/>
            </a:pPr>
            <a:endParaRPr lang="es-ES_tradnl" sz="1200" dirty="0">
              <a:solidFill>
                <a:schemeClr val="bg2">
                  <a:lumMod val="25000"/>
                </a:schemeClr>
              </a:solidFill>
              <a:ea typeface="ＭＳ Ｐゴシック" pitchFamily="-97" charset="-128"/>
              <a:cs typeface="Arial" pitchFamily="34" charset="0"/>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16</a:t>
            </a:fld>
            <a:endParaRPr lang="en-US"/>
          </a:p>
        </p:txBody>
      </p:sp>
    </p:spTree>
    <p:extLst>
      <p:ext uri="{BB962C8B-B14F-4D97-AF65-F5344CB8AC3E}">
        <p14:creationId xmlns:p14="http://schemas.microsoft.com/office/powerpoint/2010/main" val="2752461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Power Supplies with Diagnostic Function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For the early detection of problems with the bus voltage supply, some manufacturers offer power supplies with a diagnostics function. These devices have a bus coupler and can send telegrams on the bus. Typical diagnoses are e.g. the early detection of voltage dips, overcurrent or excess temperature. If these diagnoses are monitored, problems can possibly be detected before the voltage supply fails. If there is a bus voltage failure, the system must be frequently brought to a defined state after voltage recovery. (See “Behaviour after Bus Voltage Failure”) Power supplies with an integrated diagnostic function frequently report the voltage recovery with a time delay or send their status cyclically so that defined recovery procedures can be implemented.</a:t>
            </a:r>
            <a:endParaRPr lang="es-ES" sz="1200" kern="1200" dirty="0">
              <a:solidFill>
                <a:schemeClr val="tx1"/>
              </a:solidFill>
              <a:effectLst/>
              <a:latin typeface="Arial" charset="0"/>
              <a:ea typeface="+mn-ea"/>
              <a:cs typeface="+mn-cs"/>
            </a:endParaRPr>
          </a:p>
          <a:p>
            <a:pPr algn="just" eaLnBrk="1" hangingPunct="1">
              <a:defRPr/>
            </a:pPr>
            <a:endParaRPr lang="es-ES_tradnl" sz="1200" dirty="0">
              <a:solidFill>
                <a:schemeClr val="bg2">
                  <a:lumMod val="25000"/>
                </a:schemeClr>
              </a:solidFill>
              <a:ea typeface="ＭＳ Ｐゴシック" pitchFamily="-97" charset="-128"/>
              <a:cs typeface="Arial" pitchFamily="34" charset="0"/>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17</a:t>
            </a:fld>
            <a:endParaRPr lang="en-US"/>
          </a:p>
        </p:txBody>
      </p:sp>
    </p:spTree>
    <p:extLst>
      <p:ext uri="{BB962C8B-B14F-4D97-AF65-F5344CB8AC3E}">
        <p14:creationId xmlns:p14="http://schemas.microsoft.com/office/powerpoint/2010/main" val="3350790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Practical example</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Cyclical Monitoring of 2 Lines using a Controller</a:t>
            </a:r>
          </a:p>
          <a:p>
            <a:pPr lvl="0"/>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Configure a KNX system with 2 lines and a main line.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device which is able to send cyclical telegrams is installed in each of the two secondary lines. An output device (actuator, LED, display, visualisation...) should be installed on the main line of the system which indicates whether bus voltage is present in line 1 or 2. You require a controller whose application enables time switch operation.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Integrate a wind sensor into your system which acts on shutter actuators. This should move the shutter to the end position when the limit value is exceeded.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information of the cyclic wind telegram should also be represented on the main line on the output device.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Consider whether it is a good idea to place the cyclical information at an OR gate and to signal at one channel of an output device. Which problems could arise?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algn="just" eaLnBrk="1" hangingPunct="1">
              <a:defRPr/>
            </a:pPr>
            <a:endParaRPr lang="es-ES_tradnl" sz="1200" dirty="0">
              <a:solidFill>
                <a:schemeClr val="bg2">
                  <a:lumMod val="25000"/>
                </a:schemeClr>
              </a:solidFill>
              <a:ea typeface="ＭＳ Ｐゴシック" pitchFamily="-97" charset="-128"/>
              <a:cs typeface="Arial" pitchFamily="34" charset="0"/>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18</a:t>
            </a:fld>
            <a:endParaRPr lang="en-US"/>
          </a:p>
        </p:txBody>
      </p:sp>
    </p:spTree>
    <p:extLst>
      <p:ext uri="{BB962C8B-B14F-4D97-AF65-F5344CB8AC3E}">
        <p14:creationId xmlns:p14="http://schemas.microsoft.com/office/powerpoint/2010/main" val="33588028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rPr lang="en-US" dirty="0"/>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48909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863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113468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04290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7713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104650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1454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1377345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174670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415927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08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8126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40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295267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16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579243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510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Tree>
    <p:extLst>
      <p:ext uri="{BB962C8B-B14F-4D97-AF65-F5344CB8AC3E}">
        <p14:creationId xmlns:p14="http://schemas.microsoft.com/office/powerpoint/2010/main" val="10004918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770" r:id="rId18"/>
    <p:sldLayoutId id="2147483772" r:id="rId19"/>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6.emf"/><Relationship Id="rId5" Type="http://schemas.openxmlformats.org/officeDocument/2006/relationships/oleObject" Target="../embeddings/oleObject1.bin"/><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9.emf"/></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Visio_Drawing2.vsdx"/><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1.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notesSlide" Target="../notesSlides/notesSlide16.xml"/><Relationship Id="rId1" Type="http://schemas.openxmlformats.org/officeDocument/2006/relationships/slideLayout" Target="../slideLayouts/slideLayout10.xml"/><Relationship Id="rId6" Type="http://schemas.openxmlformats.org/officeDocument/2006/relationships/image" Target="../media/image15.emf"/><Relationship Id="rId5" Type="http://schemas.openxmlformats.org/officeDocument/2006/relationships/package" Target="../embeddings/Microsoft_Visio_Drawing4.vsdx"/><Relationship Id="rId4" Type="http://schemas.openxmlformats.org/officeDocument/2006/relationships/image" Target="../media/image14.emf"/></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rPr lang="en-GB" dirty="0"/>
              <a:t>KNX Advanced Course</a:t>
            </a:r>
            <a:br>
              <a:rPr lang="en-GB" dirty="0"/>
            </a:br>
            <a:r>
              <a:rPr lang="en-GB" sz="2000" dirty="0"/>
              <a:t>Informative Appendix</a:t>
            </a:r>
            <a:endParaRPr lang="en-GB" sz="2400" b="0" dirty="0">
              <a:solidFill>
                <a:srgbClr val="0C4B9D"/>
              </a:solidFill>
              <a:latin typeface="+mn-lt"/>
              <a:ea typeface="+mn-ea"/>
              <a:cs typeface="+mn-cs"/>
            </a:endParaRPr>
          </a:p>
        </p:txBody>
      </p:sp>
      <p:sp>
        <p:nvSpPr>
          <p:cNvPr id="6" name="Subtitle 2">
            <a:extLst>
              <a:ext uri="{FF2B5EF4-FFF2-40B4-BE49-F238E27FC236}">
                <a16:creationId xmlns:a16="http://schemas.microsoft.com/office/drawing/2014/main" id="{36891D17-0544-4779-B232-7495C4C552DF}"/>
              </a:ext>
            </a:extLst>
          </p:cNvPr>
          <p:cNvSpPr>
            <a:spLocks noGrp="1"/>
          </p:cNvSpPr>
          <p:nvPr>
            <p:ph type="subTitle" idx="1"/>
          </p:nvPr>
        </p:nvSpPr>
        <p:spPr>
          <a:xfrm>
            <a:off x="468188" y="3447972"/>
            <a:ext cx="4607868" cy="1076325"/>
          </a:xfrm>
        </p:spPr>
        <p:txBody>
          <a:bodyPr/>
          <a:lstStyle/>
          <a:p>
            <a:r>
              <a:rPr lang="nl-BE" sz="2400" dirty="0" err="1"/>
              <a:t>Fail</a:t>
            </a:r>
            <a:r>
              <a:rPr lang="nl-BE" sz="2400" dirty="0"/>
              <a:t>-safe planning</a:t>
            </a:r>
            <a:endParaRPr lang="en-GB" sz="2400" dirty="0"/>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General</a:t>
            </a:r>
          </a:p>
        </p:txBody>
      </p:sp>
      <p:sp>
        <p:nvSpPr>
          <p:cNvPr id="4" name="Content Placeholder 1">
            <a:extLst>
              <a:ext uri="{FF2B5EF4-FFF2-40B4-BE49-F238E27FC236}">
                <a16:creationId xmlns:a16="http://schemas.microsoft.com/office/drawing/2014/main" id="{0FD2D3BC-DCA5-4A7C-8942-9539F96D60A5}"/>
              </a:ext>
            </a:extLst>
          </p:cNvPr>
          <p:cNvSpPr txBox="1">
            <a:spLocks/>
          </p:cNvSpPr>
          <p:nvPr/>
        </p:nvSpPr>
        <p:spPr>
          <a:xfrm>
            <a:off x="971600" y="1412875"/>
            <a:ext cx="784887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Font typeface="Wingdings" pitchFamily="2" charset="2"/>
              <a:buNone/>
            </a:pPr>
            <a:r>
              <a:rPr lang="en-US" sz="2400" kern="0" dirty="0"/>
              <a:t>Applications with fail-safe concerns:</a:t>
            </a:r>
            <a:endParaRPr lang="en-US" sz="2000" kern="0" dirty="0">
              <a:solidFill>
                <a:schemeClr val="tx1"/>
              </a:solidFill>
            </a:endParaRPr>
          </a:p>
          <a:p>
            <a:r>
              <a:rPr lang="en-US" sz="2000" kern="0" dirty="0">
                <a:solidFill>
                  <a:schemeClr val="tx1"/>
                </a:solidFill>
              </a:rPr>
              <a:t>Alarm functions</a:t>
            </a:r>
          </a:p>
          <a:p>
            <a:r>
              <a:rPr lang="en-US" sz="2000" kern="0" dirty="0">
                <a:solidFill>
                  <a:schemeClr val="tx1"/>
                </a:solidFill>
              </a:rPr>
              <a:t>Monitoring systems (windows, doors, …)</a:t>
            </a:r>
          </a:p>
          <a:p>
            <a:r>
              <a:rPr lang="en-US" sz="2000" kern="0" dirty="0">
                <a:solidFill>
                  <a:schemeClr val="tx1"/>
                </a:solidFill>
              </a:rPr>
              <a:t>Intruder and anti-theft alarm systems</a:t>
            </a:r>
          </a:p>
          <a:p>
            <a:r>
              <a:rPr lang="en-US" sz="2000" kern="0" dirty="0">
                <a:solidFill>
                  <a:schemeClr val="tx1"/>
                </a:solidFill>
              </a:rPr>
              <a:t>Remote signaling (telephone, web, …)</a:t>
            </a:r>
          </a:p>
          <a:p>
            <a:r>
              <a:rPr lang="en-US" sz="2000" kern="0" dirty="0">
                <a:solidFill>
                  <a:schemeClr val="tx1"/>
                </a:solidFill>
              </a:rPr>
              <a:t>Fire detectors</a:t>
            </a:r>
          </a:p>
          <a:p>
            <a:r>
              <a:rPr lang="en-US" sz="2000" kern="0" dirty="0">
                <a:solidFill>
                  <a:schemeClr val="tx1"/>
                </a:solidFill>
              </a:rPr>
              <a:t>Water detectors</a:t>
            </a:r>
          </a:p>
          <a:p>
            <a:r>
              <a:rPr lang="en-US" sz="2000" kern="0" dirty="0">
                <a:solidFill>
                  <a:schemeClr val="tx1"/>
                </a:solidFill>
              </a:rPr>
              <a:t>Control of devices and applications whose failure could lead to consequential damages (wind sensors for shutters, rain sensors for skylights, central disconnection of the water in unused buildings …)</a:t>
            </a:r>
          </a:p>
        </p:txBody>
      </p:sp>
    </p:spTree>
    <p:extLst>
      <p:ext uri="{BB962C8B-B14F-4D97-AF65-F5344CB8AC3E}">
        <p14:creationId xmlns:p14="http://schemas.microsoft.com/office/powerpoint/2010/main" val="4066832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Software Measures</a:t>
            </a:r>
          </a:p>
        </p:txBody>
      </p:sp>
      <p:sp>
        <p:nvSpPr>
          <p:cNvPr id="4" name="Content Placeholder 1">
            <a:extLst>
              <a:ext uri="{FF2B5EF4-FFF2-40B4-BE49-F238E27FC236}">
                <a16:creationId xmlns:a16="http://schemas.microsoft.com/office/drawing/2014/main" id="{39BAB44B-E872-4C07-8388-36364417388B}"/>
              </a:ext>
            </a:extLst>
          </p:cNvPr>
          <p:cNvSpPr txBox="1">
            <a:spLocks/>
          </p:cNvSpPr>
          <p:nvPr/>
        </p:nvSpPr>
        <p:spPr>
          <a:xfrm>
            <a:off x="971600" y="1412875"/>
            <a:ext cx="784887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Font typeface="Wingdings" pitchFamily="2" charset="2"/>
              <a:buNone/>
            </a:pPr>
            <a:r>
              <a:rPr lang="en-US" sz="2400" kern="0"/>
              <a:t>Main software measures to adopt:</a:t>
            </a:r>
          </a:p>
          <a:p>
            <a:pPr>
              <a:lnSpc>
                <a:spcPct val="150000"/>
              </a:lnSpc>
            </a:pPr>
            <a:r>
              <a:rPr lang="en-US" sz="2000" kern="0">
                <a:solidFill>
                  <a:schemeClr val="tx1"/>
                </a:solidFill>
              </a:rPr>
              <a:t>Cyclical Telegrams for Monitoring</a:t>
            </a:r>
          </a:p>
          <a:p>
            <a:pPr>
              <a:lnSpc>
                <a:spcPct val="150000"/>
              </a:lnSpc>
            </a:pPr>
            <a:r>
              <a:rPr lang="en-US" sz="2000" kern="0">
                <a:solidFill>
                  <a:schemeClr val="tx1"/>
                </a:solidFill>
              </a:rPr>
              <a:t>Priority of a Telegram</a:t>
            </a:r>
          </a:p>
          <a:p>
            <a:pPr>
              <a:lnSpc>
                <a:spcPct val="150000"/>
              </a:lnSpc>
            </a:pPr>
            <a:r>
              <a:rPr lang="en-US" sz="2000" kern="0">
                <a:solidFill>
                  <a:schemeClr val="tx1"/>
                </a:solidFill>
              </a:rPr>
              <a:t>Behavior after Bus Voltage Recovery</a:t>
            </a:r>
            <a:endParaRPr lang="en-GB" sz="2000" kern="0" dirty="0">
              <a:solidFill>
                <a:schemeClr val="tx1"/>
              </a:solidFill>
            </a:endParaRPr>
          </a:p>
        </p:txBody>
      </p:sp>
    </p:spTree>
    <p:extLst>
      <p:ext uri="{BB962C8B-B14F-4D97-AF65-F5344CB8AC3E}">
        <p14:creationId xmlns:p14="http://schemas.microsoft.com/office/powerpoint/2010/main" val="3607665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Cyclical Telegrams for Monitoring</a:t>
            </a:r>
          </a:p>
        </p:txBody>
      </p:sp>
      <p:sp>
        <p:nvSpPr>
          <p:cNvPr id="4" name="Content Placeholder 1">
            <a:extLst>
              <a:ext uri="{FF2B5EF4-FFF2-40B4-BE49-F238E27FC236}">
                <a16:creationId xmlns:a16="http://schemas.microsoft.com/office/drawing/2014/main" id="{5C8393D7-2AC7-4464-AD18-B6E3481C3A64}"/>
              </a:ext>
            </a:extLst>
          </p:cNvPr>
          <p:cNvSpPr txBox="1">
            <a:spLocks/>
          </p:cNvSpPr>
          <p:nvPr/>
        </p:nvSpPr>
        <p:spPr>
          <a:xfrm>
            <a:off x="971600" y="1484883"/>
            <a:ext cx="7848872"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Font typeface="Wingdings" pitchFamily="2" charset="2"/>
              <a:buNone/>
            </a:pPr>
            <a:r>
              <a:rPr lang="en-US" sz="2000" kern="0" dirty="0">
                <a:solidFill>
                  <a:schemeClr val="tx1"/>
                </a:solidFill>
              </a:rPr>
              <a:t>Repeat telegrams at cyclic intervals to guarantee that the output device is set to a defined switch position if the transmitting device fails</a:t>
            </a:r>
          </a:p>
          <a:p>
            <a:pPr marL="0" indent="0">
              <a:buFont typeface="Wingdings" pitchFamily="2" charset="2"/>
              <a:buNone/>
            </a:pPr>
            <a:endParaRPr lang="en-US" sz="2000" kern="0" dirty="0"/>
          </a:p>
          <a:p>
            <a:pPr marL="0" indent="0">
              <a:buFont typeface="Wingdings" pitchFamily="2" charset="2"/>
              <a:buNone/>
            </a:pPr>
            <a:r>
              <a:rPr lang="en-US" sz="2000" kern="0" dirty="0"/>
              <a:t>Sample : </a:t>
            </a:r>
            <a:r>
              <a:rPr lang="da-DK" sz="2000" kern="0" dirty="0">
                <a:solidFill>
                  <a:schemeClr val="bg1">
                    <a:lumMod val="10000"/>
                  </a:schemeClr>
                </a:solidFill>
                <a:ea typeface="ＭＳ Ｐゴシック" pitchFamily="-97" charset="-128"/>
              </a:rPr>
              <a:t>Wind Alarm: Cyclic Telegram ”There is no wind”</a:t>
            </a:r>
          </a:p>
          <a:p>
            <a:endParaRPr lang="en-US" sz="2000" kern="0" dirty="0"/>
          </a:p>
          <a:p>
            <a:pPr marL="0" indent="0">
              <a:buFont typeface="Wingdings" pitchFamily="2" charset="2"/>
              <a:buNone/>
            </a:pPr>
            <a:r>
              <a:rPr lang="en-US" sz="2400" kern="0" dirty="0"/>
              <a:t>Remember that: </a:t>
            </a:r>
          </a:p>
          <a:p>
            <a:pPr marL="457200" indent="-457200">
              <a:buFont typeface="+mj-lt"/>
              <a:buAutoNum type="arabicPeriod"/>
            </a:pPr>
            <a:r>
              <a:rPr lang="en-US" sz="2000" kern="0" dirty="0">
                <a:solidFill>
                  <a:schemeClr val="bg1">
                    <a:lumMod val="10000"/>
                  </a:schemeClr>
                </a:solidFill>
                <a:cs typeface="Arial" panose="020B0604020202020204" pitchFamily="34" charset="0"/>
              </a:rPr>
              <a:t>monitoring period should be set at 3 times the length of the cyclic period of the sensor</a:t>
            </a:r>
          </a:p>
          <a:p>
            <a:pPr marL="457200" indent="-457200">
              <a:buFont typeface="+mj-lt"/>
              <a:buAutoNum type="arabicPeriod"/>
            </a:pPr>
            <a:endParaRPr lang="en-US" sz="2000" kern="0" dirty="0">
              <a:solidFill>
                <a:schemeClr val="bg1">
                  <a:lumMod val="10000"/>
                </a:schemeClr>
              </a:solidFill>
              <a:cs typeface="Arial" panose="020B0604020202020204" pitchFamily="34" charset="0"/>
            </a:endParaRPr>
          </a:p>
          <a:p>
            <a:pPr marL="457200" indent="-457200">
              <a:buFont typeface="+mj-lt"/>
              <a:buAutoNum type="arabicPeriod"/>
            </a:pPr>
            <a:r>
              <a:rPr lang="en-US" sz="2000" kern="0" dirty="0">
                <a:solidFill>
                  <a:schemeClr val="bg1">
                    <a:lumMod val="10000"/>
                  </a:schemeClr>
                </a:solidFill>
                <a:cs typeface="Arial" panose="020B0604020202020204" pitchFamily="34" charset="0"/>
              </a:rPr>
              <a:t>cyclical sending should never be transmitted in relatively short intervals to avoid bus load</a:t>
            </a:r>
            <a:endParaRPr lang="es-ES" sz="2000" kern="0" dirty="0">
              <a:solidFill>
                <a:schemeClr val="bg2">
                  <a:lumMod val="25000"/>
                </a:schemeClr>
              </a:solidFill>
              <a:ea typeface="ＭＳ Ｐゴシック" pitchFamily="-97" charset="-128"/>
              <a:cs typeface="Arial" pitchFamily="34" charset="0"/>
            </a:endParaRPr>
          </a:p>
        </p:txBody>
      </p:sp>
    </p:spTree>
    <p:extLst>
      <p:ext uri="{BB962C8B-B14F-4D97-AF65-F5344CB8AC3E}">
        <p14:creationId xmlns:p14="http://schemas.microsoft.com/office/powerpoint/2010/main" val="1705278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Parameterization of a Weather Station</a:t>
            </a:r>
            <a:endParaRPr lang="en-GB" dirty="0"/>
          </a:p>
        </p:txBody>
      </p:sp>
      <p:grpSp>
        <p:nvGrpSpPr>
          <p:cNvPr id="7" name="Group 6">
            <a:extLst>
              <a:ext uri="{FF2B5EF4-FFF2-40B4-BE49-F238E27FC236}">
                <a16:creationId xmlns:a16="http://schemas.microsoft.com/office/drawing/2014/main" id="{5ACFF2A5-D595-4C68-8574-CB5A75D20E74}"/>
              </a:ext>
            </a:extLst>
          </p:cNvPr>
          <p:cNvGrpSpPr/>
          <p:nvPr/>
        </p:nvGrpSpPr>
        <p:grpSpPr>
          <a:xfrm>
            <a:off x="971600" y="1348358"/>
            <a:ext cx="5581650" cy="2152650"/>
            <a:chOff x="903933" y="1306850"/>
            <a:chExt cx="5581650" cy="2152650"/>
          </a:xfrm>
        </p:grpSpPr>
        <p:pic>
          <p:nvPicPr>
            <p:cNvPr id="4" name="Grafik 1">
              <a:extLst>
                <a:ext uri="{FF2B5EF4-FFF2-40B4-BE49-F238E27FC236}">
                  <a16:creationId xmlns:a16="http://schemas.microsoft.com/office/drawing/2014/main" id="{2950F3AA-E926-45D7-9265-3D4647D78D5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03933" y="1306850"/>
              <a:ext cx="5581650" cy="2152650"/>
            </a:xfrm>
            <a:prstGeom prst="rect">
              <a:avLst/>
            </a:prstGeom>
            <a:noFill/>
            <a:ln>
              <a:noFill/>
            </a:ln>
          </p:spPr>
        </p:pic>
        <p:sp>
          <p:nvSpPr>
            <p:cNvPr id="6" name="Right Arrow 3">
              <a:extLst>
                <a:ext uri="{FF2B5EF4-FFF2-40B4-BE49-F238E27FC236}">
                  <a16:creationId xmlns:a16="http://schemas.microsoft.com/office/drawing/2014/main" id="{B90D717D-B384-4250-9129-7EF87BA0D529}"/>
                </a:ext>
              </a:extLst>
            </p:cNvPr>
            <p:cNvSpPr/>
            <p:nvPr/>
          </p:nvSpPr>
          <p:spPr bwMode="auto">
            <a:xfrm>
              <a:off x="3419872" y="2492896"/>
              <a:ext cx="650875" cy="388937"/>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grpSp>
      <p:grpSp>
        <p:nvGrpSpPr>
          <p:cNvPr id="9" name="Group 8">
            <a:extLst>
              <a:ext uri="{FF2B5EF4-FFF2-40B4-BE49-F238E27FC236}">
                <a16:creationId xmlns:a16="http://schemas.microsoft.com/office/drawing/2014/main" id="{100C8332-5A46-42C9-A305-11C3E661C4E9}"/>
              </a:ext>
            </a:extLst>
          </p:cNvPr>
          <p:cNvGrpSpPr/>
          <p:nvPr/>
        </p:nvGrpSpPr>
        <p:grpSpPr>
          <a:xfrm>
            <a:off x="2782272" y="3212297"/>
            <a:ext cx="5580380" cy="1664335"/>
            <a:chOff x="3286328" y="2985954"/>
            <a:chExt cx="5580380" cy="1664335"/>
          </a:xfrm>
        </p:grpSpPr>
        <p:pic>
          <p:nvPicPr>
            <p:cNvPr id="5" name="Picture 4">
              <a:extLst>
                <a:ext uri="{FF2B5EF4-FFF2-40B4-BE49-F238E27FC236}">
                  <a16:creationId xmlns:a16="http://schemas.microsoft.com/office/drawing/2014/main" id="{FC3E19B5-ECE5-4D66-97EE-D5AC695A791A}"/>
                </a:ext>
              </a:extLst>
            </p:cNvPr>
            <p:cNvPicPr/>
            <p:nvPr/>
          </p:nvPicPr>
          <p:blipFill>
            <a:blip r:embed="rId4"/>
            <a:stretch>
              <a:fillRect/>
            </a:stretch>
          </p:blipFill>
          <p:spPr>
            <a:xfrm>
              <a:off x="3286328" y="2985954"/>
              <a:ext cx="5580380" cy="1664335"/>
            </a:xfrm>
            <a:prstGeom prst="rect">
              <a:avLst/>
            </a:prstGeom>
          </p:spPr>
        </p:pic>
        <p:sp>
          <p:nvSpPr>
            <p:cNvPr id="8" name="Right Arrow 3">
              <a:extLst>
                <a:ext uri="{FF2B5EF4-FFF2-40B4-BE49-F238E27FC236}">
                  <a16:creationId xmlns:a16="http://schemas.microsoft.com/office/drawing/2014/main" id="{B32891DC-D4C2-4DC3-A60F-43A589F7C2F7}"/>
                </a:ext>
              </a:extLst>
            </p:cNvPr>
            <p:cNvSpPr/>
            <p:nvPr/>
          </p:nvSpPr>
          <p:spPr bwMode="auto">
            <a:xfrm rot="10800000">
              <a:off x="7377509" y="3212976"/>
              <a:ext cx="650875" cy="388937"/>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grpSp>
      <p:sp>
        <p:nvSpPr>
          <p:cNvPr id="10" name="Rectangle 9">
            <a:extLst>
              <a:ext uri="{FF2B5EF4-FFF2-40B4-BE49-F238E27FC236}">
                <a16:creationId xmlns:a16="http://schemas.microsoft.com/office/drawing/2014/main" id="{C771DF1A-A99F-4F22-ACBF-85C4EC06008C}"/>
              </a:ext>
            </a:extLst>
          </p:cNvPr>
          <p:cNvSpPr/>
          <p:nvPr/>
        </p:nvSpPr>
        <p:spPr>
          <a:xfrm>
            <a:off x="6293048" y="1732881"/>
            <a:ext cx="2307060" cy="1169551"/>
          </a:xfrm>
          <a:prstGeom prst="rect">
            <a:avLst/>
          </a:prstGeom>
        </p:spPr>
        <p:txBody>
          <a:bodyPr wrap="square">
            <a:spAutoFit/>
          </a:bodyPr>
          <a:lstStyle/>
          <a:p>
            <a:r>
              <a:rPr lang="en-US" sz="1400" b="1" dirty="0"/>
              <a:t>Weather Station (e.g. Sensor input 1, limit value 1, wind (54km/h), output 1 cyclical 50s / 5min delayed</a:t>
            </a:r>
          </a:p>
        </p:txBody>
      </p:sp>
      <p:sp>
        <p:nvSpPr>
          <p:cNvPr id="11" name="Rectangle 10">
            <a:extLst>
              <a:ext uri="{FF2B5EF4-FFF2-40B4-BE49-F238E27FC236}">
                <a16:creationId xmlns:a16="http://schemas.microsoft.com/office/drawing/2014/main" id="{28B1423E-FEA5-4662-AB0D-8CB0AEC497E3}"/>
              </a:ext>
            </a:extLst>
          </p:cNvPr>
          <p:cNvSpPr/>
          <p:nvPr/>
        </p:nvSpPr>
        <p:spPr>
          <a:xfrm>
            <a:off x="1187624" y="4633391"/>
            <a:ext cx="2304256" cy="307777"/>
          </a:xfrm>
          <a:prstGeom prst="rect">
            <a:avLst/>
          </a:prstGeom>
        </p:spPr>
        <p:txBody>
          <a:bodyPr wrap="square">
            <a:spAutoFit/>
          </a:bodyPr>
          <a:lstStyle/>
          <a:p>
            <a:r>
              <a:rPr lang="en-US" sz="1400" b="1" dirty="0"/>
              <a:t>Shutter Actuator</a:t>
            </a:r>
          </a:p>
        </p:txBody>
      </p:sp>
      <p:graphicFrame>
        <p:nvGraphicFramePr>
          <p:cNvPr id="13" name="Object 12">
            <a:extLst>
              <a:ext uri="{FF2B5EF4-FFF2-40B4-BE49-F238E27FC236}">
                <a16:creationId xmlns:a16="http://schemas.microsoft.com/office/drawing/2014/main" id="{2DEF5837-4295-4BB7-9656-6F872B162905}"/>
              </a:ext>
            </a:extLst>
          </p:cNvPr>
          <p:cNvGraphicFramePr>
            <a:graphicFrameLocks noChangeAspect="1"/>
          </p:cNvGraphicFramePr>
          <p:nvPr/>
        </p:nvGraphicFramePr>
        <p:xfrm>
          <a:off x="1620415" y="5364947"/>
          <a:ext cx="5578475" cy="769938"/>
        </p:xfrm>
        <a:graphic>
          <a:graphicData uri="http://schemas.openxmlformats.org/presentationml/2006/ole">
            <mc:AlternateContent xmlns:mc="http://schemas.openxmlformats.org/markup-compatibility/2006">
              <mc:Choice xmlns:v="urn:schemas-microsoft-com:vml" Requires="v">
                <p:oleObj r:id="rId5" imgW="9252528" imgH="1276579" progId="Visio.Drawing.15">
                  <p:embed/>
                </p:oleObj>
              </mc:Choice>
              <mc:Fallback>
                <p:oleObj r:id="rId5" imgW="9252528" imgH="1276579" progId="Visio.Drawing.15">
                  <p:embed/>
                  <p:pic>
                    <p:nvPicPr>
                      <p:cNvPr id="13" name="Object 12">
                        <a:extLst>
                          <a:ext uri="{FF2B5EF4-FFF2-40B4-BE49-F238E27FC236}">
                            <a16:creationId xmlns:a16="http://schemas.microsoft.com/office/drawing/2014/main" id="{2DEF5837-4295-4BB7-9656-6F872B16290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20415" y="5364947"/>
                        <a:ext cx="5578475" cy="769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94681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Priority of a Telegram</a:t>
            </a:r>
          </a:p>
        </p:txBody>
      </p:sp>
      <p:pic>
        <p:nvPicPr>
          <p:cNvPr id="9" name="Picture 8">
            <a:extLst>
              <a:ext uri="{FF2B5EF4-FFF2-40B4-BE49-F238E27FC236}">
                <a16:creationId xmlns:a16="http://schemas.microsoft.com/office/drawing/2014/main" id="{076326C5-F5E4-498B-88A6-04CE6B79C5B3}"/>
              </a:ext>
            </a:extLst>
          </p:cNvPr>
          <p:cNvPicPr>
            <a:picLocks noChangeAspect="1"/>
          </p:cNvPicPr>
          <p:nvPr/>
        </p:nvPicPr>
        <p:blipFill>
          <a:blip r:embed="rId3"/>
          <a:stretch>
            <a:fillRect/>
          </a:stretch>
        </p:blipFill>
        <p:spPr>
          <a:xfrm>
            <a:off x="611560" y="1340768"/>
            <a:ext cx="7680151" cy="3252569"/>
          </a:xfrm>
          <a:prstGeom prst="rect">
            <a:avLst/>
          </a:prstGeom>
        </p:spPr>
      </p:pic>
      <p:grpSp>
        <p:nvGrpSpPr>
          <p:cNvPr id="10" name="Group 9">
            <a:extLst>
              <a:ext uri="{FF2B5EF4-FFF2-40B4-BE49-F238E27FC236}">
                <a16:creationId xmlns:a16="http://schemas.microsoft.com/office/drawing/2014/main" id="{841BB11E-1948-4372-8B7C-597B142FDB30}"/>
              </a:ext>
            </a:extLst>
          </p:cNvPr>
          <p:cNvGrpSpPr/>
          <p:nvPr/>
        </p:nvGrpSpPr>
        <p:grpSpPr>
          <a:xfrm>
            <a:off x="1259608" y="4738717"/>
            <a:ext cx="6624711" cy="1643033"/>
            <a:chOff x="1259608" y="4738717"/>
            <a:chExt cx="6624711" cy="1643033"/>
          </a:xfrm>
        </p:grpSpPr>
        <p:pic>
          <p:nvPicPr>
            <p:cNvPr id="11" name="Picture 10">
              <a:extLst>
                <a:ext uri="{FF2B5EF4-FFF2-40B4-BE49-F238E27FC236}">
                  <a16:creationId xmlns:a16="http://schemas.microsoft.com/office/drawing/2014/main" id="{BD7EBBB9-56DE-473F-984A-3DD6D8F531F1}"/>
                </a:ext>
              </a:extLst>
            </p:cNvPr>
            <p:cNvPicPr/>
            <p:nvPr/>
          </p:nvPicPr>
          <p:blipFill>
            <a:blip r:embed="rId4"/>
            <a:stretch>
              <a:fillRect/>
            </a:stretch>
          </p:blipFill>
          <p:spPr>
            <a:xfrm>
              <a:off x="1259608" y="4738717"/>
              <a:ext cx="6120680" cy="1643033"/>
            </a:xfrm>
            <a:prstGeom prst="rect">
              <a:avLst/>
            </a:prstGeom>
          </p:spPr>
        </p:pic>
        <p:sp>
          <p:nvSpPr>
            <p:cNvPr id="12" name="Right Arrow 3">
              <a:extLst>
                <a:ext uri="{FF2B5EF4-FFF2-40B4-BE49-F238E27FC236}">
                  <a16:creationId xmlns:a16="http://schemas.microsoft.com/office/drawing/2014/main" id="{7BD16FE6-1EDC-47EC-8854-DF1EB9B306A0}"/>
                </a:ext>
              </a:extLst>
            </p:cNvPr>
            <p:cNvSpPr/>
            <p:nvPr/>
          </p:nvSpPr>
          <p:spPr bwMode="auto">
            <a:xfrm rot="10800000">
              <a:off x="7233444" y="5848126"/>
              <a:ext cx="650875" cy="423196"/>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sp>
          <p:nvSpPr>
            <p:cNvPr id="13" name="Right Arrow 3">
              <a:extLst>
                <a:ext uri="{FF2B5EF4-FFF2-40B4-BE49-F238E27FC236}">
                  <a16:creationId xmlns:a16="http://schemas.microsoft.com/office/drawing/2014/main" id="{6DC5310E-7E10-447B-917A-43367AF8F463}"/>
                </a:ext>
              </a:extLst>
            </p:cNvPr>
            <p:cNvSpPr/>
            <p:nvPr/>
          </p:nvSpPr>
          <p:spPr bwMode="auto">
            <a:xfrm rot="10800000">
              <a:off x="5148064" y="5417662"/>
              <a:ext cx="650875" cy="423196"/>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grpSp>
    </p:spTree>
    <p:extLst>
      <p:ext uri="{BB962C8B-B14F-4D97-AF65-F5344CB8AC3E}">
        <p14:creationId xmlns:p14="http://schemas.microsoft.com/office/powerpoint/2010/main" val="384983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GB" dirty="0"/>
              <a:t>Behaviour</a:t>
            </a:r>
            <a:r>
              <a:rPr lang="en-US" dirty="0"/>
              <a:t> after Bus Voltage Recovery</a:t>
            </a:r>
            <a:endParaRPr lang="en-GB" dirty="0"/>
          </a:p>
        </p:txBody>
      </p:sp>
      <p:graphicFrame>
        <p:nvGraphicFramePr>
          <p:cNvPr id="11" name="Object 10">
            <a:extLst>
              <a:ext uri="{FF2B5EF4-FFF2-40B4-BE49-F238E27FC236}">
                <a16:creationId xmlns:a16="http://schemas.microsoft.com/office/drawing/2014/main" id="{F7A69ADF-2A2F-4FAF-AFF1-35A29454BBD4}"/>
              </a:ext>
            </a:extLst>
          </p:cNvPr>
          <p:cNvGraphicFramePr>
            <a:graphicFrameLocks noChangeAspect="1"/>
          </p:cNvGraphicFramePr>
          <p:nvPr/>
        </p:nvGraphicFramePr>
        <p:xfrm>
          <a:off x="1682744" y="2690319"/>
          <a:ext cx="5778512" cy="2785539"/>
        </p:xfrm>
        <a:graphic>
          <a:graphicData uri="http://schemas.openxmlformats.org/presentationml/2006/ole">
            <mc:AlternateContent xmlns:mc="http://schemas.openxmlformats.org/markup-compatibility/2006">
              <mc:Choice xmlns:v="urn:schemas-microsoft-com:vml" Requires="v">
                <p:oleObj r:id="rId3" imgW="8220501" imgH="3974579" progId="Visio.Drawing.15">
                  <p:embed/>
                </p:oleObj>
              </mc:Choice>
              <mc:Fallback>
                <p:oleObj r:id="rId3" imgW="8220501" imgH="3974579" progId="Visio.Drawing.15">
                  <p:embed/>
                  <p:pic>
                    <p:nvPicPr>
                      <p:cNvPr id="11" name="Object 10">
                        <a:extLst>
                          <a:ext uri="{FF2B5EF4-FFF2-40B4-BE49-F238E27FC236}">
                            <a16:creationId xmlns:a16="http://schemas.microsoft.com/office/drawing/2014/main" id="{F7A69ADF-2A2F-4FAF-AFF1-35A29454BB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2744" y="2690319"/>
                        <a:ext cx="5778512" cy="2785539"/>
                      </a:xfrm>
                      <a:prstGeom prst="rect">
                        <a:avLst/>
                      </a:prstGeom>
                      <a:noFill/>
                    </p:spPr>
                  </p:pic>
                </p:oleObj>
              </mc:Fallback>
            </mc:AlternateContent>
          </a:graphicData>
        </a:graphic>
      </p:graphicFrame>
      <p:sp>
        <p:nvSpPr>
          <p:cNvPr id="12" name="Rectangle 11">
            <a:extLst>
              <a:ext uri="{FF2B5EF4-FFF2-40B4-BE49-F238E27FC236}">
                <a16:creationId xmlns:a16="http://schemas.microsoft.com/office/drawing/2014/main" id="{1AAB06F8-DF28-41BC-98B5-DF63C7E9CB42}"/>
              </a:ext>
            </a:extLst>
          </p:cNvPr>
          <p:cNvSpPr/>
          <p:nvPr/>
        </p:nvSpPr>
        <p:spPr>
          <a:xfrm>
            <a:off x="975431" y="5650076"/>
            <a:ext cx="7557009" cy="707886"/>
          </a:xfrm>
          <a:prstGeom prst="rect">
            <a:avLst/>
          </a:prstGeom>
        </p:spPr>
        <p:txBody>
          <a:bodyPr wrap="square">
            <a:spAutoFit/>
          </a:bodyPr>
          <a:lstStyle/>
          <a:p>
            <a:r>
              <a:rPr lang="en-GB" sz="2000" b="1" dirty="0">
                <a:latin typeface="+mn-lt"/>
                <a:cs typeface="+mn-cs"/>
              </a:rPr>
              <a:t>It is possible to install a conventional time relay in parallel to the KNX power supply to establish a voltage failure</a:t>
            </a:r>
            <a:endParaRPr lang="es-ES" sz="2000" b="1" dirty="0">
              <a:latin typeface="+mn-lt"/>
              <a:cs typeface="+mn-cs"/>
            </a:endParaRPr>
          </a:p>
        </p:txBody>
      </p:sp>
      <p:sp>
        <p:nvSpPr>
          <p:cNvPr id="13" name="Rectangle 12">
            <a:extLst>
              <a:ext uri="{FF2B5EF4-FFF2-40B4-BE49-F238E27FC236}">
                <a16:creationId xmlns:a16="http://schemas.microsoft.com/office/drawing/2014/main" id="{E798145E-4AC6-46E6-B1C1-15E13C26B932}"/>
              </a:ext>
            </a:extLst>
          </p:cNvPr>
          <p:cNvSpPr/>
          <p:nvPr/>
        </p:nvSpPr>
        <p:spPr>
          <a:xfrm>
            <a:off x="975431" y="1844824"/>
            <a:ext cx="7485001" cy="707886"/>
          </a:xfrm>
          <a:prstGeom prst="rect">
            <a:avLst/>
          </a:prstGeom>
        </p:spPr>
        <p:txBody>
          <a:bodyPr wrap="square">
            <a:spAutoFit/>
          </a:bodyPr>
          <a:lstStyle/>
          <a:p>
            <a:r>
              <a:rPr lang="en-GB" sz="2000" b="1" dirty="0">
                <a:latin typeface="+mn-lt"/>
                <a:cs typeface="+mn-cs"/>
              </a:rPr>
              <a:t>Switch actuators retain their state after bus voltage recovery or switch off the outputs</a:t>
            </a:r>
            <a:endParaRPr lang="es-ES" sz="2000" b="1" dirty="0">
              <a:latin typeface="+mn-lt"/>
              <a:cs typeface="+mn-cs"/>
            </a:endParaRPr>
          </a:p>
        </p:txBody>
      </p:sp>
      <p:sp>
        <p:nvSpPr>
          <p:cNvPr id="14" name="Rectangle 13">
            <a:extLst>
              <a:ext uri="{FF2B5EF4-FFF2-40B4-BE49-F238E27FC236}">
                <a16:creationId xmlns:a16="http://schemas.microsoft.com/office/drawing/2014/main" id="{BE389A85-271F-4B91-BD5A-391EB47A773B}"/>
              </a:ext>
            </a:extLst>
          </p:cNvPr>
          <p:cNvSpPr/>
          <p:nvPr/>
        </p:nvSpPr>
        <p:spPr>
          <a:xfrm>
            <a:off x="975431" y="1382142"/>
            <a:ext cx="7784620" cy="400110"/>
          </a:xfrm>
          <a:prstGeom prst="rect">
            <a:avLst/>
          </a:prstGeom>
        </p:spPr>
        <p:txBody>
          <a:bodyPr wrap="square">
            <a:spAutoFit/>
          </a:bodyPr>
          <a:lstStyle/>
          <a:p>
            <a:r>
              <a:rPr lang="en-GB" sz="2000" b="1" dirty="0">
                <a:latin typeface="+mn-lt"/>
                <a:cs typeface="+mn-cs"/>
              </a:rPr>
              <a:t>Start-up behaviour must be verified</a:t>
            </a:r>
            <a:endParaRPr lang="es-ES" sz="2000" b="1" dirty="0">
              <a:latin typeface="+mn-lt"/>
              <a:cs typeface="+mn-cs"/>
            </a:endParaRPr>
          </a:p>
        </p:txBody>
      </p:sp>
    </p:spTree>
    <p:extLst>
      <p:ext uri="{BB962C8B-B14F-4D97-AF65-F5344CB8AC3E}">
        <p14:creationId xmlns:p14="http://schemas.microsoft.com/office/powerpoint/2010/main" val="2544398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Trigger in response to a telegram</a:t>
            </a:r>
          </a:p>
        </p:txBody>
      </p:sp>
      <p:graphicFrame>
        <p:nvGraphicFramePr>
          <p:cNvPr id="5" name="Object 4">
            <a:extLst>
              <a:ext uri="{FF2B5EF4-FFF2-40B4-BE49-F238E27FC236}">
                <a16:creationId xmlns:a16="http://schemas.microsoft.com/office/drawing/2014/main" id="{5375D5E8-F5CE-4AB3-B397-49EF69D3F8CB}"/>
              </a:ext>
            </a:extLst>
          </p:cNvPr>
          <p:cNvGraphicFramePr>
            <a:graphicFrameLocks noChangeAspect="1"/>
          </p:cNvGraphicFramePr>
          <p:nvPr/>
        </p:nvGraphicFramePr>
        <p:xfrm>
          <a:off x="341784" y="2229931"/>
          <a:ext cx="8460432" cy="2757581"/>
        </p:xfrm>
        <a:graphic>
          <a:graphicData uri="http://schemas.openxmlformats.org/presentationml/2006/ole">
            <mc:AlternateContent xmlns:mc="http://schemas.openxmlformats.org/markup-compatibility/2006">
              <mc:Choice xmlns:v="urn:schemas-microsoft-com:vml" Requires="v">
                <p:oleObj r:id="rId3" imgW="8455914" imgH="2761483" progId="Visio.Drawing.15">
                  <p:embed/>
                </p:oleObj>
              </mc:Choice>
              <mc:Fallback>
                <p:oleObj r:id="rId3" imgW="8455914" imgH="2761483" progId="Visio.Drawing.15">
                  <p:embed/>
                  <p:pic>
                    <p:nvPicPr>
                      <p:cNvPr id="5" name="Object 4">
                        <a:extLst>
                          <a:ext uri="{FF2B5EF4-FFF2-40B4-BE49-F238E27FC236}">
                            <a16:creationId xmlns:a16="http://schemas.microsoft.com/office/drawing/2014/main" id="{5375D5E8-F5CE-4AB3-B397-49EF69D3F8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784" y="2229931"/>
                        <a:ext cx="8460432" cy="2757581"/>
                      </a:xfrm>
                      <a:prstGeom prst="rect">
                        <a:avLst/>
                      </a:prstGeom>
                      <a:noFill/>
                    </p:spPr>
                  </p:pic>
                </p:oleObj>
              </mc:Fallback>
            </mc:AlternateContent>
          </a:graphicData>
        </a:graphic>
      </p:graphicFrame>
    </p:spTree>
    <p:extLst>
      <p:ext uri="{BB962C8B-B14F-4D97-AF65-F5344CB8AC3E}">
        <p14:creationId xmlns:p14="http://schemas.microsoft.com/office/powerpoint/2010/main" val="3664804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Steps to a safe KNX installation</a:t>
            </a:r>
            <a:endParaRPr lang="en-GB" dirty="0"/>
          </a:p>
        </p:txBody>
      </p:sp>
      <p:sp>
        <p:nvSpPr>
          <p:cNvPr id="4" name="Content Placeholder 1">
            <a:extLst>
              <a:ext uri="{FF2B5EF4-FFF2-40B4-BE49-F238E27FC236}">
                <a16:creationId xmlns:a16="http://schemas.microsoft.com/office/drawing/2014/main" id="{84A0AFA7-2BF2-4494-A7AB-4A6284E7B084}"/>
              </a:ext>
            </a:extLst>
          </p:cNvPr>
          <p:cNvSpPr txBox="1">
            <a:spLocks/>
          </p:cNvSpPr>
          <p:nvPr/>
        </p:nvSpPr>
        <p:spPr>
          <a:xfrm>
            <a:off x="971600" y="1412875"/>
            <a:ext cx="784887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Font typeface="Wingdings" pitchFamily="2" charset="2"/>
              <a:buNone/>
            </a:pPr>
            <a:r>
              <a:rPr lang="en-US" sz="2400" kern="0"/>
              <a:t>Main hardware measures to adopt:</a:t>
            </a:r>
          </a:p>
          <a:p>
            <a:pPr algn="just" eaLnBrk="1" hangingPunct="1">
              <a:lnSpc>
                <a:spcPct val="150000"/>
              </a:lnSpc>
              <a:defRPr/>
            </a:pPr>
            <a:r>
              <a:rPr lang="en-US" sz="2000" kern="0">
                <a:solidFill>
                  <a:schemeClr val="bg1">
                    <a:lumMod val="10000"/>
                  </a:schemeClr>
                </a:solidFill>
                <a:cs typeface="Arial" panose="020B0604020202020204" pitchFamily="34" charset="0"/>
              </a:rPr>
              <a:t>Distributed System with Controllers</a:t>
            </a:r>
            <a:endParaRPr lang="es-ES" sz="2000" kern="0">
              <a:solidFill>
                <a:schemeClr val="bg1">
                  <a:lumMod val="10000"/>
                </a:schemeClr>
              </a:solidFill>
              <a:cs typeface="Arial" panose="020B0604020202020204" pitchFamily="34" charset="0"/>
            </a:endParaRPr>
          </a:p>
          <a:p>
            <a:pPr>
              <a:lnSpc>
                <a:spcPct val="150000"/>
              </a:lnSpc>
              <a:defRPr/>
            </a:pPr>
            <a:r>
              <a:rPr lang="en-US" sz="2000" kern="0">
                <a:solidFill>
                  <a:schemeClr val="bg1">
                    <a:lumMod val="10000"/>
                  </a:schemeClr>
                </a:solidFill>
                <a:cs typeface="Arial" panose="020B0604020202020204" pitchFamily="34" charset="0"/>
              </a:rPr>
              <a:t>Logic Modules and Visualization in Connection with Couplers</a:t>
            </a:r>
            <a:endParaRPr lang="es-ES" sz="2000" kern="0">
              <a:solidFill>
                <a:schemeClr val="bg1">
                  <a:lumMod val="10000"/>
                </a:schemeClr>
              </a:solidFill>
              <a:cs typeface="Arial" panose="020B0604020202020204" pitchFamily="34" charset="0"/>
            </a:endParaRPr>
          </a:p>
          <a:p>
            <a:pPr algn="just" eaLnBrk="1" hangingPunct="1">
              <a:lnSpc>
                <a:spcPct val="150000"/>
              </a:lnSpc>
              <a:defRPr/>
            </a:pPr>
            <a:r>
              <a:rPr lang="en-US" sz="2000" kern="0">
                <a:solidFill>
                  <a:schemeClr val="bg1">
                    <a:lumMod val="10000"/>
                  </a:schemeClr>
                </a:solidFill>
                <a:cs typeface="Arial" panose="020B0604020202020204" pitchFamily="34" charset="0"/>
              </a:rPr>
              <a:t>Multi-channel Switch Actuators</a:t>
            </a:r>
          </a:p>
          <a:p>
            <a:pPr algn="just" eaLnBrk="1" hangingPunct="1">
              <a:lnSpc>
                <a:spcPct val="150000"/>
              </a:lnSpc>
              <a:defRPr/>
            </a:pPr>
            <a:r>
              <a:rPr lang="en-US" sz="2000" kern="0">
                <a:solidFill>
                  <a:schemeClr val="bg1">
                    <a:lumMod val="10000"/>
                  </a:schemeClr>
                </a:solidFill>
                <a:cs typeface="Arial" panose="020B0604020202020204" pitchFamily="34" charset="0"/>
              </a:rPr>
              <a:t>Benefits of Line Couplers</a:t>
            </a:r>
            <a:endParaRPr lang="es-ES" sz="2000" kern="0">
              <a:solidFill>
                <a:srgbClr val="0070C0"/>
              </a:solidFill>
              <a:ea typeface="ＭＳ Ｐゴシック" pitchFamily="-97" charset="-128"/>
              <a:cs typeface="Arial" pitchFamily="34" charset="0"/>
            </a:endParaRPr>
          </a:p>
          <a:p>
            <a:pPr algn="just" eaLnBrk="1" hangingPunct="1">
              <a:lnSpc>
                <a:spcPct val="150000"/>
              </a:lnSpc>
              <a:defRPr/>
            </a:pPr>
            <a:r>
              <a:rPr lang="en-US" sz="2000" kern="0">
                <a:solidFill>
                  <a:schemeClr val="bg1">
                    <a:lumMod val="10000"/>
                  </a:schemeClr>
                </a:solidFill>
                <a:cs typeface="Arial" panose="020B0604020202020204" pitchFamily="34" charset="0"/>
              </a:rPr>
              <a:t>Power Supply</a:t>
            </a:r>
          </a:p>
          <a:p>
            <a:pPr algn="just" eaLnBrk="1" hangingPunct="1">
              <a:lnSpc>
                <a:spcPct val="150000"/>
              </a:lnSpc>
              <a:defRPr/>
            </a:pPr>
            <a:r>
              <a:rPr lang="en-US" sz="2000" kern="0">
                <a:solidFill>
                  <a:schemeClr val="bg1">
                    <a:lumMod val="10000"/>
                  </a:schemeClr>
                </a:solidFill>
                <a:cs typeface="Arial" panose="020B0604020202020204" pitchFamily="34" charset="0"/>
              </a:rPr>
              <a:t>Power Supply in event of a Power Failure</a:t>
            </a:r>
            <a:endParaRPr lang="es-ES" sz="2000" kern="0" dirty="0">
              <a:solidFill>
                <a:srgbClr val="0070C0"/>
              </a:solidFill>
              <a:ea typeface="ＭＳ Ｐゴシック" pitchFamily="-97" charset="-128"/>
              <a:cs typeface="Arial" pitchFamily="34" charset="0"/>
            </a:endParaRPr>
          </a:p>
        </p:txBody>
      </p:sp>
    </p:spTree>
    <p:extLst>
      <p:ext uri="{BB962C8B-B14F-4D97-AF65-F5344CB8AC3E}">
        <p14:creationId xmlns:p14="http://schemas.microsoft.com/office/powerpoint/2010/main" val="2154095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Distributed System with Controllers</a:t>
            </a:r>
            <a:endParaRPr lang="en-GB" dirty="0"/>
          </a:p>
        </p:txBody>
      </p:sp>
      <p:graphicFrame>
        <p:nvGraphicFramePr>
          <p:cNvPr id="5" name="Object 4">
            <a:extLst>
              <a:ext uri="{FF2B5EF4-FFF2-40B4-BE49-F238E27FC236}">
                <a16:creationId xmlns:a16="http://schemas.microsoft.com/office/drawing/2014/main" id="{0CB9F0E4-C729-4EF7-8FB7-CA736C8295BF}"/>
              </a:ext>
            </a:extLst>
          </p:cNvPr>
          <p:cNvGraphicFramePr>
            <a:graphicFrameLocks noChangeAspect="1"/>
          </p:cNvGraphicFramePr>
          <p:nvPr/>
        </p:nvGraphicFramePr>
        <p:xfrm>
          <a:off x="1083146" y="1440741"/>
          <a:ext cx="6977707" cy="3888432"/>
        </p:xfrm>
        <a:graphic>
          <a:graphicData uri="http://schemas.openxmlformats.org/presentationml/2006/ole">
            <mc:AlternateContent xmlns:mc="http://schemas.openxmlformats.org/markup-compatibility/2006">
              <mc:Choice xmlns:v="urn:schemas-microsoft-com:vml" Requires="v">
                <p:oleObj r:id="rId3" imgW="8935850" imgH="4970231" progId="Visio.Drawing.15">
                  <p:embed/>
                </p:oleObj>
              </mc:Choice>
              <mc:Fallback>
                <p:oleObj r:id="rId3" imgW="8935850" imgH="4970231" progId="Visio.Drawing.15">
                  <p:embed/>
                  <p:pic>
                    <p:nvPicPr>
                      <p:cNvPr id="5" name="Object 4">
                        <a:extLst>
                          <a:ext uri="{FF2B5EF4-FFF2-40B4-BE49-F238E27FC236}">
                            <a16:creationId xmlns:a16="http://schemas.microsoft.com/office/drawing/2014/main" id="{0CB9F0E4-C729-4EF7-8FB7-CA736C8295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3146" y="1440741"/>
                        <a:ext cx="6977707" cy="3888432"/>
                      </a:xfrm>
                      <a:prstGeom prst="rect">
                        <a:avLst/>
                      </a:prstGeom>
                      <a:noFill/>
                    </p:spPr>
                  </p:pic>
                </p:oleObj>
              </mc:Fallback>
            </mc:AlternateContent>
          </a:graphicData>
        </a:graphic>
      </p:graphicFrame>
      <p:sp>
        <p:nvSpPr>
          <p:cNvPr id="6" name="Rectangle 5">
            <a:extLst>
              <a:ext uri="{FF2B5EF4-FFF2-40B4-BE49-F238E27FC236}">
                <a16:creationId xmlns:a16="http://schemas.microsoft.com/office/drawing/2014/main" id="{2BBD2223-51EF-4BA1-89D6-71E1BD8A94A2}"/>
              </a:ext>
            </a:extLst>
          </p:cNvPr>
          <p:cNvSpPr/>
          <p:nvPr/>
        </p:nvSpPr>
        <p:spPr>
          <a:xfrm>
            <a:off x="913680" y="5571450"/>
            <a:ext cx="7474743" cy="707886"/>
          </a:xfrm>
          <a:prstGeom prst="rect">
            <a:avLst/>
          </a:prstGeom>
        </p:spPr>
        <p:txBody>
          <a:bodyPr wrap="square">
            <a:spAutoFit/>
          </a:bodyPr>
          <a:lstStyle/>
          <a:p>
            <a:r>
              <a:rPr lang="en-US" sz="2000" b="1" dirty="0">
                <a:solidFill>
                  <a:srgbClr val="369226"/>
                </a:solidFill>
                <a:latin typeface="+mn-lt"/>
                <a:cs typeface="+mn-cs"/>
              </a:rPr>
              <a:t>Independence: </a:t>
            </a:r>
            <a:r>
              <a:rPr lang="en-US" sz="2000" b="1" dirty="0">
                <a:latin typeface="+mn-lt"/>
                <a:cs typeface="+mn-cs"/>
              </a:rPr>
              <a:t>If a bus device fails, all the other bus devices function without any interference</a:t>
            </a:r>
            <a:endParaRPr lang="es-ES" sz="2000" b="1" dirty="0">
              <a:latin typeface="+mn-lt"/>
              <a:cs typeface="+mn-cs"/>
            </a:endParaRPr>
          </a:p>
        </p:txBody>
      </p:sp>
    </p:spTree>
    <p:extLst>
      <p:ext uri="{BB962C8B-B14F-4D97-AF65-F5344CB8AC3E}">
        <p14:creationId xmlns:p14="http://schemas.microsoft.com/office/powerpoint/2010/main" val="4053494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3598"/>
            <a:ext cx="6768231" cy="719138"/>
          </a:xfrm>
        </p:spPr>
        <p:txBody>
          <a:bodyPr/>
          <a:lstStyle/>
          <a:p>
            <a:r>
              <a:rPr lang="en-US" dirty="0"/>
              <a:t>Logic Modules and Visualization in connection with Couplers </a:t>
            </a:r>
            <a:endParaRPr lang="en-GB" dirty="0"/>
          </a:p>
        </p:txBody>
      </p:sp>
      <p:sp>
        <p:nvSpPr>
          <p:cNvPr id="4" name="Content Placeholder 1">
            <a:extLst>
              <a:ext uri="{FF2B5EF4-FFF2-40B4-BE49-F238E27FC236}">
                <a16:creationId xmlns:a16="http://schemas.microsoft.com/office/drawing/2014/main" id="{20EDF36F-59FA-46D4-A78D-E0016F45F271}"/>
              </a:ext>
            </a:extLst>
          </p:cNvPr>
          <p:cNvSpPr txBox="1">
            <a:spLocks/>
          </p:cNvSpPr>
          <p:nvPr/>
        </p:nvSpPr>
        <p:spPr>
          <a:xfrm>
            <a:off x="971600" y="1629494"/>
            <a:ext cx="784887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2000" kern="0"/>
              <a:t>Distribute the controllers </a:t>
            </a:r>
            <a:r>
              <a:rPr lang="en-US" sz="2000" kern="0">
                <a:solidFill>
                  <a:schemeClr val="tx1"/>
                </a:solidFill>
              </a:rPr>
              <a:t>i.e. to position several modules. The fault tolerance is thereby increased</a:t>
            </a:r>
          </a:p>
          <a:p>
            <a:endParaRPr lang="en-US" sz="2000" kern="0">
              <a:solidFill>
                <a:schemeClr val="bg1">
                  <a:lumMod val="10000"/>
                </a:schemeClr>
              </a:solidFill>
              <a:cs typeface="Arial" panose="020B0604020202020204" pitchFamily="34" charset="0"/>
            </a:endParaRPr>
          </a:p>
          <a:p>
            <a:r>
              <a:rPr lang="en-US" sz="2000" kern="0">
                <a:cs typeface="Arial" panose="020B0604020202020204" pitchFamily="34" charset="0"/>
              </a:rPr>
              <a:t>Visualization Systems </a:t>
            </a:r>
            <a:r>
              <a:rPr lang="en-US" sz="2000" kern="0">
                <a:solidFill>
                  <a:schemeClr val="bg1">
                    <a:lumMod val="10000"/>
                  </a:schemeClr>
                </a:solidFill>
                <a:cs typeface="Arial" panose="020B0604020202020204" pitchFamily="34" charset="0"/>
              </a:rPr>
              <a:t>can take over logic functions and sequence control in many cases</a:t>
            </a:r>
          </a:p>
          <a:p>
            <a:endParaRPr lang="es-ES" sz="2000" kern="0">
              <a:solidFill>
                <a:schemeClr val="bg1">
                  <a:lumMod val="10000"/>
                </a:schemeClr>
              </a:solidFill>
              <a:cs typeface="Arial" panose="020B0604020202020204" pitchFamily="34" charset="0"/>
            </a:endParaRPr>
          </a:p>
          <a:p>
            <a:r>
              <a:rPr lang="es-ES" sz="2000" kern="0">
                <a:cs typeface="Arial" panose="020B0604020202020204" pitchFamily="34" charset="0"/>
              </a:rPr>
              <a:t>Reduce </a:t>
            </a:r>
            <a:r>
              <a:rPr lang="en-US" sz="2000" kern="0">
                <a:cs typeface="Arial" panose="020B0604020202020204" pitchFamily="34" charset="0"/>
              </a:rPr>
              <a:t>dependencies with central controllers </a:t>
            </a:r>
            <a:r>
              <a:rPr lang="es-ES" sz="2000" kern="0">
                <a:solidFill>
                  <a:schemeClr val="bg1">
                    <a:lumMod val="10000"/>
                  </a:schemeClr>
                </a:solidFill>
                <a:cs typeface="Arial" panose="020B0604020202020204" pitchFamily="34" charset="0"/>
              </a:rPr>
              <a:t>(PC)</a:t>
            </a:r>
          </a:p>
          <a:p>
            <a:endParaRPr lang="es-ES" sz="2000" kern="0">
              <a:solidFill>
                <a:schemeClr val="bg1">
                  <a:lumMod val="10000"/>
                </a:schemeClr>
              </a:solidFill>
              <a:cs typeface="Arial" panose="020B0604020202020204" pitchFamily="34" charset="0"/>
            </a:endParaRPr>
          </a:p>
          <a:p>
            <a:r>
              <a:rPr lang="en-US" sz="2000" kern="0">
                <a:solidFill>
                  <a:schemeClr val="bg1">
                    <a:lumMod val="10000"/>
                  </a:schemeClr>
                </a:solidFill>
                <a:cs typeface="Arial" panose="020B0604020202020204" pitchFamily="34" charset="0"/>
              </a:rPr>
              <a:t>Connect the PC on which the visualization is installed to a </a:t>
            </a:r>
            <a:r>
              <a:rPr lang="en-US" sz="2000" kern="0">
                <a:cs typeface="Arial" panose="020B0604020202020204" pitchFamily="34" charset="0"/>
              </a:rPr>
              <a:t>UPS</a:t>
            </a:r>
          </a:p>
          <a:p>
            <a:endParaRPr lang="es-ES" sz="2000" kern="0">
              <a:solidFill>
                <a:srgbClr val="0070C0"/>
              </a:solidFill>
              <a:ea typeface="ＭＳ Ｐゴシック" pitchFamily="-97" charset="-128"/>
              <a:cs typeface="Arial" pitchFamily="34" charset="0"/>
            </a:endParaRPr>
          </a:p>
          <a:p>
            <a:r>
              <a:rPr lang="en-US" sz="2000" kern="0">
                <a:solidFill>
                  <a:schemeClr val="bg1">
                    <a:lumMod val="10000"/>
                  </a:schemeClr>
                </a:solidFill>
                <a:cs typeface="Arial" panose="020B0604020202020204" pitchFamily="34" charset="0"/>
              </a:rPr>
              <a:t>A </a:t>
            </a:r>
            <a:r>
              <a:rPr lang="en-US" sz="2000" kern="0">
                <a:cs typeface="Arial" panose="020B0604020202020204" pitchFamily="34" charset="0"/>
              </a:rPr>
              <a:t>control option should always be provided </a:t>
            </a:r>
            <a:r>
              <a:rPr lang="en-US" sz="2000" kern="0">
                <a:solidFill>
                  <a:schemeClr val="bg1">
                    <a:lumMod val="10000"/>
                  </a:schemeClr>
                </a:solidFill>
                <a:cs typeface="Arial" panose="020B0604020202020204" pitchFamily="34" charset="0"/>
              </a:rPr>
              <a:t>next to the PC to ensure emergency operation</a:t>
            </a:r>
            <a:endParaRPr lang="en-US" sz="2000" kern="0" dirty="0">
              <a:solidFill>
                <a:schemeClr val="tx1"/>
              </a:solidFill>
            </a:endParaRPr>
          </a:p>
        </p:txBody>
      </p:sp>
    </p:spTree>
    <p:extLst>
      <p:ext uri="{BB962C8B-B14F-4D97-AF65-F5344CB8AC3E}">
        <p14:creationId xmlns:p14="http://schemas.microsoft.com/office/powerpoint/2010/main" val="970336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Multi-channel Switch Actuators</a:t>
            </a:r>
            <a:endParaRPr lang="en-GB" dirty="0"/>
          </a:p>
        </p:txBody>
      </p:sp>
      <p:pic>
        <p:nvPicPr>
          <p:cNvPr id="4" name="Picture 3">
            <a:extLst>
              <a:ext uri="{FF2B5EF4-FFF2-40B4-BE49-F238E27FC236}">
                <a16:creationId xmlns:a16="http://schemas.microsoft.com/office/drawing/2014/main" id="{3B242B44-80F4-40A4-B1D5-2E88B9AC72F4}"/>
              </a:ext>
            </a:extLst>
          </p:cNvPr>
          <p:cNvPicPr>
            <a:picLocks noChangeAspect="1"/>
          </p:cNvPicPr>
          <p:nvPr/>
        </p:nvPicPr>
        <p:blipFill>
          <a:blip r:embed="rId3"/>
          <a:stretch>
            <a:fillRect/>
          </a:stretch>
        </p:blipFill>
        <p:spPr>
          <a:xfrm>
            <a:off x="1068937" y="1340767"/>
            <a:ext cx="6815431" cy="2410699"/>
          </a:xfrm>
          <a:prstGeom prst="rect">
            <a:avLst/>
          </a:prstGeom>
        </p:spPr>
      </p:pic>
      <p:pic>
        <p:nvPicPr>
          <p:cNvPr id="5" name="Picture 4">
            <a:extLst>
              <a:ext uri="{FF2B5EF4-FFF2-40B4-BE49-F238E27FC236}">
                <a16:creationId xmlns:a16="http://schemas.microsoft.com/office/drawing/2014/main" id="{6CD4AAC3-7C79-4F0D-AE9F-60F0D6C55B6D}"/>
              </a:ext>
            </a:extLst>
          </p:cNvPr>
          <p:cNvPicPr>
            <a:picLocks noChangeAspect="1"/>
          </p:cNvPicPr>
          <p:nvPr/>
        </p:nvPicPr>
        <p:blipFill>
          <a:blip r:embed="rId4"/>
          <a:stretch>
            <a:fillRect/>
          </a:stretch>
        </p:blipFill>
        <p:spPr>
          <a:xfrm>
            <a:off x="1098414" y="4000772"/>
            <a:ext cx="6947171" cy="2271698"/>
          </a:xfrm>
          <a:prstGeom prst="rect">
            <a:avLst/>
          </a:prstGeom>
        </p:spPr>
      </p:pic>
    </p:spTree>
    <p:extLst>
      <p:ext uri="{BB962C8B-B14F-4D97-AF65-F5344CB8AC3E}">
        <p14:creationId xmlns:p14="http://schemas.microsoft.com/office/powerpoint/2010/main" val="1067843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Benefits of Line Couplers</a:t>
            </a:r>
            <a:endParaRPr lang="en-GB" dirty="0"/>
          </a:p>
        </p:txBody>
      </p:sp>
      <p:sp>
        <p:nvSpPr>
          <p:cNvPr id="4" name="Content Placeholder 1">
            <a:extLst>
              <a:ext uri="{FF2B5EF4-FFF2-40B4-BE49-F238E27FC236}">
                <a16:creationId xmlns:a16="http://schemas.microsoft.com/office/drawing/2014/main" id="{05205F49-CA22-4EDC-A305-8ABF98B3D65B}"/>
              </a:ext>
            </a:extLst>
          </p:cNvPr>
          <p:cNvSpPr txBox="1">
            <a:spLocks/>
          </p:cNvSpPr>
          <p:nvPr/>
        </p:nvSpPr>
        <p:spPr>
          <a:xfrm>
            <a:off x="899592" y="1412875"/>
            <a:ext cx="777686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2000" kern="0">
                <a:solidFill>
                  <a:schemeClr val="tx1"/>
                </a:solidFill>
              </a:rPr>
              <a:t>Improve the structure and fault tolerance of the system</a:t>
            </a:r>
          </a:p>
          <a:p>
            <a:endParaRPr lang="en-US" sz="2000" kern="0">
              <a:solidFill>
                <a:schemeClr val="tx1"/>
              </a:solidFill>
            </a:endParaRPr>
          </a:p>
          <a:p>
            <a:r>
              <a:rPr lang="en-US" sz="2000" kern="0">
                <a:solidFill>
                  <a:schemeClr val="bg1">
                    <a:lumMod val="10000"/>
                  </a:schemeClr>
                </a:solidFill>
                <a:cs typeface="Arial" panose="020B0604020202020204" pitchFamily="34" charset="0"/>
              </a:rPr>
              <a:t>Reduce the total number of telegrams, avoid repetitions and guarantee the quickest transfer</a:t>
            </a:r>
          </a:p>
          <a:p>
            <a:endParaRPr lang="en-US" sz="2000" kern="0">
              <a:solidFill>
                <a:schemeClr val="bg1">
                  <a:lumMod val="10000"/>
                </a:schemeClr>
              </a:solidFill>
              <a:cs typeface="Arial" panose="020B0604020202020204" pitchFamily="34" charset="0"/>
            </a:endParaRPr>
          </a:p>
          <a:p>
            <a:pPr algn="just" eaLnBrk="1" hangingPunct="1">
              <a:defRPr/>
            </a:pPr>
            <a:r>
              <a:rPr lang="en-US" sz="2000" kern="0">
                <a:solidFill>
                  <a:schemeClr val="bg1">
                    <a:lumMod val="10000"/>
                  </a:schemeClr>
                </a:solidFill>
                <a:cs typeface="Arial" panose="020B0604020202020204" pitchFamily="34" charset="0"/>
              </a:rPr>
              <a:t>Fail-safe planning is considerably improved by the electrical isolation of both line segments by a line coupler</a:t>
            </a:r>
          </a:p>
          <a:p>
            <a:pPr algn="just" eaLnBrk="1" hangingPunct="1">
              <a:defRPr/>
            </a:pPr>
            <a:endParaRPr lang="en-US" sz="2000" kern="0">
              <a:solidFill>
                <a:schemeClr val="bg1">
                  <a:lumMod val="10000"/>
                </a:schemeClr>
              </a:solidFill>
              <a:cs typeface="Arial" panose="020B0604020202020204" pitchFamily="34" charset="0"/>
            </a:endParaRPr>
          </a:p>
          <a:p>
            <a:pPr algn="just" eaLnBrk="1" hangingPunct="1">
              <a:defRPr/>
            </a:pPr>
            <a:r>
              <a:rPr lang="en-US" sz="2000" kern="0">
                <a:solidFill>
                  <a:schemeClr val="bg1">
                    <a:lumMod val="10000"/>
                  </a:schemeClr>
                </a:solidFill>
                <a:cs typeface="Arial" panose="020B0604020202020204" pitchFamily="34" charset="0"/>
              </a:rPr>
              <a:t>Avoid the build up of telegrams via controllers or repeat telegrams</a:t>
            </a:r>
            <a:endParaRPr lang="es-ES" sz="2000" kern="0">
              <a:solidFill>
                <a:srgbClr val="0070C0"/>
              </a:solidFill>
              <a:ea typeface="ＭＳ Ｐゴシック" pitchFamily="-97" charset="-128"/>
              <a:cs typeface="Arial" pitchFamily="34" charset="0"/>
            </a:endParaRPr>
          </a:p>
          <a:p>
            <a:pPr algn="just" eaLnBrk="1" hangingPunct="1">
              <a:defRPr/>
            </a:pPr>
            <a:endParaRPr lang="es-ES_tradnl" sz="2000" kern="0">
              <a:solidFill>
                <a:schemeClr val="bg2">
                  <a:lumMod val="25000"/>
                </a:schemeClr>
              </a:solidFill>
              <a:ea typeface="ＭＳ Ｐゴシック" pitchFamily="-97" charset="-128"/>
              <a:cs typeface="Arial" pitchFamily="34" charset="0"/>
            </a:endParaRPr>
          </a:p>
          <a:p>
            <a:pPr marL="0" indent="0" algn="just" eaLnBrk="1" hangingPunct="1">
              <a:buFont typeface="Wingdings" pitchFamily="2" charset="2"/>
              <a:buNone/>
              <a:defRPr/>
            </a:pPr>
            <a:r>
              <a:rPr lang="en-US" sz="2000" kern="0"/>
              <a:t>Remember that:</a:t>
            </a:r>
          </a:p>
          <a:p>
            <a:pPr algn="just" eaLnBrk="1" hangingPunct="1">
              <a:defRPr/>
            </a:pPr>
            <a:r>
              <a:rPr lang="en-US" sz="2000" kern="0">
                <a:solidFill>
                  <a:schemeClr val="bg2">
                    <a:lumMod val="10000"/>
                  </a:schemeClr>
                </a:solidFill>
                <a:ea typeface="ＭＳ Ｐゴシック" pitchFamily="-97" charset="-128"/>
              </a:rPr>
              <a:t>Filter tables should be loaded correctly into the couplers and configured</a:t>
            </a:r>
            <a:endParaRPr lang="en-US" sz="2000" kern="0" dirty="0"/>
          </a:p>
        </p:txBody>
      </p:sp>
    </p:spTree>
    <p:extLst>
      <p:ext uri="{BB962C8B-B14F-4D97-AF65-F5344CB8AC3E}">
        <p14:creationId xmlns:p14="http://schemas.microsoft.com/office/powerpoint/2010/main" val="3241502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24215" cy="719138"/>
          </a:xfrm>
        </p:spPr>
        <p:txBody>
          <a:bodyPr/>
          <a:lstStyle/>
          <a:p>
            <a:r>
              <a:rPr lang="en-US" dirty="0"/>
              <a:t>Backup Power Supply on Voltage Failure</a:t>
            </a:r>
            <a:endParaRPr lang="en-GB" dirty="0"/>
          </a:p>
        </p:txBody>
      </p:sp>
      <p:sp>
        <p:nvSpPr>
          <p:cNvPr id="4" name="Content Placeholder 1">
            <a:extLst>
              <a:ext uri="{FF2B5EF4-FFF2-40B4-BE49-F238E27FC236}">
                <a16:creationId xmlns:a16="http://schemas.microsoft.com/office/drawing/2014/main" id="{0C5E9D30-A1B7-4FA9-B8E9-5831E617F9C3}"/>
              </a:ext>
            </a:extLst>
          </p:cNvPr>
          <p:cNvSpPr txBox="1">
            <a:spLocks/>
          </p:cNvSpPr>
          <p:nvPr/>
        </p:nvSpPr>
        <p:spPr>
          <a:xfrm>
            <a:off x="971600" y="1485478"/>
            <a:ext cx="784887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Font typeface="Wingdings" pitchFamily="2" charset="2"/>
              <a:buNone/>
            </a:pPr>
            <a:r>
              <a:rPr lang="en-US" sz="2000" kern="0"/>
              <a:t>Two possibilities to </a:t>
            </a:r>
            <a:r>
              <a:rPr lang="en-GB" sz="2000" kern="0"/>
              <a:t>guarantee the operation of a line for a certain period without 230V power supply</a:t>
            </a:r>
            <a:r>
              <a:rPr lang="en-US" sz="2000" kern="0"/>
              <a:t>:</a:t>
            </a:r>
          </a:p>
          <a:p>
            <a:pPr algn="just" eaLnBrk="1" hangingPunct="1">
              <a:defRPr/>
            </a:pPr>
            <a:r>
              <a:rPr lang="en-US" sz="2000" kern="0">
                <a:solidFill>
                  <a:schemeClr val="bg1">
                    <a:lumMod val="10000"/>
                  </a:schemeClr>
                </a:solidFill>
                <a:cs typeface="Arial" panose="020B0604020202020204" pitchFamily="34" charset="0"/>
              </a:rPr>
              <a:t>Use of power supplies with battery connection</a:t>
            </a:r>
          </a:p>
          <a:p>
            <a:pPr algn="just" eaLnBrk="1" hangingPunct="1">
              <a:defRPr/>
            </a:pPr>
            <a:r>
              <a:rPr lang="en-US" sz="2000" kern="0">
                <a:solidFill>
                  <a:schemeClr val="bg1">
                    <a:lumMod val="10000"/>
                  </a:schemeClr>
                </a:solidFill>
                <a:cs typeface="Arial" panose="020B0604020202020204" pitchFamily="34" charset="0"/>
              </a:rPr>
              <a:t>The KNX power supply can be maintained e.g. via an uninterruptible power supply (UPS)</a:t>
            </a:r>
          </a:p>
          <a:p>
            <a:pPr algn="just" eaLnBrk="1" hangingPunct="1">
              <a:defRPr/>
            </a:pPr>
            <a:endParaRPr lang="en-US" sz="2000" kern="0"/>
          </a:p>
          <a:p>
            <a:pPr marL="0" indent="0">
              <a:buFont typeface="Wingdings" pitchFamily="2" charset="2"/>
              <a:buNone/>
            </a:pPr>
            <a:r>
              <a:rPr lang="en-US" sz="2000" kern="0"/>
              <a:t>Remember that:</a:t>
            </a:r>
          </a:p>
          <a:p>
            <a:pPr marL="0" indent="0">
              <a:buFont typeface="Wingdings" pitchFamily="2" charset="2"/>
              <a:buNone/>
            </a:pPr>
            <a:r>
              <a:rPr lang="en-GB" sz="2000" kern="1200">
                <a:solidFill>
                  <a:schemeClr val="tx1"/>
                </a:solidFill>
                <a:latin typeface="Arial" charset="0"/>
              </a:rPr>
              <a:t>If several line couplers are installed, each segment should also be buffered</a:t>
            </a:r>
          </a:p>
          <a:p>
            <a:pPr marL="0" indent="0">
              <a:buFont typeface="Wingdings" pitchFamily="2" charset="2"/>
              <a:buNone/>
            </a:pPr>
            <a:endParaRPr lang="en-GB" sz="800" kern="1200">
              <a:solidFill>
                <a:schemeClr val="tx1"/>
              </a:solidFill>
              <a:latin typeface="Arial" charset="0"/>
            </a:endParaRPr>
          </a:p>
          <a:p>
            <a:pPr marL="0" indent="0">
              <a:buFont typeface="Wingdings" pitchFamily="2" charset="2"/>
              <a:buNone/>
            </a:pPr>
            <a:r>
              <a:rPr lang="en-US" sz="2000" kern="0">
                <a:solidFill>
                  <a:schemeClr val="bg2">
                    <a:lumMod val="10000"/>
                  </a:schemeClr>
                </a:solidFill>
                <a:ea typeface="ＭＳ Ｐゴシック" pitchFamily="-97" charset="-128"/>
              </a:rPr>
              <a:t>It is advisable to isolate and connect devices that are required for alarm </a:t>
            </a:r>
            <a:r>
              <a:rPr lang="en-GB" sz="2000" kern="0">
                <a:solidFill>
                  <a:schemeClr val="bg2">
                    <a:lumMod val="10000"/>
                  </a:schemeClr>
                </a:solidFill>
                <a:ea typeface="ＭＳ Ｐゴシック" pitchFamily="-97" charset="-128"/>
              </a:rPr>
              <a:t>signalling</a:t>
            </a:r>
            <a:r>
              <a:rPr lang="en-US" sz="2000" kern="0">
                <a:solidFill>
                  <a:schemeClr val="bg2">
                    <a:lumMod val="10000"/>
                  </a:schemeClr>
                </a:solidFill>
                <a:ea typeface="ＭＳ Ｐゴシック" pitchFamily="-97" charset="-128"/>
              </a:rPr>
              <a:t> to one line segment. This results in a saving as only this line segment needs to be buffered</a:t>
            </a:r>
            <a:endParaRPr lang="en-US" sz="2000" kern="0" dirty="0"/>
          </a:p>
        </p:txBody>
      </p:sp>
    </p:spTree>
    <p:extLst>
      <p:ext uri="{BB962C8B-B14F-4D97-AF65-F5344CB8AC3E}">
        <p14:creationId xmlns:p14="http://schemas.microsoft.com/office/powerpoint/2010/main" val="1105420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840239" cy="719138"/>
          </a:xfrm>
        </p:spPr>
        <p:txBody>
          <a:bodyPr/>
          <a:lstStyle/>
          <a:p>
            <a:r>
              <a:rPr lang="en-US" dirty="0"/>
              <a:t>Redundant Layout of Power Supplies</a:t>
            </a:r>
            <a:endParaRPr lang="en-GB" dirty="0"/>
          </a:p>
        </p:txBody>
      </p:sp>
      <p:graphicFrame>
        <p:nvGraphicFramePr>
          <p:cNvPr id="2" name="Table 1">
            <a:extLst>
              <a:ext uri="{FF2B5EF4-FFF2-40B4-BE49-F238E27FC236}">
                <a16:creationId xmlns:a16="http://schemas.microsoft.com/office/drawing/2014/main" id="{DBA523B6-801C-6371-DD64-493325DC8BB1}"/>
              </a:ext>
            </a:extLst>
          </p:cNvPr>
          <p:cNvGraphicFramePr>
            <a:graphicFrameLocks noGrp="1"/>
          </p:cNvGraphicFramePr>
          <p:nvPr>
            <p:extLst>
              <p:ext uri="{D42A27DB-BD31-4B8C-83A1-F6EECF244321}">
                <p14:modId xmlns:p14="http://schemas.microsoft.com/office/powerpoint/2010/main" val="1461328507"/>
              </p:ext>
            </p:extLst>
          </p:nvPr>
        </p:nvGraphicFramePr>
        <p:xfrm>
          <a:off x="727268" y="1556792"/>
          <a:ext cx="7689463" cy="4788475"/>
        </p:xfrm>
        <a:graphic>
          <a:graphicData uri="http://schemas.openxmlformats.org/drawingml/2006/table">
            <a:tbl>
              <a:tblPr firstRow="1" firstCol="1" bandRow="1">
                <a:tableStyleId>{5C22544A-7EE6-4342-B048-85BDC9FD1C3A}</a:tableStyleId>
              </a:tblPr>
              <a:tblGrid>
                <a:gridCol w="2627499">
                  <a:extLst>
                    <a:ext uri="{9D8B030D-6E8A-4147-A177-3AD203B41FA5}">
                      <a16:colId xmlns:a16="http://schemas.microsoft.com/office/drawing/2014/main" val="3685200076"/>
                    </a:ext>
                  </a:extLst>
                </a:gridCol>
                <a:gridCol w="1804132">
                  <a:extLst>
                    <a:ext uri="{9D8B030D-6E8A-4147-A177-3AD203B41FA5}">
                      <a16:colId xmlns:a16="http://schemas.microsoft.com/office/drawing/2014/main" val="488860498"/>
                    </a:ext>
                  </a:extLst>
                </a:gridCol>
                <a:gridCol w="645182">
                  <a:extLst>
                    <a:ext uri="{9D8B030D-6E8A-4147-A177-3AD203B41FA5}">
                      <a16:colId xmlns:a16="http://schemas.microsoft.com/office/drawing/2014/main" val="1507144104"/>
                    </a:ext>
                  </a:extLst>
                </a:gridCol>
                <a:gridCol w="808518">
                  <a:extLst>
                    <a:ext uri="{9D8B030D-6E8A-4147-A177-3AD203B41FA5}">
                      <a16:colId xmlns:a16="http://schemas.microsoft.com/office/drawing/2014/main" val="3791795072"/>
                    </a:ext>
                  </a:extLst>
                </a:gridCol>
                <a:gridCol w="1804132">
                  <a:extLst>
                    <a:ext uri="{9D8B030D-6E8A-4147-A177-3AD203B41FA5}">
                      <a16:colId xmlns:a16="http://schemas.microsoft.com/office/drawing/2014/main" val="815870300"/>
                    </a:ext>
                  </a:extLst>
                </a:gridCol>
              </a:tblGrid>
              <a:tr h="240007">
                <a:tc rowSpan="2">
                  <a:txBody>
                    <a:bodyPr/>
                    <a:lstStyle/>
                    <a:p>
                      <a:pPr>
                        <a:lnSpc>
                          <a:spcPct val="115000"/>
                        </a:lnSpc>
                        <a:spcBef>
                          <a:spcPts val="300"/>
                        </a:spcBef>
                      </a:pPr>
                      <a:r>
                        <a:rPr lang="en-GB" sz="1600">
                          <a:effectLst/>
                        </a:rPr>
                        <a:t>Cable length</a:t>
                      </a:r>
                      <a:endParaRPr lang="en-US" sz="1600">
                        <a:effectLst/>
                        <a:latin typeface="Arial" panose="020B0604020202020204" pitchFamily="34" charset="0"/>
                        <a:ea typeface="Calibri" panose="020F0502020204030204" pitchFamily="34" charset="0"/>
                      </a:endParaRPr>
                    </a:p>
                  </a:txBody>
                  <a:tcPr marL="68580" marR="68580" marT="0" marB="0" anchor="ctr"/>
                </a:tc>
                <a:tc gridSpan="4">
                  <a:txBody>
                    <a:bodyPr/>
                    <a:lstStyle/>
                    <a:p>
                      <a:pPr>
                        <a:lnSpc>
                          <a:spcPct val="115000"/>
                        </a:lnSpc>
                      </a:pPr>
                      <a:r>
                        <a:rPr lang="en-GB" sz="1600">
                          <a:effectLst/>
                        </a:rPr>
                        <a:t>Power supply type</a:t>
                      </a:r>
                      <a:endParaRPr lang="en-US" sz="1600">
                        <a:effectLst/>
                        <a:latin typeface="Arial" panose="020B0604020202020204" pitchFamily="34" charset="0"/>
                        <a:ea typeface="Calibri" panose="020F0502020204030204" pitchFamily="34"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48980604"/>
                  </a:ext>
                </a:extLst>
              </a:tr>
              <a:tr h="752969">
                <a:tc vMerge="1">
                  <a:txBody>
                    <a:bodyPr/>
                    <a:lstStyle/>
                    <a:p>
                      <a:endParaRPr lang="en-US"/>
                    </a:p>
                  </a:txBody>
                  <a:tcPr/>
                </a:tc>
                <a:tc gridSpan="3">
                  <a:txBody>
                    <a:bodyPr/>
                    <a:lstStyle/>
                    <a:p>
                      <a:pPr>
                        <a:lnSpc>
                          <a:spcPct val="115000"/>
                        </a:lnSpc>
                      </a:pPr>
                      <a:r>
                        <a:rPr lang="en-GB" sz="1400" dirty="0">
                          <a:effectLst/>
                        </a:rPr>
                        <a:t>Decentralized power supply with number of power-feeding devices with decentralized bus supply</a:t>
                      </a:r>
                      <a:endParaRPr lang="en-US" sz="1400" dirty="0">
                        <a:effectLst/>
                        <a:latin typeface="Arial" panose="020B0604020202020204" pitchFamily="34" charset="0"/>
                        <a:ea typeface="Calibri" panose="020F0502020204030204" pitchFamily="34" charset="0"/>
                      </a:endParaRPr>
                    </a:p>
                  </a:txBody>
                  <a:tcPr marL="68580" marR="68580" marT="0" marB="0" anchor="ctr"/>
                </a:tc>
                <a:tc hMerge="1">
                  <a:txBody>
                    <a:bodyPr/>
                    <a:lstStyle/>
                    <a:p>
                      <a:endParaRPr lang="en-US"/>
                    </a:p>
                  </a:txBody>
                  <a:tcPr/>
                </a:tc>
                <a:tc hMerge="1">
                  <a:txBody>
                    <a:bodyPr/>
                    <a:lstStyle/>
                    <a:p>
                      <a:endParaRPr lang="en-US"/>
                    </a:p>
                  </a:txBody>
                  <a:tcPr/>
                </a:tc>
                <a:tc>
                  <a:txBody>
                    <a:bodyPr/>
                    <a:lstStyle/>
                    <a:p>
                      <a:pPr>
                        <a:lnSpc>
                          <a:spcPct val="115000"/>
                        </a:lnSpc>
                      </a:pPr>
                      <a:r>
                        <a:rPr lang="en-GB" sz="1600">
                          <a:effectLst/>
                        </a:rPr>
                        <a:t>Central power supply</a:t>
                      </a:r>
                      <a:endParaRPr lang="en-US" sz="1600">
                        <a:effectLst/>
                        <a:latin typeface="Arial" panose="020B060402020202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487156162"/>
                  </a:ext>
                </a:extLst>
              </a:tr>
              <a:tr h="737509">
                <a:tc>
                  <a:txBody>
                    <a:bodyPr/>
                    <a:lstStyle/>
                    <a:p>
                      <a:pPr>
                        <a:lnSpc>
                          <a:spcPct val="115000"/>
                        </a:lnSpc>
                      </a:pPr>
                      <a:r>
                        <a:rPr lang="en-GB" sz="1600">
                          <a:effectLst/>
                        </a:rPr>
                        <a:t>Number of DPSUs</a:t>
                      </a:r>
                      <a:endParaRPr lang="en-US" sz="160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dirty="0">
                          <a:effectLst/>
                        </a:rPr>
                        <a:t>1</a:t>
                      </a:r>
                      <a:endParaRPr lang="en-US" sz="1600" dirty="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a:effectLst/>
                        </a:rPr>
                        <a:t>2</a:t>
                      </a:r>
                      <a:endParaRPr lang="en-US" sz="160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a:effectLst/>
                        </a:rPr>
                        <a:t>3…8</a:t>
                      </a:r>
                      <a:endParaRPr lang="en-US" sz="160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a:effectLst/>
                        </a:rPr>
                        <a:t> </a:t>
                      </a:r>
                      <a:endParaRPr lang="en-US" sz="1600">
                        <a:effectLst/>
                        <a:latin typeface="Arial" panose="020B060402020202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229906150"/>
                  </a:ext>
                </a:extLst>
              </a:tr>
              <a:tr h="737509">
                <a:tc>
                  <a:txBody>
                    <a:bodyPr/>
                    <a:lstStyle/>
                    <a:p>
                      <a:pPr>
                        <a:lnSpc>
                          <a:spcPct val="115000"/>
                        </a:lnSpc>
                      </a:pPr>
                      <a:r>
                        <a:rPr lang="en-GB" sz="1600">
                          <a:effectLst/>
                        </a:rPr>
                        <a:t>Max. total cable length</a:t>
                      </a:r>
                      <a:endParaRPr lang="en-US" sz="160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dirty="0">
                          <a:effectLst/>
                        </a:rPr>
                        <a:t>350 m</a:t>
                      </a:r>
                      <a:endParaRPr lang="en-US" sz="1600" dirty="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a:effectLst/>
                        </a:rPr>
                        <a:t>700 m</a:t>
                      </a:r>
                      <a:endParaRPr lang="en-US" sz="160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a:effectLst/>
                        </a:rPr>
                        <a:t>1000 m</a:t>
                      </a:r>
                      <a:endParaRPr lang="en-US" sz="160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a:effectLst/>
                        </a:rPr>
                        <a:t>1000 m</a:t>
                      </a:r>
                      <a:endParaRPr lang="en-US" sz="1600">
                        <a:effectLst/>
                        <a:latin typeface="Arial" panose="020B060402020202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854977326"/>
                  </a:ext>
                </a:extLst>
              </a:tr>
              <a:tr h="737509">
                <a:tc>
                  <a:txBody>
                    <a:bodyPr/>
                    <a:lstStyle/>
                    <a:p>
                      <a:pPr>
                        <a:lnSpc>
                          <a:spcPct val="115000"/>
                        </a:lnSpc>
                      </a:pPr>
                      <a:r>
                        <a:rPr lang="en-GB" sz="1600">
                          <a:effectLst/>
                        </a:rPr>
                        <a:t>Max. distance between two bus devices</a:t>
                      </a:r>
                      <a:endParaRPr lang="en-US" sz="160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a:effectLst/>
                        </a:rPr>
                        <a:t>350 m</a:t>
                      </a:r>
                      <a:endParaRPr lang="en-US" sz="160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a:effectLst/>
                        </a:rPr>
                        <a:t>700 m</a:t>
                      </a:r>
                      <a:endParaRPr lang="en-US" sz="160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a:effectLst/>
                        </a:rPr>
                        <a:t>700 m</a:t>
                      </a:r>
                      <a:endParaRPr lang="en-US" sz="160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a:effectLst/>
                        </a:rPr>
                        <a:t>700 m</a:t>
                      </a:r>
                      <a:endParaRPr lang="en-US" sz="1600">
                        <a:effectLst/>
                        <a:latin typeface="Arial" panose="020B060402020202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284556349"/>
                  </a:ext>
                </a:extLst>
              </a:tr>
              <a:tr h="737509">
                <a:tc>
                  <a:txBody>
                    <a:bodyPr/>
                    <a:lstStyle/>
                    <a:p>
                      <a:pPr>
                        <a:lnSpc>
                          <a:spcPct val="115000"/>
                        </a:lnSpc>
                      </a:pPr>
                      <a:r>
                        <a:rPr lang="en-GB" sz="1600">
                          <a:effectLst/>
                        </a:rPr>
                        <a:t>Max. distance between non-power feeding device and power supply</a:t>
                      </a:r>
                      <a:endParaRPr lang="en-US" sz="160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a:effectLst/>
                        </a:rPr>
                        <a:t>350 m</a:t>
                      </a:r>
                      <a:endParaRPr lang="en-US" sz="160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a:effectLst/>
                        </a:rPr>
                        <a:t>350 m</a:t>
                      </a:r>
                      <a:endParaRPr lang="en-US" sz="160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a:effectLst/>
                        </a:rPr>
                        <a:t>350 m</a:t>
                      </a:r>
                      <a:endParaRPr lang="en-US" sz="1600">
                        <a:effectLst/>
                        <a:latin typeface="Arial" panose="020B0604020202020204" pitchFamily="34" charset="0"/>
                        <a:ea typeface="Calibri" panose="020F0502020204030204" pitchFamily="34" charset="0"/>
                      </a:endParaRPr>
                    </a:p>
                  </a:txBody>
                  <a:tcPr marL="68580" marR="68580" marT="0" marB="0" anchor="ctr"/>
                </a:tc>
                <a:tc>
                  <a:txBody>
                    <a:bodyPr/>
                    <a:lstStyle/>
                    <a:p>
                      <a:pPr>
                        <a:lnSpc>
                          <a:spcPct val="115000"/>
                        </a:lnSpc>
                      </a:pPr>
                      <a:r>
                        <a:rPr lang="en-GB" sz="1600">
                          <a:effectLst/>
                        </a:rPr>
                        <a:t>350 m</a:t>
                      </a:r>
                      <a:endParaRPr lang="en-US" sz="1600">
                        <a:effectLst/>
                        <a:latin typeface="Arial" panose="020B060402020202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969352010"/>
                  </a:ext>
                </a:extLst>
              </a:tr>
              <a:tr h="737509">
                <a:tc>
                  <a:txBody>
                    <a:bodyPr/>
                    <a:lstStyle/>
                    <a:p>
                      <a:pPr>
                        <a:lnSpc>
                          <a:spcPct val="115000"/>
                        </a:lnSpc>
                      </a:pPr>
                      <a:r>
                        <a:rPr lang="en-GB" sz="1600">
                          <a:effectLst/>
                        </a:rPr>
                        <a:t>Minimum distance between two power supply units</a:t>
                      </a:r>
                      <a:endParaRPr lang="en-US" sz="1600">
                        <a:effectLst/>
                        <a:latin typeface="Arial" panose="020B0604020202020204" pitchFamily="34" charset="0"/>
                        <a:ea typeface="Calibri" panose="020F0502020204030204" pitchFamily="34" charset="0"/>
                      </a:endParaRPr>
                    </a:p>
                  </a:txBody>
                  <a:tcPr marL="68580" marR="68580" marT="0" marB="0" anchor="ctr"/>
                </a:tc>
                <a:tc gridSpan="3">
                  <a:txBody>
                    <a:bodyPr/>
                    <a:lstStyle/>
                    <a:p>
                      <a:pPr>
                        <a:lnSpc>
                          <a:spcPct val="115000"/>
                        </a:lnSpc>
                      </a:pPr>
                      <a:r>
                        <a:rPr lang="en-GB" sz="1600">
                          <a:effectLst/>
                        </a:rPr>
                        <a:t> </a:t>
                      </a:r>
                      <a:endParaRPr lang="en-US" sz="1600">
                        <a:effectLst/>
                        <a:latin typeface="Arial" panose="020B0604020202020204" pitchFamily="34" charset="0"/>
                        <a:ea typeface="Calibri" panose="020F0502020204030204" pitchFamily="34" charset="0"/>
                      </a:endParaRPr>
                    </a:p>
                  </a:txBody>
                  <a:tcPr marL="68580" marR="68580" marT="0" marB="0" anchor="ctr"/>
                </a:tc>
                <a:tc hMerge="1">
                  <a:txBody>
                    <a:bodyPr/>
                    <a:lstStyle/>
                    <a:p>
                      <a:endParaRPr lang="en-US"/>
                    </a:p>
                  </a:txBody>
                  <a:tcPr/>
                </a:tc>
                <a:tc hMerge="1">
                  <a:txBody>
                    <a:bodyPr/>
                    <a:lstStyle/>
                    <a:p>
                      <a:endParaRPr lang="en-US"/>
                    </a:p>
                  </a:txBody>
                  <a:tcPr/>
                </a:tc>
                <a:tc>
                  <a:txBody>
                    <a:bodyPr/>
                    <a:lstStyle/>
                    <a:p>
                      <a:pPr>
                        <a:lnSpc>
                          <a:spcPct val="115000"/>
                        </a:lnSpc>
                      </a:pPr>
                      <a:r>
                        <a:rPr lang="en-GB" sz="1600" dirty="0">
                          <a:effectLst/>
                        </a:rPr>
                        <a:t>As specified by the manufacturer</a:t>
                      </a:r>
                      <a:endParaRPr lang="en-US" sz="1600" dirty="0">
                        <a:effectLst/>
                        <a:latin typeface="Arial" panose="020B060402020202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17546151"/>
                  </a:ext>
                </a:extLst>
              </a:tr>
            </a:tbl>
          </a:graphicData>
        </a:graphic>
      </p:graphicFrame>
    </p:spTree>
    <p:extLst>
      <p:ext uri="{BB962C8B-B14F-4D97-AF65-F5344CB8AC3E}">
        <p14:creationId xmlns:p14="http://schemas.microsoft.com/office/powerpoint/2010/main" val="3269067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1151880" y="694823"/>
            <a:ext cx="6840239" cy="719138"/>
          </a:xfrm>
        </p:spPr>
        <p:txBody>
          <a:bodyPr/>
          <a:lstStyle/>
          <a:p>
            <a:r>
              <a:rPr lang="en-US" dirty="0"/>
              <a:t>Redundant Layout of Power Supplies</a:t>
            </a:r>
            <a:endParaRPr lang="en-GB" dirty="0"/>
          </a:p>
        </p:txBody>
      </p:sp>
      <p:graphicFrame>
        <p:nvGraphicFramePr>
          <p:cNvPr id="5" name="Object 4">
            <a:extLst>
              <a:ext uri="{FF2B5EF4-FFF2-40B4-BE49-F238E27FC236}">
                <a16:creationId xmlns:a16="http://schemas.microsoft.com/office/drawing/2014/main" id="{4E3AEF7E-C98D-4439-8A3C-3E1655405E29}"/>
              </a:ext>
            </a:extLst>
          </p:cNvPr>
          <p:cNvGraphicFramePr>
            <a:graphicFrameLocks noChangeAspect="1"/>
          </p:cNvGraphicFramePr>
          <p:nvPr/>
        </p:nvGraphicFramePr>
        <p:xfrm>
          <a:off x="662481" y="1412777"/>
          <a:ext cx="2757392" cy="2787430"/>
        </p:xfrm>
        <a:graphic>
          <a:graphicData uri="http://schemas.openxmlformats.org/presentationml/2006/ole">
            <mc:AlternateContent xmlns:mc="http://schemas.openxmlformats.org/markup-compatibility/2006">
              <mc:Choice xmlns:v="urn:schemas-microsoft-com:vml" Requires="v">
                <p:oleObj r:id="rId3" imgW="5441099" imgH="5504358" progId="Visio.Drawing.15">
                  <p:embed/>
                </p:oleObj>
              </mc:Choice>
              <mc:Fallback>
                <p:oleObj r:id="rId3" imgW="5441099" imgH="5504358" progId="Visio.Drawing.15">
                  <p:embed/>
                  <p:pic>
                    <p:nvPicPr>
                      <p:cNvPr id="5" name="Object 4">
                        <a:extLst>
                          <a:ext uri="{FF2B5EF4-FFF2-40B4-BE49-F238E27FC236}">
                            <a16:creationId xmlns:a16="http://schemas.microsoft.com/office/drawing/2014/main" id="{4E3AEF7E-C98D-4439-8A3C-3E1655405E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481" y="1412777"/>
                        <a:ext cx="2757392" cy="2787430"/>
                      </a:xfrm>
                      <a:prstGeom prst="rect">
                        <a:avLst/>
                      </a:prstGeom>
                      <a:noFill/>
                      <a:ln>
                        <a:solidFill>
                          <a:schemeClr val="accent1"/>
                        </a:solidFill>
                      </a:ln>
                    </p:spPr>
                  </p:pic>
                </p:oleObj>
              </mc:Fallback>
            </mc:AlternateContent>
          </a:graphicData>
        </a:graphic>
      </p:graphicFrame>
      <p:sp>
        <p:nvSpPr>
          <p:cNvPr id="6" name="Rectangle 5">
            <a:extLst>
              <a:ext uri="{FF2B5EF4-FFF2-40B4-BE49-F238E27FC236}">
                <a16:creationId xmlns:a16="http://schemas.microsoft.com/office/drawing/2014/main" id="{C383F4FF-87D3-477F-B811-9B99128D30EA}"/>
              </a:ext>
            </a:extLst>
          </p:cNvPr>
          <p:cNvSpPr/>
          <p:nvPr/>
        </p:nvSpPr>
        <p:spPr>
          <a:xfrm>
            <a:off x="3420121" y="1412777"/>
            <a:ext cx="2941831" cy="369332"/>
          </a:xfrm>
          <a:prstGeom prst="rect">
            <a:avLst/>
          </a:prstGeom>
        </p:spPr>
        <p:txBody>
          <a:bodyPr wrap="none">
            <a:spAutoFit/>
          </a:bodyPr>
          <a:lstStyle/>
          <a:p>
            <a:r>
              <a:rPr lang="en-US" b="1" dirty="0"/>
              <a:t>Redundant power supply</a:t>
            </a:r>
          </a:p>
        </p:txBody>
      </p:sp>
      <p:graphicFrame>
        <p:nvGraphicFramePr>
          <p:cNvPr id="8" name="Object 7">
            <a:extLst>
              <a:ext uri="{FF2B5EF4-FFF2-40B4-BE49-F238E27FC236}">
                <a16:creationId xmlns:a16="http://schemas.microsoft.com/office/drawing/2014/main" id="{7CC6467F-8DB4-4EF7-B674-7CF5412B4F6B}"/>
              </a:ext>
            </a:extLst>
          </p:cNvPr>
          <p:cNvGraphicFramePr>
            <a:graphicFrameLocks noChangeAspect="1"/>
          </p:cNvGraphicFramePr>
          <p:nvPr/>
        </p:nvGraphicFramePr>
        <p:xfrm>
          <a:off x="3706918" y="3573016"/>
          <a:ext cx="5222596" cy="2602386"/>
        </p:xfrm>
        <a:graphic>
          <a:graphicData uri="http://schemas.openxmlformats.org/presentationml/2006/ole">
            <mc:AlternateContent xmlns:mc="http://schemas.openxmlformats.org/markup-compatibility/2006">
              <mc:Choice xmlns:v="urn:schemas-microsoft-com:vml" Requires="v">
                <p:oleObj r:id="rId5" imgW="8827254" imgH="4390863" progId="Visio.Drawing.15">
                  <p:embed/>
                </p:oleObj>
              </mc:Choice>
              <mc:Fallback>
                <p:oleObj r:id="rId5" imgW="8827254" imgH="4390863" progId="Visio.Drawing.15">
                  <p:embed/>
                  <p:pic>
                    <p:nvPicPr>
                      <p:cNvPr id="8" name="Object 7">
                        <a:extLst>
                          <a:ext uri="{FF2B5EF4-FFF2-40B4-BE49-F238E27FC236}">
                            <a16:creationId xmlns:a16="http://schemas.microsoft.com/office/drawing/2014/main" id="{7CC6467F-8DB4-4EF7-B674-7CF5412B4F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6918" y="3573016"/>
                        <a:ext cx="5222596" cy="2602386"/>
                      </a:xfrm>
                      <a:prstGeom prst="rect">
                        <a:avLst/>
                      </a:prstGeom>
                      <a:noFill/>
                      <a:ln>
                        <a:solidFill>
                          <a:schemeClr val="accent1"/>
                        </a:solidFill>
                      </a:ln>
                    </p:spPr>
                  </p:pic>
                </p:oleObj>
              </mc:Fallback>
            </mc:AlternateContent>
          </a:graphicData>
        </a:graphic>
      </p:graphicFrame>
      <p:sp>
        <p:nvSpPr>
          <p:cNvPr id="9" name="Rectangle 8">
            <a:extLst>
              <a:ext uri="{FF2B5EF4-FFF2-40B4-BE49-F238E27FC236}">
                <a16:creationId xmlns:a16="http://schemas.microsoft.com/office/drawing/2014/main" id="{2CAD6AAC-B264-4327-B459-D9482D0C5A07}"/>
              </a:ext>
            </a:extLst>
          </p:cNvPr>
          <p:cNvSpPr/>
          <p:nvPr/>
        </p:nvSpPr>
        <p:spPr>
          <a:xfrm>
            <a:off x="765087" y="5529071"/>
            <a:ext cx="2941831" cy="646331"/>
          </a:xfrm>
          <a:prstGeom prst="rect">
            <a:avLst/>
          </a:prstGeom>
        </p:spPr>
        <p:txBody>
          <a:bodyPr wrap="none">
            <a:spAutoFit/>
          </a:bodyPr>
          <a:lstStyle/>
          <a:p>
            <a:r>
              <a:rPr lang="en-GB" b="1" dirty="0"/>
              <a:t>Redundant power supply</a:t>
            </a:r>
          </a:p>
          <a:p>
            <a:pPr algn="r"/>
            <a:r>
              <a:rPr lang="en-GB" b="1" dirty="0"/>
              <a:t>with separate choke</a:t>
            </a:r>
            <a:endParaRPr lang="es-ES" b="1" dirty="0"/>
          </a:p>
        </p:txBody>
      </p:sp>
    </p:spTree>
    <p:extLst>
      <p:ext uri="{BB962C8B-B14F-4D97-AF65-F5344CB8AC3E}">
        <p14:creationId xmlns:p14="http://schemas.microsoft.com/office/powerpoint/2010/main" val="1212630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1187624" y="697209"/>
            <a:ext cx="6624215" cy="719138"/>
          </a:xfrm>
        </p:spPr>
        <p:txBody>
          <a:bodyPr/>
          <a:lstStyle/>
          <a:p>
            <a:r>
              <a:rPr lang="en-US" dirty="0"/>
              <a:t>Power Supplies with Diagnostic Function</a:t>
            </a:r>
            <a:endParaRPr lang="en-GB" dirty="0"/>
          </a:p>
        </p:txBody>
      </p:sp>
      <p:pic>
        <p:nvPicPr>
          <p:cNvPr id="4" name="Picture 3">
            <a:extLst>
              <a:ext uri="{FF2B5EF4-FFF2-40B4-BE49-F238E27FC236}">
                <a16:creationId xmlns:a16="http://schemas.microsoft.com/office/drawing/2014/main" id="{A07679C8-2926-4C8E-A595-7761FA5AB7A1}"/>
              </a:ext>
            </a:extLst>
          </p:cNvPr>
          <p:cNvPicPr>
            <a:picLocks noChangeAspect="1"/>
          </p:cNvPicPr>
          <p:nvPr/>
        </p:nvPicPr>
        <p:blipFill>
          <a:blip r:embed="rId3"/>
          <a:stretch>
            <a:fillRect/>
          </a:stretch>
        </p:blipFill>
        <p:spPr>
          <a:xfrm>
            <a:off x="765212" y="4221088"/>
            <a:ext cx="8026660" cy="1809054"/>
          </a:xfrm>
          <a:prstGeom prst="rect">
            <a:avLst/>
          </a:prstGeom>
        </p:spPr>
      </p:pic>
      <p:sp>
        <p:nvSpPr>
          <p:cNvPr id="5" name="Content Placeholder 1">
            <a:extLst>
              <a:ext uri="{FF2B5EF4-FFF2-40B4-BE49-F238E27FC236}">
                <a16:creationId xmlns:a16="http://schemas.microsoft.com/office/drawing/2014/main" id="{A5FE3D00-EA69-4E48-AA66-A7C91D59384B}"/>
              </a:ext>
            </a:extLst>
          </p:cNvPr>
          <p:cNvSpPr txBox="1">
            <a:spLocks/>
          </p:cNvSpPr>
          <p:nvPr/>
        </p:nvSpPr>
        <p:spPr>
          <a:xfrm>
            <a:off x="971600" y="1412875"/>
            <a:ext cx="7488832" cy="266419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gn="just" eaLnBrk="1" hangingPunct="1">
              <a:defRPr/>
            </a:pPr>
            <a:r>
              <a:rPr lang="en-GB" sz="2000" kern="1200">
                <a:solidFill>
                  <a:schemeClr val="tx1"/>
                </a:solidFill>
                <a:latin typeface="Arial" charset="0"/>
              </a:rPr>
              <a:t>Have a bus coupler and can send telegrams on the bus</a:t>
            </a:r>
          </a:p>
          <a:p>
            <a:pPr algn="just" eaLnBrk="1" hangingPunct="1">
              <a:defRPr/>
            </a:pPr>
            <a:endParaRPr lang="en-GB" sz="2000" kern="1200">
              <a:solidFill>
                <a:schemeClr val="tx1"/>
              </a:solidFill>
              <a:latin typeface="Arial" charset="0"/>
            </a:endParaRPr>
          </a:p>
          <a:p>
            <a:pPr algn="just" eaLnBrk="1" hangingPunct="1">
              <a:defRPr/>
            </a:pPr>
            <a:r>
              <a:rPr lang="en-GB" sz="2000" kern="1200">
                <a:solidFill>
                  <a:schemeClr val="tx1"/>
                </a:solidFill>
                <a:latin typeface="Arial" charset="0"/>
              </a:rPr>
              <a:t>If there is a bus voltage failure, the system must be brought to a defined state after voltage recovery</a:t>
            </a:r>
          </a:p>
          <a:p>
            <a:pPr algn="just" eaLnBrk="1" hangingPunct="1">
              <a:defRPr/>
            </a:pPr>
            <a:endParaRPr lang="en-GB" sz="2000" kern="1200">
              <a:solidFill>
                <a:schemeClr val="tx1"/>
              </a:solidFill>
              <a:latin typeface="Arial" charset="0"/>
            </a:endParaRPr>
          </a:p>
          <a:p>
            <a:pPr algn="just" eaLnBrk="1" hangingPunct="1">
              <a:defRPr/>
            </a:pPr>
            <a:r>
              <a:rPr lang="en-GB" sz="2000" kern="1200">
                <a:solidFill>
                  <a:schemeClr val="tx1"/>
                </a:solidFill>
                <a:latin typeface="Arial" charset="0"/>
              </a:rPr>
              <a:t>Report the voltage recovery with a time delay or send their status cyclically to implement recovery procedures</a:t>
            </a:r>
            <a:endParaRPr lang="en-US" sz="2000" kern="0" dirty="0"/>
          </a:p>
        </p:txBody>
      </p:sp>
    </p:spTree>
    <p:extLst>
      <p:ext uri="{BB962C8B-B14F-4D97-AF65-F5344CB8AC3E}">
        <p14:creationId xmlns:p14="http://schemas.microsoft.com/office/powerpoint/2010/main" val="2599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71599" y="693638"/>
            <a:ext cx="7560319" cy="719138"/>
          </a:xfrm>
        </p:spPr>
        <p:txBody>
          <a:bodyPr/>
          <a:lstStyle/>
          <a:p>
            <a:r>
              <a:rPr lang="en-US" dirty="0"/>
              <a:t>Practical Example:</a:t>
            </a:r>
            <a:br>
              <a:rPr lang="en-US" dirty="0"/>
            </a:br>
            <a:r>
              <a:rPr lang="en-US" sz="2400" dirty="0"/>
              <a:t>Cyclical Monitoring of 2 Lines using a Controller</a:t>
            </a:r>
          </a:p>
        </p:txBody>
      </p:sp>
      <p:sp>
        <p:nvSpPr>
          <p:cNvPr id="4" name="Content Placeholder 1">
            <a:extLst>
              <a:ext uri="{FF2B5EF4-FFF2-40B4-BE49-F238E27FC236}">
                <a16:creationId xmlns:a16="http://schemas.microsoft.com/office/drawing/2014/main" id="{12D24998-A077-4E30-B9BB-FE16AFABA210}"/>
              </a:ext>
            </a:extLst>
          </p:cNvPr>
          <p:cNvSpPr txBox="1">
            <a:spLocks/>
          </p:cNvSpPr>
          <p:nvPr/>
        </p:nvSpPr>
        <p:spPr>
          <a:xfrm>
            <a:off x="971600" y="1412776"/>
            <a:ext cx="7560319" cy="496855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gn="just" eaLnBrk="1" hangingPunct="1">
              <a:buFont typeface="Wingdings" pitchFamily="2" charset="2"/>
              <a:buNone/>
              <a:defRPr/>
            </a:pPr>
            <a:r>
              <a:rPr lang="en-US" sz="2400" kern="0" dirty="0"/>
              <a:t>Steps:</a:t>
            </a:r>
          </a:p>
          <a:p>
            <a:pPr marL="0" indent="0" algn="just" eaLnBrk="1" hangingPunct="1">
              <a:buFont typeface="Wingdings" pitchFamily="2" charset="2"/>
              <a:buNone/>
              <a:defRPr/>
            </a:pPr>
            <a:endParaRPr lang="en-US" sz="800" kern="1200" dirty="0">
              <a:solidFill>
                <a:schemeClr val="tx1"/>
              </a:solidFill>
              <a:latin typeface="Arial" charset="0"/>
            </a:endParaRPr>
          </a:p>
          <a:p>
            <a:pPr algn="just" eaLnBrk="1" hangingPunct="1">
              <a:buFont typeface="+mj-lt"/>
              <a:buAutoNum type="arabicPeriod"/>
              <a:defRPr/>
            </a:pPr>
            <a:r>
              <a:rPr lang="en-US" sz="1800" kern="1200" dirty="0">
                <a:solidFill>
                  <a:schemeClr val="tx1"/>
                </a:solidFill>
                <a:latin typeface="Arial" charset="0"/>
              </a:rPr>
              <a:t>Configure a KNX system with 2 lines and a main line</a:t>
            </a:r>
          </a:p>
          <a:p>
            <a:pPr algn="just" eaLnBrk="1" hangingPunct="1">
              <a:buFont typeface="+mj-lt"/>
              <a:buAutoNum type="arabicPeriod"/>
              <a:defRPr/>
            </a:pPr>
            <a:endParaRPr lang="en-US" sz="1800" kern="1200" dirty="0">
              <a:solidFill>
                <a:schemeClr val="tx1"/>
              </a:solidFill>
              <a:latin typeface="Arial" charset="0"/>
            </a:endParaRPr>
          </a:p>
          <a:p>
            <a:pPr algn="just" eaLnBrk="1" hangingPunct="1">
              <a:buFont typeface="+mj-lt"/>
              <a:buAutoNum type="arabicPeriod"/>
              <a:defRPr/>
            </a:pPr>
            <a:r>
              <a:rPr lang="en-US" sz="1800" kern="1200" dirty="0">
                <a:solidFill>
                  <a:schemeClr val="tx1"/>
                </a:solidFill>
                <a:latin typeface="Arial" charset="0"/>
              </a:rPr>
              <a:t>A device which is able to send cyclical telegrams is installed in each of the two secondary lines</a:t>
            </a:r>
          </a:p>
          <a:p>
            <a:pPr algn="just" eaLnBrk="1" hangingPunct="1">
              <a:buFont typeface="+mj-lt"/>
              <a:buAutoNum type="arabicPeriod"/>
              <a:defRPr/>
            </a:pPr>
            <a:endParaRPr lang="en-US" sz="1800" kern="1200" dirty="0">
              <a:solidFill>
                <a:schemeClr val="tx1"/>
              </a:solidFill>
              <a:latin typeface="Arial" charset="0"/>
            </a:endParaRPr>
          </a:p>
          <a:p>
            <a:pPr algn="just" eaLnBrk="1" hangingPunct="1">
              <a:buFont typeface="+mj-lt"/>
              <a:buAutoNum type="arabicPeriod"/>
              <a:defRPr/>
            </a:pPr>
            <a:r>
              <a:rPr lang="en-US" sz="1800" kern="1200" dirty="0">
                <a:solidFill>
                  <a:schemeClr val="tx1"/>
                </a:solidFill>
                <a:latin typeface="Arial" charset="0"/>
              </a:rPr>
              <a:t>An output device should be installed on the main line of the system which indicates whether bus voltage is present in line 1 or 2. The  controller should provide a time switch operation</a:t>
            </a:r>
          </a:p>
          <a:p>
            <a:pPr algn="just" eaLnBrk="1" hangingPunct="1">
              <a:buFont typeface="+mj-lt"/>
              <a:buAutoNum type="arabicPeriod"/>
              <a:defRPr/>
            </a:pPr>
            <a:endParaRPr lang="en-US" sz="1800" kern="1200" dirty="0">
              <a:solidFill>
                <a:schemeClr val="tx1"/>
              </a:solidFill>
              <a:latin typeface="Arial" charset="0"/>
            </a:endParaRPr>
          </a:p>
          <a:p>
            <a:pPr algn="just" eaLnBrk="1" hangingPunct="1">
              <a:buFont typeface="+mj-lt"/>
              <a:buAutoNum type="arabicPeriod"/>
              <a:defRPr/>
            </a:pPr>
            <a:r>
              <a:rPr lang="en-US" sz="1800" kern="1200" dirty="0">
                <a:solidFill>
                  <a:schemeClr val="tx1"/>
                </a:solidFill>
                <a:latin typeface="Arial" charset="0"/>
              </a:rPr>
              <a:t>Integrate a wind sensor into your system which acts on shutter actuators. This sensor should move the shutter into the upper limit position when the limit value is exceeded. The information of the cyclic wind telegram should also be represented on the main line on the output device</a:t>
            </a:r>
          </a:p>
        </p:txBody>
      </p:sp>
    </p:spTree>
    <p:extLst>
      <p:ext uri="{BB962C8B-B14F-4D97-AF65-F5344CB8AC3E}">
        <p14:creationId xmlns:p14="http://schemas.microsoft.com/office/powerpoint/2010/main" val="20130275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7237</TotalTime>
  <Words>3970</Words>
  <Application>Microsoft Office PowerPoint</Application>
  <PresentationFormat>On-screen Show (4:3)</PresentationFormat>
  <Paragraphs>272</Paragraphs>
  <Slides>18</Slides>
  <Notes>18</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5" baseType="lpstr">
      <vt:lpstr>Arial</vt:lpstr>
      <vt:lpstr>Calibri</vt:lpstr>
      <vt:lpstr>Gotham Light</vt:lpstr>
      <vt:lpstr>Gotham Medium</vt:lpstr>
      <vt:lpstr>Wingdings</vt:lpstr>
      <vt:lpstr>Training 2</vt:lpstr>
      <vt:lpstr>Microsoft Visio Drawing</vt:lpstr>
      <vt:lpstr>KNX Advanced Course Informative Appendix</vt:lpstr>
      <vt:lpstr>General</vt:lpstr>
      <vt:lpstr>Software Measures</vt:lpstr>
      <vt:lpstr>Cyclical Telegrams for Monitoring</vt:lpstr>
      <vt:lpstr>Parameterization of a Weather Station</vt:lpstr>
      <vt:lpstr>Priority of a Telegram</vt:lpstr>
      <vt:lpstr>Behaviour after Bus Voltage Recovery</vt:lpstr>
      <vt:lpstr>Trigger in response to a telegram</vt:lpstr>
      <vt:lpstr>Steps to a safe KNX installation</vt:lpstr>
      <vt:lpstr>Distributed System with Controllers</vt:lpstr>
      <vt:lpstr>Logic Modules and Visualization in connection with Couplers </vt:lpstr>
      <vt:lpstr>Multi-channel Switch Actuators</vt:lpstr>
      <vt:lpstr>Benefits of Line Couplers</vt:lpstr>
      <vt:lpstr>Backup Power Supply on Voltage Failure</vt:lpstr>
      <vt:lpstr>Redundant Layout of Power Supplies</vt:lpstr>
      <vt:lpstr>Redundant Layout of Power Supplies</vt:lpstr>
      <vt:lpstr>Power Supplies with Diagnostic Function</vt:lpstr>
      <vt:lpstr>Practical Example: Cyclical Monitoring of 2 Lines using a Controller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arguments</dc:title>
  <dc:creator>KNX Association;R. Hernandez</dc:creator>
  <cp:lastModifiedBy>Ufuk Unal</cp:lastModifiedBy>
  <cp:revision>345</cp:revision>
  <dcterms:created xsi:type="dcterms:W3CDTF">2012-09-10T07:59:43Z</dcterms:created>
  <dcterms:modified xsi:type="dcterms:W3CDTF">2023-04-06T13:48:03Z</dcterms:modified>
</cp:coreProperties>
</file>