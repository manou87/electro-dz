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82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86" r:id="rId4"/>
    <p:sldId id="287" r:id="rId5"/>
    <p:sldId id="288" r:id="rId6"/>
    <p:sldId id="289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</p:sldIdLst>
  <p:sldSz cx="9144000" cy="6858000" type="screen4x3"/>
  <p:notesSz cx="6858000" cy="9144000"/>
  <p:custDataLst>
    <p:tags r:id="rId1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935">
          <p15:clr>
            <a:srgbClr val="A4A3A4"/>
          </p15:clr>
        </p15:guide>
        <p15:guide id="3" orient="horz" pos="3475">
          <p15:clr>
            <a:srgbClr val="A4A3A4"/>
          </p15:clr>
        </p15:guide>
        <p15:guide id="4" orient="horz" pos="3294">
          <p15:clr>
            <a:srgbClr val="A4A3A4"/>
          </p15:clr>
        </p15:guide>
        <p15:guide id="5" orient="horz" pos="3974">
          <p15:clr>
            <a:srgbClr val="A4A3A4"/>
          </p15:clr>
        </p15:guide>
        <p15:guide id="6" orient="horz" pos="1253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2840">
          <p15:clr>
            <a:srgbClr val="A4A3A4"/>
          </p15:clr>
        </p15:guide>
        <p15:guide id="9" pos="2290">
          <p15:clr>
            <a:srgbClr val="A4A3A4"/>
          </p15:clr>
        </p15:guide>
        <p15:guide id="10" pos="3334">
          <p15:clr>
            <a:srgbClr val="A4A3A4"/>
          </p15:clr>
        </p15:guide>
        <p15:guide id="11" pos="3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9226"/>
    <a:srgbClr val="0C4BAF"/>
    <a:srgbClr val="D6E3BC"/>
    <a:srgbClr val="B4CAFA"/>
    <a:srgbClr val="AFEAFF"/>
    <a:srgbClr val="E6F2AC"/>
    <a:srgbClr val="FF9F9F"/>
    <a:srgbClr val="0C4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9F431F-ECC5-4A31-8E17-CB07A73F6BC0}" v="13" dt="2023-08-28T14:32:37.9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55" autoAdjust="0"/>
    <p:restoredTop sz="60427" autoAdjust="0"/>
  </p:normalViewPr>
  <p:slideViewPr>
    <p:cSldViewPr>
      <p:cViewPr varScale="1">
        <p:scale>
          <a:sx n="52" d="100"/>
          <a:sy n="52" d="100"/>
        </p:scale>
        <p:origin x="2088" y="29"/>
      </p:cViewPr>
      <p:guideLst>
        <p:guide orient="horz" pos="663"/>
        <p:guide orient="horz" pos="935"/>
        <p:guide orient="horz" pos="3475"/>
        <p:guide orient="horz" pos="3294"/>
        <p:guide orient="horz" pos="3974"/>
        <p:guide orient="horz" pos="1253"/>
        <p:guide orient="horz" pos="2614"/>
        <p:guide orient="horz" pos="2840"/>
        <p:guide pos="2290"/>
        <p:guide pos="3334"/>
        <p:guide pos="3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279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fuk Unal" userId="d77f72b3-53d7-4cb7-8425-5a8f29447216" providerId="ADAL" clId="{A5CB6BCE-CFF7-469F-AABE-282CE60C0D3F}"/>
    <pc:docChg chg="addSld delSld modSld">
      <pc:chgData name="Ufuk Unal" userId="d77f72b3-53d7-4cb7-8425-5a8f29447216" providerId="ADAL" clId="{A5CB6BCE-CFF7-469F-AABE-282CE60C0D3F}" dt="2023-04-06T13:04:36.292" v="10" actId="47"/>
      <pc:docMkLst>
        <pc:docMk/>
      </pc:docMkLst>
      <pc:sldChg chg="modSp mod">
        <pc:chgData name="Ufuk Unal" userId="d77f72b3-53d7-4cb7-8425-5a8f29447216" providerId="ADAL" clId="{A5CB6BCE-CFF7-469F-AABE-282CE60C0D3F}" dt="2023-04-06T13:03:46.002" v="7" actId="20577"/>
        <pc:sldMkLst>
          <pc:docMk/>
          <pc:sldMk cId="2459807384" sldId="256"/>
        </pc:sldMkLst>
        <pc:spChg chg="mod">
          <ac:chgData name="Ufuk Unal" userId="d77f72b3-53d7-4cb7-8425-5a8f29447216" providerId="ADAL" clId="{A5CB6BCE-CFF7-469F-AABE-282CE60C0D3F}" dt="2023-04-06T13:03:46.002" v="7" actId="20577"/>
          <ac:spMkLst>
            <pc:docMk/>
            <pc:sldMk cId="2459807384" sldId="256"/>
            <ac:spMk id="6" creationId="{36891D17-0544-4779-B232-7495C4C552DF}"/>
          </ac:spMkLst>
        </pc:spChg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998842949" sldId="25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205511851" sldId="286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8838512" sldId="28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281775076" sldId="288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073715606" sldId="289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608193054" sldId="290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236013279" sldId="291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944076353" sldId="292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917736273" sldId="293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152956858" sldId="294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953398966" sldId="295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167178223" sldId="296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072424695" sldId="29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043198107" sldId="298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928479514" sldId="299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446979928" sldId="300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359428810" sldId="301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722043997" sldId="302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492922032" sldId="303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578986941" sldId="30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311703480" sldId="32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673250314" sldId="32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503827922" sldId="32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063430119" sldId="32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76804067" sldId="32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374603204" sldId="34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94260570" sldId="34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416504450" sldId="34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684641891" sldId="34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396881717" sldId="34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104435945" sldId="34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470924352" sldId="34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838802227" sldId="34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108545243" sldId="35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001165308" sldId="35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243177277" sldId="35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021682167" sldId="35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23197906" sldId="35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233599654" sldId="35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798046907" sldId="35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63019059" sldId="35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502931874" sldId="35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84854281" sldId="36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81848509" sldId="36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26252616" sldId="36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14654693" sldId="36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68671429" sldId="36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814972833" sldId="36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766050880" sldId="36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830932289" sldId="36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461289532" sldId="36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006181768" sldId="36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44942873" sldId="37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853401936" sldId="37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263266425" sldId="372"/>
        </pc:sldMkLst>
      </pc:sldChg>
      <pc:sldChg chg="add del">
        <pc:chgData name="Ufuk Unal" userId="d77f72b3-53d7-4cb7-8425-5a8f29447216" providerId="ADAL" clId="{A5CB6BCE-CFF7-469F-AABE-282CE60C0D3F}" dt="2023-04-06T13:04:06.500" v="9" actId="47"/>
        <pc:sldMkLst>
          <pc:docMk/>
          <pc:sldMk cId="1086794968" sldId="373"/>
        </pc:sldMkLst>
      </pc:sldChg>
    </pc:docChg>
  </pc:docChgLst>
  <pc:docChgLst>
    <pc:chgData name="Ufuk Unal" userId="d77f72b3-53d7-4cb7-8425-5a8f29447216" providerId="ADAL" clId="{B0DF57DB-BE44-48D9-A5E9-05DDE94F5005}"/>
    <pc:docChg chg="custSel modSld modMainMaster">
      <pc:chgData name="Ufuk Unal" userId="d77f72b3-53d7-4cb7-8425-5a8f29447216" providerId="ADAL" clId="{B0DF57DB-BE44-48D9-A5E9-05DDE94F5005}" dt="2023-03-14T10:09:21.256" v="54" actId="6549"/>
      <pc:docMkLst>
        <pc:docMk/>
      </pc:docMkLst>
      <pc:sldChg chg="delSp modSp mod">
        <pc:chgData name="Ufuk Unal" userId="d77f72b3-53d7-4cb7-8425-5a8f29447216" providerId="ADAL" clId="{B0DF57DB-BE44-48D9-A5E9-05DDE94F5005}" dt="2023-03-14T09:40:49.424" v="2" actId="20577"/>
        <pc:sldMkLst>
          <pc:docMk/>
          <pc:sldMk cId="2459807384" sldId="256"/>
        </pc:sldMkLst>
        <pc:spChg chg="del">
          <ac:chgData name="Ufuk Unal" userId="d77f72b3-53d7-4cb7-8425-5a8f29447216" providerId="ADAL" clId="{B0DF57DB-BE44-48D9-A5E9-05DDE94F5005}" dt="2023-03-14T09:40:47.278" v="0" actId="478"/>
          <ac:spMkLst>
            <pc:docMk/>
            <pc:sldMk cId="2459807384" sldId="256"/>
            <ac:spMk id="5" creationId="{1D73F070-14E5-431D-9BB5-D0DFC46463AA}"/>
          </ac:spMkLst>
        </pc:spChg>
        <pc:spChg chg="mod">
          <ac:chgData name="Ufuk Unal" userId="d77f72b3-53d7-4cb7-8425-5a8f29447216" providerId="ADAL" clId="{B0DF57DB-BE44-48D9-A5E9-05DDE94F5005}" dt="2023-03-14T09:40:49.424" v="2" actId="20577"/>
          <ac:spMkLst>
            <pc:docMk/>
            <pc:sldMk cId="2459807384" sldId="256"/>
            <ac:spMk id="6" creationId="{36891D17-0544-4779-B232-7495C4C552DF}"/>
          </ac:spMkLst>
        </pc:spChg>
      </pc:sldChg>
      <pc:sldChg chg="modNotesTx">
        <pc:chgData name="Ufuk Unal" userId="d77f72b3-53d7-4cb7-8425-5a8f29447216" providerId="ADAL" clId="{B0DF57DB-BE44-48D9-A5E9-05DDE94F5005}" dt="2023-03-14T09:41:48.685" v="4" actId="6549"/>
        <pc:sldMkLst>
          <pc:docMk/>
          <pc:sldMk cId="3311703480" sldId="325"/>
        </pc:sldMkLst>
      </pc:sldChg>
      <pc:sldChg chg="modNotesTx">
        <pc:chgData name="Ufuk Unal" userId="d77f72b3-53d7-4cb7-8425-5a8f29447216" providerId="ADAL" clId="{B0DF57DB-BE44-48D9-A5E9-05DDE94F5005}" dt="2023-03-14T10:07:00.303" v="45" actId="6549"/>
        <pc:sldMkLst>
          <pc:docMk/>
          <pc:sldMk cId="3673250314" sldId="326"/>
        </pc:sldMkLst>
      </pc:sldChg>
      <pc:sldChg chg="modNotesTx">
        <pc:chgData name="Ufuk Unal" userId="d77f72b3-53d7-4cb7-8425-5a8f29447216" providerId="ADAL" clId="{B0DF57DB-BE44-48D9-A5E9-05DDE94F5005}" dt="2023-03-14T10:08:53.084" v="50" actId="6549"/>
        <pc:sldMkLst>
          <pc:docMk/>
          <pc:sldMk cId="2503827922" sldId="327"/>
        </pc:sldMkLst>
      </pc:sldChg>
      <pc:sldChg chg="modNotesTx">
        <pc:chgData name="Ufuk Unal" userId="d77f72b3-53d7-4cb7-8425-5a8f29447216" providerId="ADAL" clId="{B0DF57DB-BE44-48D9-A5E9-05DDE94F5005}" dt="2023-03-14T10:08:58.409" v="51" actId="6549"/>
        <pc:sldMkLst>
          <pc:docMk/>
          <pc:sldMk cId="4063430119" sldId="328"/>
        </pc:sldMkLst>
      </pc:sldChg>
      <pc:sldChg chg="modNotesTx">
        <pc:chgData name="Ufuk Unal" userId="d77f72b3-53d7-4cb7-8425-5a8f29447216" providerId="ADAL" clId="{B0DF57DB-BE44-48D9-A5E9-05DDE94F5005}" dt="2023-03-14T10:09:07.868" v="53" actId="6549"/>
        <pc:sldMkLst>
          <pc:docMk/>
          <pc:sldMk cId="1976804067" sldId="329"/>
        </pc:sldMkLst>
      </pc:sldChg>
      <pc:sldChg chg="modSp mod modNotesTx">
        <pc:chgData name="Ufuk Unal" userId="d77f72b3-53d7-4cb7-8425-5a8f29447216" providerId="ADAL" clId="{B0DF57DB-BE44-48D9-A5E9-05DDE94F5005}" dt="2023-03-14T09:42:40.900" v="18" actId="20577"/>
        <pc:sldMkLst>
          <pc:docMk/>
          <pc:sldMk cId="1374603204" sldId="341"/>
        </pc:sldMkLst>
        <pc:spChg chg="mod">
          <ac:chgData name="Ufuk Unal" userId="d77f72b3-53d7-4cb7-8425-5a8f29447216" providerId="ADAL" clId="{B0DF57DB-BE44-48D9-A5E9-05DDE94F5005}" dt="2023-03-14T09:42:40.900" v="18" actId="20577"/>
          <ac:spMkLst>
            <pc:docMk/>
            <pc:sldMk cId="1374603204" sldId="341"/>
            <ac:spMk id="8" creationId="{9F2C7172-BF0D-4756-AB0D-E9B70C83CC4C}"/>
          </ac:spMkLst>
        </pc:spChg>
      </pc:sldChg>
      <pc:sldChg chg="modNotesTx">
        <pc:chgData name="Ufuk Unal" userId="d77f72b3-53d7-4cb7-8425-5a8f29447216" providerId="ADAL" clId="{B0DF57DB-BE44-48D9-A5E9-05DDE94F5005}" dt="2023-03-14T09:43:14.588" v="19" actId="6549"/>
        <pc:sldMkLst>
          <pc:docMk/>
          <pc:sldMk cId="1994260570" sldId="342"/>
        </pc:sldMkLst>
      </pc:sldChg>
      <pc:sldChg chg="modNotesTx">
        <pc:chgData name="Ufuk Unal" userId="d77f72b3-53d7-4cb7-8425-5a8f29447216" providerId="ADAL" clId="{B0DF57DB-BE44-48D9-A5E9-05DDE94F5005}" dt="2023-03-14T09:43:33.699" v="20" actId="6549"/>
        <pc:sldMkLst>
          <pc:docMk/>
          <pc:sldMk cId="2416504450" sldId="343"/>
        </pc:sldMkLst>
      </pc:sldChg>
      <pc:sldChg chg="modSp mod modNotesTx">
        <pc:chgData name="Ufuk Unal" userId="d77f72b3-53d7-4cb7-8425-5a8f29447216" providerId="ADAL" clId="{B0DF57DB-BE44-48D9-A5E9-05DDE94F5005}" dt="2023-03-14T09:44:48.693" v="25" actId="20577"/>
        <pc:sldMkLst>
          <pc:docMk/>
          <pc:sldMk cId="2684641891" sldId="344"/>
        </pc:sldMkLst>
        <pc:spChg chg="mod">
          <ac:chgData name="Ufuk Unal" userId="d77f72b3-53d7-4cb7-8425-5a8f29447216" providerId="ADAL" clId="{B0DF57DB-BE44-48D9-A5E9-05DDE94F5005}" dt="2023-03-14T09:44:48.693" v="25" actId="20577"/>
          <ac:spMkLst>
            <pc:docMk/>
            <pc:sldMk cId="2684641891" sldId="344"/>
            <ac:spMk id="9" creationId="{0A5586CE-EB4A-496E-9B62-001E25693E4A}"/>
          </ac:spMkLst>
        </pc:spChg>
      </pc:sldChg>
      <pc:sldChg chg="modNotesTx">
        <pc:chgData name="Ufuk Unal" userId="d77f72b3-53d7-4cb7-8425-5a8f29447216" providerId="ADAL" clId="{B0DF57DB-BE44-48D9-A5E9-05DDE94F5005}" dt="2023-03-14T09:46:02.188" v="30" actId="6549"/>
        <pc:sldMkLst>
          <pc:docMk/>
          <pc:sldMk cId="1396881717" sldId="345"/>
        </pc:sldMkLst>
      </pc:sldChg>
      <pc:sldChg chg="modNotesTx">
        <pc:chgData name="Ufuk Unal" userId="d77f72b3-53d7-4cb7-8425-5a8f29447216" providerId="ADAL" clId="{B0DF57DB-BE44-48D9-A5E9-05DDE94F5005}" dt="2023-03-14T09:46:08.139" v="31" actId="6549"/>
        <pc:sldMkLst>
          <pc:docMk/>
          <pc:sldMk cId="4104435945" sldId="346"/>
        </pc:sldMkLst>
      </pc:sldChg>
      <pc:sldChg chg="modNotesTx">
        <pc:chgData name="Ufuk Unal" userId="d77f72b3-53d7-4cb7-8425-5a8f29447216" providerId="ADAL" clId="{B0DF57DB-BE44-48D9-A5E9-05DDE94F5005}" dt="2023-03-14T09:46:29.030" v="33" actId="6549"/>
        <pc:sldMkLst>
          <pc:docMk/>
          <pc:sldMk cId="2470924352" sldId="347"/>
        </pc:sldMkLst>
      </pc:sldChg>
      <pc:sldChg chg="modNotesTx">
        <pc:chgData name="Ufuk Unal" userId="d77f72b3-53d7-4cb7-8425-5a8f29447216" providerId="ADAL" clId="{B0DF57DB-BE44-48D9-A5E9-05DDE94F5005}" dt="2023-03-14T09:46:37.348" v="35" actId="6549"/>
        <pc:sldMkLst>
          <pc:docMk/>
          <pc:sldMk cId="838802227" sldId="349"/>
        </pc:sldMkLst>
      </pc:sldChg>
      <pc:sldChg chg="modNotesTx">
        <pc:chgData name="Ufuk Unal" userId="d77f72b3-53d7-4cb7-8425-5a8f29447216" providerId="ADAL" clId="{B0DF57DB-BE44-48D9-A5E9-05DDE94F5005}" dt="2023-03-14T09:46:40.629" v="36" actId="6549"/>
        <pc:sldMkLst>
          <pc:docMk/>
          <pc:sldMk cId="1108545243" sldId="350"/>
        </pc:sldMkLst>
      </pc:sldChg>
      <pc:sldChg chg="modNotesTx">
        <pc:chgData name="Ufuk Unal" userId="d77f72b3-53d7-4cb7-8425-5a8f29447216" providerId="ADAL" clId="{B0DF57DB-BE44-48D9-A5E9-05DDE94F5005}" dt="2023-03-14T09:46:43.386" v="37" actId="6549"/>
        <pc:sldMkLst>
          <pc:docMk/>
          <pc:sldMk cId="1001165308" sldId="351"/>
        </pc:sldMkLst>
      </pc:sldChg>
      <pc:sldChg chg="modNotesTx">
        <pc:chgData name="Ufuk Unal" userId="d77f72b3-53d7-4cb7-8425-5a8f29447216" providerId="ADAL" clId="{B0DF57DB-BE44-48D9-A5E9-05DDE94F5005}" dt="2023-03-14T09:46:50.877" v="39" actId="6549"/>
        <pc:sldMkLst>
          <pc:docMk/>
          <pc:sldMk cId="3243177277" sldId="352"/>
        </pc:sldMkLst>
      </pc:sldChg>
      <pc:sldChg chg="modNotesTx">
        <pc:chgData name="Ufuk Unal" userId="d77f72b3-53d7-4cb7-8425-5a8f29447216" providerId="ADAL" clId="{B0DF57DB-BE44-48D9-A5E9-05DDE94F5005}" dt="2023-03-14T09:45:29.636" v="26" actId="6549"/>
        <pc:sldMkLst>
          <pc:docMk/>
          <pc:sldMk cId="2021682167" sldId="353"/>
        </pc:sldMkLst>
      </pc:sldChg>
      <pc:sldChg chg="modNotesTx">
        <pc:chgData name="Ufuk Unal" userId="d77f72b3-53d7-4cb7-8425-5a8f29447216" providerId="ADAL" clId="{B0DF57DB-BE44-48D9-A5E9-05DDE94F5005}" dt="2023-03-14T09:45:36.796" v="27" actId="6549"/>
        <pc:sldMkLst>
          <pc:docMk/>
          <pc:sldMk cId="423197906" sldId="354"/>
        </pc:sldMkLst>
      </pc:sldChg>
      <pc:sldChg chg="modNotesTx">
        <pc:chgData name="Ufuk Unal" userId="d77f72b3-53d7-4cb7-8425-5a8f29447216" providerId="ADAL" clId="{B0DF57DB-BE44-48D9-A5E9-05DDE94F5005}" dt="2023-03-14T09:45:58.106" v="29" actId="6549"/>
        <pc:sldMkLst>
          <pc:docMk/>
          <pc:sldMk cId="4233599654" sldId="355"/>
        </pc:sldMkLst>
      </pc:sldChg>
      <pc:sldChg chg="modSp mod modNotesTx">
        <pc:chgData name="Ufuk Unal" userId="d77f72b3-53d7-4cb7-8425-5a8f29447216" providerId="ADAL" clId="{B0DF57DB-BE44-48D9-A5E9-05DDE94F5005}" dt="2023-03-14T10:07:55.220" v="48" actId="6549"/>
        <pc:sldMkLst>
          <pc:docMk/>
          <pc:sldMk cId="3798046907" sldId="357"/>
        </pc:sldMkLst>
        <pc:spChg chg="mod">
          <ac:chgData name="Ufuk Unal" userId="d77f72b3-53d7-4cb7-8425-5a8f29447216" providerId="ADAL" clId="{B0DF57DB-BE44-48D9-A5E9-05DDE94F5005}" dt="2023-03-14T10:07:55.220" v="48" actId="6549"/>
          <ac:spMkLst>
            <pc:docMk/>
            <pc:sldMk cId="3798046907" sldId="357"/>
            <ac:spMk id="9" creationId="{0A5586CE-EB4A-496E-9B62-001E25693E4A}"/>
          </ac:spMkLst>
        </pc:spChg>
      </pc:sldChg>
      <pc:sldChg chg="modNotesTx">
        <pc:chgData name="Ufuk Unal" userId="d77f72b3-53d7-4cb7-8425-5a8f29447216" providerId="ADAL" clId="{B0DF57DB-BE44-48D9-A5E9-05DDE94F5005}" dt="2023-03-14T09:46:47.782" v="38" actId="6549"/>
        <pc:sldMkLst>
          <pc:docMk/>
          <pc:sldMk cId="2763019059" sldId="358"/>
        </pc:sldMkLst>
      </pc:sldChg>
      <pc:sldChg chg="modNotesTx">
        <pc:chgData name="Ufuk Unal" userId="d77f72b3-53d7-4cb7-8425-5a8f29447216" providerId="ADAL" clId="{B0DF57DB-BE44-48D9-A5E9-05DDE94F5005}" dt="2023-03-14T09:45:53.949" v="28" actId="6549"/>
        <pc:sldMkLst>
          <pc:docMk/>
          <pc:sldMk cId="1502931874" sldId="359"/>
        </pc:sldMkLst>
      </pc:sldChg>
      <pc:sldChg chg="modNotesTx">
        <pc:chgData name="Ufuk Unal" userId="d77f72b3-53d7-4cb7-8425-5a8f29447216" providerId="ADAL" clId="{B0DF57DB-BE44-48D9-A5E9-05DDE94F5005}" dt="2023-03-14T09:46:18.797" v="32" actId="6549"/>
        <pc:sldMkLst>
          <pc:docMk/>
          <pc:sldMk cId="2784854281" sldId="360"/>
        </pc:sldMkLst>
      </pc:sldChg>
      <pc:sldChg chg="modNotesTx">
        <pc:chgData name="Ufuk Unal" userId="d77f72b3-53d7-4cb7-8425-5a8f29447216" providerId="ADAL" clId="{B0DF57DB-BE44-48D9-A5E9-05DDE94F5005}" dt="2023-03-14T09:46:32.749" v="34" actId="6549"/>
        <pc:sldMkLst>
          <pc:docMk/>
          <pc:sldMk cId="81848509" sldId="361"/>
        </pc:sldMkLst>
      </pc:sldChg>
      <pc:sldChg chg="modNotesTx">
        <pc:chgData name="Ufuk Unal" userId="d77f72b3-53d7-4cb7-8425-5a8f29447216" providerId="ADAL" clId="{B0DF57DB-BE44-48D9-A5E9-05DDE94F5005}" dt="2023-03-14T09:46:54.846" v="40" actId="6549"/>
        <pc:sldMkLst>
          <pc:docMk/>
          <pc:sldMk cId="2726252616" sldId="362"/>
        </pc:sldMkLst>
      </pc:sldChg>
      <pc:sldChg chg="modNotesTx">
        <pc:chgData name="Ufuk Unal" userId="d77f72b3-53d7-4cb7-8425-5a8f29447216" providerId="ADAL" clId="{B0DF57DB-BE44-48D9-A5E9-05DDE94F5005}" dt="2023-03-14T09:46:57.442" v="41" actId="6549"/>
        <pc:sldMkLst>
          <pc:docMk/>
          <pc:sldMk cId="114654693" sldId="363"/>
        </pc:sldMkLst>
      </pc:sldChg>
      <pc:sldChg chg="modNotesTx">
        <pc:chgData name="Ufuk Unal" userId="d77f72b3-53d7-4cb7-8425-5a8f29447216" providerId="ADAL" clId="{B0DF57DB-BE44-48D9-A5E9-05DDE94F5005}" dt="2023-03-14T09:47:03.519" v="42" actId="6549"/>
        <pc:sldMkLst>
          <pc:docMk/>
          <pc:sldMk cId="68671429" sldId="364"/>
        </pc:sldMkLst>
      </pc:sldChg>
      <pc:sldChg chg="modNotesTx">
        <pc:chgData name="Ufuk Unal" userId="d77f72b3-53d7-4cb7-8425-5a8f29447216" providerId="ADAL" clId="{B0DF57DB-BE44-48D9-A5E9-05DDE94F5005}" dt="2023-03-14T10:06:47.184" v="43" actId="6549"/>
        <pc:sldMkLst>
          <pc:docMk/>
          <pc:sldMk cId="3814972833" sldId="365"/>
        </pc:sldMkLst>
      </pc:sldChg>
      <pc:sldChg chg="modNotesTx">
        <pc:chgData name="Ufuk Unal" userId="d77f72b3-53d7-4cb7-8425-5a8f29447216" providerId="ADAL" clId="{B0DF57DB-BE44-48D9-A5E9-05DDE94F5005}" dt="2023-03-14T10:08:48.939" v="49" actId="6549"/>
        <pc:sldMkLst>
          <pc:docMk/>
          <pc:sldMk cId="1766050880" sldId="366"/>
        </pc:sldMkLst>
      </pc:sldChg>
      <pc:sldChg chg="modNotesTx">
        <pc:chgData name="Ufuk Unal" userId="d77f72b3-53d7-4cb7-8425-5a8f29447216" providerId="ADAL" clId="{B0DF57DB-BE44-48D9-A5E9-05DDE94F5005}" dt="2023-03-14T10:09:21.256" v="54" actId="6549"/>
        <pc:sldMkLst>
          <pc:docMk/>
          <pc:sldMk cId="2830932289" sldId="367"/>
        </pc:sldMkLst>
      </pc:sldChg>
      <pc:sldChg chg="modNotesTx">
        <pc:chgData name="Ufuk Unal" userId="d77f72b3-53d7-4cb7-8425-5a8f29447216" providerId="ADAL" clId="{B0DF57DB-BE44-48D9-A5E9-05DDE94F5005}" dt="2023-03-14T10:09:03.930" v="52" actId="6549"/>
        <pc:sldMkLst>
          <pc:docMk/>
          <pc:sldMk cId="3461289532" sldId="368"/>
        </pc:sldMkLst>
      </pc:sldChg>
      <pc:sldMasterChg chg="modSldLayout">
        <pc:chgData name="Ufuk Unal" userId="d77f72b3-53d7-4cb7-8425-5a8f29447216" providerId="ADAL" clId="{B0DF57DB-BE44-48D9-A5E9-05DDE94F5005}" dt="2023-03-14T09:41:05.076" v="3" actId="478"/>
        <pc:sldMasterMkLst>
          <pc:docMk/>
          <pc:sldMasterMk cId="100049181" sldId="2147483782"/>
        </pc:sldMasterMkLst>
        <pc:sldLayoutChg chg="delSp">
          <pc:chgData name="Ufuk Unal" userId="d77f72b3-53d7-4cb7-8425-5a8f29447216" providerId="ADAL" clId="{B0DF57DB-BE44-48D9-A5E9-05DDE94F5005}" dt="2023-03-14T09:41:05.076" v="3" actId="478"/>
          <pc:sldLayoutMkLst>
            <pc:docMk/>
            <pc:sldMasterMk cId="100049181" sldId="2147483782"/>
            <pc:sldLayoutMk cId="2489093777" sldId="2147483783"/>
          </pc:sldLayoutMkLst>
          <pc:spChg chg="del">
            <ac:chgData name="Ufuk Unal" userId="d77f72b3-53d7-4cb7-8425-5a8f29447216" providerId="ADAL" clId="{B0DF57DB-BE44-48D9-A5E9-05DDE94F5005}" dt="2023-03-14T09:41:05.076" v="3" actId="478"/>
            <ac:spMkLst>
              <pc:docMk/>
              <pc:sldMasterMk cId="100049181" sldId="2147483782"/>
              <pc:sldLayoutMk cId="2489093777" sldId="2147483783"/>
              <ac:spMk id="5" creationId="{00000000-0000-0000-0000-000000000000}"/>
            </ac:spMkLst>
          </pc:spChg>
        </pc:sldLayoutChg>
      </pc:sldMasterChg>
    </pc:docChg>
  </pc:docChgLst>
  <pc:docChgLst>
    <pc:chgData name="Ufuk Unal" userId="d77f72b3-53d7-4cb7-8425-5a8f29447216" providerId="ADAL" clId="{1C9F431F-ECC5-4A31-8E17-CB07A73F6BC0}"/>
    <pc:docChg chg="custSel delSld modSld">
      <pc:chgData name="Ufuk Unal" userId="d77f72b3-53d7-4cb7-8425-5a8f29447216" providerId="ADAL" clId="{1C9F431F-ECC5-4A31-8E17-CB07A73F6BC0}" dt="2023-08-29T07:19:41.464" v="197" actId="20577"/>
      <pc:docMkLst>
        <pc:docMk/>
      </pc:docMkLst>
      <pc:sldChg chg="modNotesTx">
        <pc:chgData name="Ufuk Unal" userId="d77f72b3-53d7-4cb7-8425-5a8f29447216" providerId="ADAL" clId="{1C9F431F-ECC5-4A31-8E17-CB07A73F6BC0}" dt="2023-08-28T14:24:33.519" v="2" actId="6549"/>
        <pc:sldMkLst>
          <pc:docMk/>
          <pc:sldMk cId="998842949" sldId="257"/>
        </pc:sldMkLst>
      </pc:sldChg>
      <pc:sldChg chg="modNotesTx">
        <pc:chgData name="Ufuk Unal" userId="d77f72b3-53d7-4cb7-8425-5a8f29447216" providerId="ADAL" clId="{1C9F431F-ECC5-4A31-8E17-CB07A73F6BC0}" dt="2023-08-28T14:24:29.166" v="1" actId="6549"/>
        <pc:sldMkLst>
          <pc:docMk/>
          <pc:sldMk cId="3205511851" sldId="286"/>
        </pc:sldMkLst>
      </pc:sldChg>
      <pc:sldChg chg="modNotesTx">
        <pc:chgData name="Ufuk Unal" userId="d77f72b3-53d7-4cb7-8425-5a8f29447216" providerId="ADAL" clId="{1C9F431F-ECC5-4A31-8E17-CB07A73F6BC0}" dt="2023-08-28T14:24:25.736" v="0" actId="6549"/>
        <pc:sldMkLst>
          <pc:docMk/>
          <pc:sldMk cId="8838512" sldId="287"/>
        </pc:sldMkLst>
      </pc:sldChg>
      <pc:sldChg chg="modSp mod modNotesTx">
        <pc:chgData name="Ufuk Unal" userId="d77f72b3-53d7-4cb7-8425-5a8f29447216" providerId="ADAL" clId="{1C9F431F-ECC5-4A31-8E17-CB07A73F6BC0}" dt="2023-08-29T07:19:41.464" v="197" actId="20577"/>
        <pc:sldMkLst>
          <pc:docMk/>
          <pc:sldMk cId="2281775076" sldId="288"/>
        </pc:sldMkLst>
        <pc:spChg chg="mod">
          <ac:chgData name="Ufuk Unal" userId="d77f72b3-53d7-4cb7-8425-5a8f29447216" providerId="ADAL" clId="{1C9F431F-ECC5-4A31-8E17-CB07A73F6BC0}" dt="2023-08-29T07:19:41.464" v="197" actId="20577"/>
          <ac:spMkLst>
            <pc:docMk/>
            <pc:sldMk cId="2281775076" sldId="288"/>
            <ac:spMk id="5" creationId="{9C40CEA1-13D2-4509-8137-2408883E2CC4}"/>
          </ac:spMkLst>
        </pc:spChg>
      </pc:sldChg>
      <pc:sldChg chg="addSp delSp modSp mod modNotesTx">
        <pc:chgData name="Ufuk Unal" userId="d77f72b3-53d7-4cb7-8425-5a8f29447216" providerId="ADAL" clId="{1C9F431F-ECC5-4A31-8E17-CB07A73F6BC0}" dt="2023-08-28T14:27:27.954" v="42" actId="1076"/>
        <pc:sldMkLst>
          <pc:docMk/>
          <pc:sldMk cId="1073715606" sldId="289"/>
        </pc:sldMkLst>
        <pc:spChg chg="mod">
          <ac:chgData name="Ufuk Unal" userId="d77f72b3-53d7-4cb7-8425-5a8f29447216" providerId="ADAL" clId="{1C9F431F-ECC5-4A31-8E17-CB07A73F6BC0}" dt="2023-08-28T14:27:24.360" v="41" actId="1076"/>
          <ac:spMkLst>
            <pc:docMk/>
            <pc:sldMk cId="1073715606" sldId="289"/>
            <ac:spMk id="5" creationId="{9C40CEA1-13D2-4509-8137-2408883E2CC4}"/>
          </ac:spMkLst>
        </pc:spChg>
        <pc:picChg chg="add mod">
          <ac:chgData name="Ufuk Unal" userId="d77f72b3-53d7-4cb7-8425-5a8f29447216" providerId="ADAL" clId="{1C9F431F-ECC5-4A31-8E17-CB07A73F6BC0}" dt="2023-08-28T14:27:27.954" v="42" actId="1076"/>
          <ac:picMkLst>
            <pc:docMk/>
            <pc:sldMk cId="1073715606" sldId="289"/>
            <ac:picMk id="2" creationId="{D9F90FF8-5343-C4EC-384B-DC72B3578724}"/>
          </ac:picMkLst>
        </pc:picChg>
        <pc:picChg chg="del">
          <ac:chgData name="Ufuk Unal" userId="d77f72b3-53d7-4cb7-8425-5a8f29447216" providerId="ADAL" clId="{1C9F431F-ECC5-4A31-8E17-CB07A73F6BC0}" dt="2023-08-28T14:26:18.167" v="27" actId="478"/>
          <ac:picMkLst>
            <pc:docMk/>
            <pc:sldMk cId="1073715606" sldId="289"/>
            <ac:picMk id="4" creationId="{413A65EC-7912-4B78-83CF-A0DA27201863}"/>
          </ac:picMkLst>
        </pc:picChg>
      </pc:sldChg>
      <pc:sldChg chg="del">
        <pc:chgData name="Ufuk Unal" userId="d77f72b3-53d7-4cb7-8425-5a8f29447216" providerId="ADAL" clId="{1C9F431F-ECC5-4A31-8E17-CB07A73F6BC0}" dt="2023-08-28T14:27:32.310" v="43" actId="47"/>
        <pc:sldMkLst>
          <pc:docMk/>
          <pc:sldMk cId="2608193054" sldId="290"/>
        </pc:sldMkLst>
      </pc:sldChg>
      <pc:sldChg chg="del">
        <pc:chgData name="Ufuk Unal" userId="d77f72b3-53d7-4cb7-8425-5a8f29447216" providerId="ADAL" clId="{1C9F431F-ECC5-4A31-8E17-CB07A73F6BC0}" dt="2023-08-28T14:27:33.412" v="44" actId="47"/>
        <pc:sldMkLst>
          <pc:docMk/>
          <pc:sldMk cId="3236013279" sldId="291"/>
        </pc:sldMkLst>
      </pc:sldChg>
      <pc:sldChg chg="del">
        <pc:chgData name="Ufuk Unal" userId="d77f72b3-53d7-4cb7-8425-5a8f29447216" providerId="ADAL" clId="{1C9F431F-ECC5-4A31-8E17-CB07A73F6BC0}" dt="2023-08-28T14:27:42.271" v="46" actId="47"/>
        <pc:sldMkLst>
          <pc:docMk/>
          <pc:sldMk cId="1944076353" sldId="292"/>
        </pc:sldMkLst>
      </pc:sldChg>
      <pc:sldChg chg="del">
        <pc:chgData name="Ufuk Unal" userId="d77f72b3-53d7-4cb7-8425-5a8f29447216" providerId="ADAL" clId="{1C9F431F-ECC5-4A31-8E17-CB07A73F6BC0}" dt="2023-08-28T14:27:40.241" v="45" actId="47"/>
        <pc:sldMkLst>
          <pc:docMk/>
          <pc:sldMk cId="917736273" sldId="293"/>
        </pc:sldMkLst>
      </pc:sldChg>
      <pc:sldChg chg="del">
        <pc:chgData name="Ufuk Unal" userId="d77f72b3-53d7-4cb7-8425-5a8f29447216" providerId="ADAL" clId="{1C9F431F-ECC5-4A31-8E17-CB07A73F6BC0}" dt="2023-08-28T14:27:44.873" v="47" actId="47"/>
        <pc:sldMkLst>
          <pc:docMk/>
          <pc:sldMk cId="1152956858" sldId="294"/>
        </pc:sldMkLst>
      </pc:sldChg>
      <pc:sldChg chg="del">
        <pc:chgData name="Ufuk Unal" userId="d77f72b3-53d7-4cb7-8425-5a8f29447216" providerId="ADAL" clId="{1C9F431F-ECC5-4A31-8E17-CB07A73F6BC0}" dt="2023-08-28T14:27:46.997" v="48" actId="47"/>
        <pc:sldMkLst>
          <pc:docMk/>
          <pc:sldMk cId="3953398966" sldId="295"/>
        </pc:sldMkLst>
      </pc:sldChg>
      <pc:sldChg chg="addSp delSp modSp mod modNotesTx">
        <pc:chgData name="Ufuk Unal" userId="d77f72b3-53d7-4cb7-8425-5a8f29447216" providerId="ADAL" clId="{1C9F431F-ECC5-4A31-8E17-CB07A73F6BC0}" dt="2023-08-28T14:28:48.119" v="79" actId="6549"/>
        <pc:sldMkLst>
          <pc:docMk/>
          <pc:sldMk cId="2167178223" sldId="296"/>
        </pc:sldMkLst>
        <pc:spChg chg="mod">
          <ac:chgData name="Ufuk Unal" userId="d77f72b3-53d7-4cb7-8425-5a8f29447216" providerId="ADAL" clId="{1C9F431F-ECC5-4A31-8E17-CB07A73F6BC0}" dt="2023-08-28T14:28:40.178" v="78" actId="1076"/>
          <ac:spMkLst>
            <pc:docMk/>
            <pc:sldMk cId="2167178223" sldId="296"/>
            <ac:spMk id="4" creationId="{6A1156D5-ADAD-4493-89B5-507114BDE741}"/>
          </ac:spMkLst>
        </pc:spChg>
        <pc:picChg chg="del">
          <ac:chgData name="Ufuk Unal" userId="d77f72b3-53d7-4cb7-8425-5a8f29447216" providerId="ADAL" clId="{1C9F431F-ECC5-4A31-8E17-CB07A73F6BC0}" dt="2023-08-28T14:28:32.911" v="75" actId="478"/>
          <ac:picMkLst>
            <pc:docMk/>
            <pc:sldMk cId="2167178223" sldId="296"/>
            <ac:picMk id="5" creationId="{F58269B9-A84F-4326-AAA5-CF6C5A389C8A}"/>
          </ac:picMkLst>
        </pc:picChg>
        <pc:picChg chg="add mod">
          <ac:chgData name="Ufuk Unal" userId="d77f72b3-53d7-4cb7-8425-5a8f29447216" providerId="ADAL" clId="{1C9F431F-ECC5-4A31-8E17-CB07A73F6BC0}" dt="2023-08-28T14:28:35.578" v="77" actId="1076"/>
          <ac:picMkLst>
            <pc:docMk/>
            <pc:sldMk cId="2167178223" sldId="296"/>
            <ac:picMk id="6" creationId="{8A971436-6047-90AC-1C52-86FD4BB2F9E7}"/>
          </ac:picMkLst>
        </pc:picChg>
      </pc:sldChg>
      <pc:sldChg chg="addSp delSp modSp mod modNotesTx">
        <pc:chgData name="Ufuk Unal" userId="d77f72b3-53d7-4cb7-8425-5a8f29447216" providerId="ADAL" clId="{1C9F431F-ECC5-4A31-8E17-CB07A73F6BC0}" dt="2023-08-28T14:29:07.427" v="83" actId="14100"/>
        <pc:sldMkLst>
          <pc:docMk/>
          <pc:sldMk cId="3072424695" sldId="297"/>
        </pc:sldMkLst>
        <pc:picChg chg="add mod">
          <ac:chgData name="Ufuk Unal" userId="d77f72b3-53d7-4cb7-8425-5a8f29447216" providerId="ADAL" clId="{1C9F431F-ECC5-4A31-8E17-CB07A73F6BC0}" dt="2023-08-28T14:29:07.427" v="83" actId="14100"/>
          <ac:picMkLst>
            <pc:docMk/>
            <pc:sldMk cId="3072424695" sldId="297"/>
            <ac:picMk id="2" creationId="{1D219C08-E7F7-83A7-8566-29240A771B84}"/>
          </ac:picMkLst>
        </pc:picChg>
        <pc:picChg chg="del">
          <ac:chgData name="Ufuk Unal" userId="d77f72b3-53d7-4cb7-8425-5a8f29447216" providerId="ADAL" clId="{1C9F431F-ECC5-4A31-8E17-CB07A73F6BC0}" dt="2023-08-28T14:29:02.724" v="81" actId="478"/>
          <ac:picMkLst>
            <pc:docMk/>
            <pc:sldMk cId="3072424695" sldId="297"/>
            <ac:picMk id="7" creationId="{905A5F81-99CA-416A-A08E-F13ABDC2F799}"/>
          </ac:picMkLst>
        </pc:picChg>
      </pc:sldChg>
      <pc:sldChg chg="addSp delSp modSp mod modNotesTx">
        <pc:chgData name="Ufuk Unal" userId="d77f72b3-53d7-4cb7-8425-5a8f29447216" providerId="ADAL" clId="{1C9F431F-ECC5-4A31-8E17-CB07A73F6BC0}" dt="2023-08-28T14:29:47.127" v="91" actId="6549"/>
        <pc:sldMkLst>
          <pc:docMk/>
          <pc:sldMk cId="2043198107" sldId="298"/>
        </pc:sldMkLst>
        <pc:spChg chg="mod">
          <ac:chgData name="Ufuk Unal" userId="d77f72b3-53d7-4cb7-8425-5a8f29447216" providerId="ADAL" clId="{1C9F431F-ECC5-4A31-8E17-CB07A73F6BC0}" dt="2023-08-28T14:29:41.410" v="90" actId="1076"/>
          <ac:spMkLst>
            <pc:docMk/>
            <pc:sldMk cId="2043198107" sldId="298"/>
            <ac:spMk id="9" creationId="{27965A0A-F134-4514-8FC1-961AE3A93988}"/>
          </ac:spMkLst>
        </pc:spChg>
        <pc:picChg chg="add mod">
          <ac:chgData name="Ufuk Unal" userId="d77f72b3-53d7-4cb7-8425-5a8f29447216" providerId="ADAL" clId="{1C9F431F-ECC5-4A31-8E17-CB07A73F6BC0}" dt="2023-08-28T14:29:38.665" v="89" actId="14100"/>
          <ac:picMkLst>
            <pc:docMk/>
            <pc:sldMk cId="2043198107" sldId="298"/>
            <ac:picMk id="2" creationId="{D5BBE43D-F659-5167-171B-89EA6C3C3754}"/>
          </ac:picMkLst>
        </pc:picChg>
        <pc:picChg chg="del">
          <ac:chgData name="Ufuk Unal" userId="d77f72b3-53d7-4cb7-8425-5a8f29447216" providerId="ADAL" clId="{1C9F431F-ECC5-4A31-8E17-CB07A73F6BC0}" dt="2023-08-28T14:29:15.681" v="84" actId="478"/>
          <ac:picMkLst>
            <pc:docMk/>
            <pc:sldMk cId="2043198107" sldId="298"/>
            <ac:picMk id="5" creationId="{63B9513C-090D-4FBB-864A-0FB465B5D3B0}"/>
          </ac:picMkLst>
        </pc:picChg>
      </pc:sldChg>
      <pc:sldChg chg="addSp delSp modSp mod modNotesTx">
        <pc:chgData name="Ufuk Unal" userId="d77f72b3-53d7-4cb7-8425-5a8f29447216" providerId="ADAL" clId="{1C9F431F-ECC5-4A31-8E17-CB07A73F6BC0}" dt="2023-08-28T14:30:36.123" v="105" actId="6549"/>
        <pc:sldMkLst>
          <pc:docMk/>
          <pc:sldMk cId="2928479514" sldId="299"/>
        </pc:sldMkLst>
        <pc:spChg chg="mod">
          <ac:chgData name="Ufuk Unal" userId="d77f72b3-53d7-4cb7-8425-5a8f29447216" providerId="ADAL" clId="{1C9F431F-ECC5-4A31-8E17-CB07A73F6BC0}" dt="2023-08-28T14:30:33.029" v="104" actId="20577"/>
          <ac:spMkLst>
            <pc:docMk/>
            <pc:sldMk cId="2928479514" sldId="299"/>
            <ac:spMk id="8" creationId="{0148E988-0FDB-47BD-B976-449861F8E25E}"/>
          </ac:spMkLst>
        </pc:spChg>
        <pc:picChg chg="add mod">
          <ac:chgData name="Ufuk Unal" userId="d77f72b3-53d7-4cb7-8425-5a8f29447216" providerId="ADAL" clId="{1C9F431F-ECC5-4A31-8E17-CB07A73F6BC0}" dt="2023-08-28T14:30:21.592" v="96" actId="1076"/>
          <ac:picMkLst>
            <pc:docMk/>
            <pc:sldMk cId="2928479514" sldId="299"/>
            <ac:picMk id="2" creationId="{B0111473-80CA-8D04-D8B6-AD4D94EF146A}"/>
          </ac:picMkLst>
        </pc:picChg>
        <pc:picChg chg="del">
          <ac:chgData name="Ufuk Unal" userId="d77f72b3-53d7-4cb7-8425-5a8f29447216" providerId="ADAL" clId="{1C9F431F-ECC5-4A31-8E17-CB07A73F6BC0}" dt="2023-08-28T14:30:16.287" v="92" actId="478"/>
          <ac:picMkLst>
            <pc:docMk/>
            <pc:sldMk cId="2928479514" sldId="299"/>
            <ac:picMk id="5" creationId="{55241B1D-3AD1-408E-A508-534983C7F7B6}"/>
          </ac:picMkLst>
        </pc:picChg>
      </pc:sldChg>
      <pc:sldChg chg="addSp delSp modSp mod modNotesTx">
        <pc:chgData name="Ufuk Unal" userId="d77f72b3-53d7-4cb7-8425-5a8f29447216" providerId="ADAL" clId="{1C9F431F-ECC5-4A31-8E17-CB07A73F6BC0}" dt="2023-08-28T14:33:13.714" v="177" actId="20577"/>
        <pc:sldMkLst>
          <pc:docMk/>
          <pc:sldMk cId="446979928" sldId="300"/>
        </pc:sldMkLst>
        <pc:spChg chg="mod">
          <ac:chgData name="Ufuk Unal" userId="d77f72b3-53d7-4cb7-8425-5a8f29447216" providerId="ADAL" clId="{1C9F431F-ECC5-4A31-8E17-CB07A73F6BC0}" dt="2023-08-28T14:33:13.714" v="177" actId="20577"/>
          <ac:spMkLst>
            <pc:docMk/>
            <pc:sldMk cId="446979928" sldId="300"/>
            <ac:spMk id="3" creationId="{B1E391D8-B5DF-4604-A78D-E79626E562DA}"/>
          </ac:spMkLst>
        </pc:spChg>
        <pc:picChg chg="add mod">
          <ac:chgData name="Ufuk Unal" userId="d77f72b3-53d7-4cb7-8425-5a8f29447216" providerId="ADAL" clId="{1C9F431F-ECC5-4A31-8E17-CB07A73F6BC0}" dt="2023-08-28T14:30:49.427" v="108" actId="1076"/>
          <ac:picMkLst>
            <pc:docMk/>
            <pc:sldMk cId="446979928" sldId="300"/>
            <ac:picMk id="2" creationId="{482EE942-5668-834B-6FA4-1BDC5F8F5DA0}"/>
          </ac:picMkLst>
        </pc:picChg>
        <pc:picChg chg="del">
          <ac:chgData name="Ufuk Unal" userId="d77f72b3-53d7-4cb7-8425-5a8f29447216" providerId="ADAL" clId="{1C9F431F-ECC5-4A31-8E17-CB07A73F6BC0}" dt="2023-08-28T14:30:46.579" v="106" actId="478"/>
          <ac:picMkLst>
            <pc:docMk/>
            <pc:sldMk cId="446979928" sldId="300"/>
            <ac:picMk id="5" creationId="{17803995-3F01-4A06-90F7-C37F04B16856}"/>
          </ac:picMkLst>
        </pc:picChg>
      </pc:sldChg>
      <pc:sldChg chg="addSp delSp modSp mod modNotesTx">
        <pc:chgData name="Ufuk Unal" userId="d77f72b3-53d7-4cb7-8425-5a8f29447216" providerId="ADAL" clId="{1C9F431F-ECC5-4A31-8E17-CB07A73F6BC0}" dt="2023-08-28T14:33:19.952" v="178"/>
        <pc:sldMkLst>
          <pc:docMk/>
          <pc:sldMk cId="2359428810" sldId="301"/>
        </pc:sldMkLst>
        <pc:spChg chg="mod">
          <ac:chgData name="Ufuk Unal" userId="d77f72b3-53d7-4cb7-8425-5a8f29447216" providerId="ADAL" clId="{1C9F431F-ECC5-4A31-8E17-CB07A73F6BC0}" dt="2023-08-28T14:33:19.952" v="178"/>
          <ac:spMkLst>
            <pc:docMk/>
            <pc:sldMk cId="2359428810" sldId="301"/>
            <ac:spMk id="3" creationId="{B1E391D8-B5DF-4604-A78D-E79626E562DA}"/>
          </ac:spMkLst>
        </pc:spChg>
        <pc:picChg chg="add mod">
          <ac:chgData name="Ufuk Unal" userId="d77f72b3-53d7-4cb7-8425-5a8f29447216" providerId="ADAL" clId="{1C9F431F-ECC5-4A31-8E17-CB07A73F6BC0}" dt="2023-08-28T14:31:07.241" v="114" actId="1076"/>
          <ac:picMkLst>
            <pc:docMk/>
            <pc:sldMk cId="2359428810" sldId="301"/>
            <ac:picMk id="2" creationId="{DA0D99EE-362E-4C13-A22F-F472FFE09B31}"/>
          </ac:picMkLst>
        </pc:picChg>
        <pc:picChg chg="del">
          <ac:chgData name="Ufuk Unal" userId="d77f72b3-53d7-4cb7-8425-5a8f29447216" providerId="ADAL" clId="{1C9F431F-ECC5-4A31-8E17-CB07A73F6BC0}" dt="2023-08-28T14:31:01.792" v="110" actId="478"/>
          <ac:picMkLst>
            <pc:docMk/>
            <pc:sldMk cId="2359428810" sldId="301"/>
            <ac:picMk id="5" creationId="{122E379B-7E5A-4EB5-9F96-096ED32DD63D}"/>
          </ac:picMkLst>
        </pc:picChg>
        <pc:picChg chg="add mod">
          <ac:chgData name="Ufuk Unal" userId="d77f72b3-53d7-4cb7-8425-5a8f29447216" providerId="ADAL" clId="{1C9F431F-ECC5-4A31-8E17-CB07A73F6BC0}" dt="2023-08-28T14:31:27.050" v="122" actId="1076"/>
          <ac:picMkLst>
            <pc:docMk/>
            <pc:sldMk cId="2359428810" sldId="301"/>
            <ac:picMk id="6" creationId="{3F00BF2B-DB4B-F6B8-1926-8CD2B38E094E}"/>
          </ac:picMkLst>
        </pc:picChg>
        <pc:picChg chg="add mod">
          <ac:chgData name="Ufuk Unal" userId="d77f72b3-53d7-4cb7-8425-5a8f29447216" providerId="ADAL" clId="{1C9F431F-ECC5-4A31-8E17-CB07A73F6BC0}" dt="2023-08-28T14:31:30.153" v="124" actId="1076"/>
          <ac:picMkLst>
            <pc:docMk/>
            <pc:sldMk cId="2359428810" sldId="301"/>
            <ac:picMk id="7" creationId="{5909EB20-4323-56B1-B256-643A8D685BE1}"/>
          </ac:picMkLst>
        </pc:picChg>
        <pc:picChg chg="del">
          <ac:chgData name="Ufuk Unal" userId="d77f72b3-53d7-4cb7-8425-5a8f29447216" providerId="ADAL" clId="{1C9F431F-ECC5-4A31-8E17-CB07A73F6BC0}" dt="2023-08-28T14:31:12.858" v="115" actId="478"/>
          <ac:picMkLst>
            <pc:docMk/>
            <pc:sldMk cId="2359428810" sldId="301"/>
            <ac:picMk id="10" creationId="{DA331419-F77F-410D-B587-5FA044FB184C}"/>
          </ac:picMkLst>
        </pc:picChg>
        <pc:picChg chg="del">
          <ac:chgData name="Ufuk Unal" userId="d77f72b3-53d7-4cb7-8425-5a8f29447216" providerId="ADAL" clId="{1C9F431F-ECC5-4A31-8E17-CB07A73F6BC0}" dt="2023-08-28T14:31:20.299" v="118" actId="478"/>
          <ac:picMkLst>
            <pc:docMk/>
            <pc:sldMk cId="2359428810" sldId="301"/>
            <ac:picMk id="11" creationId="{2F33AD05-1423-480E-B4B3-AD77B3B7096B}"/>
          </ac:picMkLst>
        </pc:picChg>
      </pc:sldChg>
      <pc:sldChg chg="modSp mod modNotesTx">
        <pc:chgData name="Ufuk Unal" userId="d77f72b3-53d7-4cb7-8425-5a8f29447216" providerId="ADAL" clId="{1C9F431F-ECC5-4A31-8E17-CB07A73F6BC0}" dt="2023-08-28T14:33:32.841" v="179"/>
        <pc:sldMkLst>
          <pc:docMk/>
          <pc:sldMk cId="722043997" sldId="302"/>
        </pc:sldMkLst>
        <pc:spChg chg="mod">
          <ac:chgData name="Ufuk Unal" userId="d77f72b3-53d7-4cb7-8425-5a8f29447216" providerId="ADAL" clId="{1C9F431F-ECC5-4A31-8E17-CB07A73F6BC0}" dt="2023-08-28T14:33:32.841" v="179"/>
          <ac:spMkLst>
            <pc:docMk/>
            <pc:sldMk cId="722043997" sldId="302"/>
            <ac:spMk id="3" creationId="{B1E391D8-B5DF-4604-A78D-E79626E562DA}"/>
          </ac:spMkLst>
        </pc:spChg>
      </pc:sldChg>
      <pc:sldChg chg="addSp delSp modSp mod modNotesTx">
        <pc:chgData name="Ufuk Unal" userId="d77f72b3-53d7-4cb7-8425-5a8f29447216" providerId="ADAL" clId="{1C9F431F-ECC5-4A31-8E17-CB07A73F6BC0}" dt="2023-08-28T14:32:16.556" v="144" actId="20577"/>
        <pc:sldMkLst>
          <pc:docMk/>
          <pc:sldMk cId="1492922032" sldId="303"/>
        </pc:sldMkLst>
        <pc:spChg chg="mod">
          <ac:chgData name="Ufuk Unal" userId="d77f72b3-53d7-4cb7-8425-5a8f29447216" providerId="ADAL" clId="{1C9F431F-ECC5-4A31-8E17-CB07A73F6BC0}" dt="2023-08-28T14:32:16.556" v="144" actId="20577"/>
          <ac:spMkLst>
            <pc:docMk/>
            <pc:sldMk cId="1492922032" sldId="303"/>
            <ac:spMk id="3" creationId="{B1E391D8-B5DF-4604-A78D-E79626E562DA}"/>
          </ac:spMkLst>
        </pc:spChg>
        <pc:picChg chg="add mod">
          <ac:chgData name="Ufuk Unal" userId="d77f72b3-53d7-4cb7-8425-5a8f29447216" providerId="ADAL" clId="{1C9F431F-ECC5-4A31-8E17-CB07A73F6BC0}" dt="2023-08-28T14:32:06.834" v="136" actId="1076"/>
          <ac:picMkLst>
            <pc:docMk/>
            <pc:sldMk cId="1492922032" sldId="303"/>
            <ac:picMk id="2" creationId="{264D4A32-8732-43AE-8D6D-EC7EEDB8B07E}"/>
          </ac:picMkLst>
        </pc:picChg>
        <pc:picChg chg="del">
          <ac:chgData name="Ufuk Unal" userId="d77f72b3-53d7-4cb7-8425-5a8f29447216" providerId="ADAL" clId="{1C9F431F-ECC5-4A31-8E17-CB07A73F6BC0}" dt="2023-08-28T14:32:04.455" v="134" actId="478"/>
          <ac:picMkLst>
            <pc:docMk/>
            <pc:sldMk cId="1492922032" sldId="303"/>
            <ac:picMk id="6" creationId="{23B61D81-23E4-40AD-ACB9-98AC0175B5AC}"/>
          </ac:picMkLst>
        </pc:picChg>
      </pc:sldChg>
      <pc:sldChg chg="addSp delSp modSp mod modNotesTx">
        <pc:chgData name="Ufuk Unal" userId="d77f72b3-53d7-4cb7-8425-5a8f29447216" providerId="ADAL" clId="{1C9F431F-ECC5-4A31-8E17-CB07A73F6BC0}" dt="2023-08-28T14:32:58.399" v="167" actId="6549"/>
        <pc:sldMkLst>
          <pc:docMk/>
          <pc:sldMk cId="3578986941" sldId="304"/>
        </pc:sldMkLst>
        <pc:spChg chg="mod">
          <ac:chgData name="Ufuk Unal" userId="d77f72b3-53d7-4cb7-8425-5a8f29447216" providerId="ADAL" clId="{1C9F431F-ECC5-4A31-8E17-CB07A73F6BC0}" dt="2023-08-28T14:32:21.892" v="150" actId="20577"/>
          <ac:spMkLst>
            <pc:docMk/>
            <pc:sldMk cId="3578986941" sldId="304"/>
            <ac:spMk id="3" creationId="{B1E391D8-B5DF-4604-A78D-E79626E562DA}"/>
          </ac:spMkLst>
        </pc:spChg>
        <pc:spChg chg="mod">
          <ac:chgData name="Ufuk Unal" userId="d77f72b3-53d7-4cb7-8425-5a8f29447216" providerId="ADAL" clId="{1C9F431F-ECC5-4A31-8E17-CB07A73F6BC0}" dt="2023-08-28T14:32:54.427" v="166" actId="14100"/>
          <ac:spMkLst>
            <pc:docMk/>
            <pc:sldMk cId="3578986941" sldId="304"/>
            <ac:spMk id="7" creationId="{39DE9DCB-13BB-4C62-9E4B-67127A991DB4}"/>
          </ac:spMkLst>
        </pc:spChg>
        <pc:spChg chg="mod">
          <ac:chgData name="Ufuk Unal" userId="d77f72b3-53d7-4cb7-8425-5a8f29447216" providerId="ADAL" clId="{1C9F431F-ECC5-4A31-8E17-CB07A73F6BC0}" dt="2023-08-28T14:32:45.690" v="157" actId="1076"/>
          <ac:spMkLst>
            <pc:docMk/>
            <pc:sldMk cId="3578986941" sldId="304"/>
            <ac:spMk id="9" creationId="{82DE9558-3F18-43FD-A62F-B7DA5A583696}"/>
          </ac:spMkLst>
        </pc:spChg>
        <pc:picChg chg="del">
          <ac:chgData name="Ufuk Unal" userId="d77f72b3-53d7-4cb7-8425-5a8f29447216" providerId="ADAL" clId="{1C9F431F-ECC5-4A31-8E17-CB07A73F6BC0}" dt="2023-08-28T14:32:29.626" v="151" actId="478"/>
          <ac:picMkLst>
            <pc:docMk/>
            <pc:sldMk cId="3578986941" sldId="304"/>
            <ac:picMk id="2" creationId="{FE9C5613-1266-4F58-8DCA-BC3B65289B68}"/>
          </ac:picMkLst>
        </pc:picChg>
        <pc:picChg chg="del">
          <ac:chgData name="Ufuk Unal" userId="d77f72b3-53d7-4cb7-8425-5a8f29447216" providerId="ADAL" clId="{1C9F431F-ECC5-4A31-8E17-CB07A73F6BC0}" dt="2023-08-28T14:32:37.614" v="154" actId="478"/>
          <ac:picMkLst>
            <pc:docMk/>
            <pc:sldMk cId="3578986941" sldId="304"/>
            <ac:picMk id="4" creationId="{12148271-B945-49D3-8DE4-3FF4682965CA}"/>
          </ac:picMkLst>
        </pc:picChg>
        <pc:picChg chg="add mod">
          <ac:chgData name="Ufuk Unal" userId="d77f72b3-53d7-4cb7-8425-5a8f29447216" providerId="ADAL" clId="{1C9F431F-ECC5-4A31-8E17-CB07A73F6BC0}" dt="2023-08-28T14:32:32.995" v="153" actId="1076"/>
          <ac:picMkLst>
            <pc:docMk/>
            <pc:sldMk cId="3578986941" sldId="304"/>
            <ac:picMk id="6" creationId="{24642C0D-5587-38CC-EAF2-B6EEAB27662C}"/>
          </ac:picMkLst>
        </pc:picChg>
        <pc:picChg chg="add mod">
          <ac:chgData name="Ufuk Unal" userId="d77f72b3-53d7-4cb7-8425-5a8f29447216" providerId="ADAL" clId="{1C9F431F-ECC5-4A31-8E17-CB07A73F6BC0}" dt="2023-08-28T14:32:41.929" v="156" actId="1076"/>
          <ac:picMkLst>
            <pc:docMk/>
            <pc:sldMk cId="3578986941" sldId="304"/>
            <ac:picMk id="8" creationId="{5B9644DB-9817-4EE6-EEF6-2BF4E6016DE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36FCBC5-022F-4F31-A153-EFFC809EC573}" type="datetimeFigureOut">
              <a:rPr lang="de-DE"/>
              <a:pPr>
                <a:defRPr/>
              </a:pPr>
              <a:t>29.08.2023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222AC1C-78EB-4159-9788-A81CB6D78FF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3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974181A-B52E-4AEA-801A-5F0AC153D3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195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82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32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</a:t>
            </a:r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73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93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81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58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>
              <a:lnSpc>
                <a:spcPct val="95000"/>
              </a:lnSpc>
            </a:pPr>
            <a:endParaRPr lang="es-ES" altLang="es-ES" sz="1200" b="1" dirty="0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05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</a:t>
            </a:r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</a:pPr>
            <a:endParaRPr lang="es-ES" altLang="es-ES" sz="1200" b="1" dirty="0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939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>
              <a:lnSpc>
                <a:spcPct val="95000"/>
              </a:lnSpc>
            </a:pPr>
            <a:endParaRPr lang="es-ES" altLang="es-ES" sz="1200" b="1" dirty="0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53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</a:t>
            </a:r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</a:pPr>
            <a:endParaRPr lang="es-ES" altLang="es-ES" sz="1200" b="1" dirty="0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15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09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</a:t>
            </a:r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</a:pPr>
            <a:endParaRPr lang="es-ES" altLang="es-ES" sz="1200" b="1" dirty="0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46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</a:pPr>
            <a:endParaRPr lang="es-ES" altLang="es-ES" sz="1200" b="1" dirty="0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89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422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94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EV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663" y="4630738"/>
            <a:ext cx="3443287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675" y="2122715"/>
            <a:ext cx="6890657" cy="996042"/>
          </a:xfrm>
        </p:spPr>
        <p:txBody>
          <a:bodyPr/>
          <a:lstStyle>
            <a:lvl1pPr algn="l">
              <a:defRPr sz="2800" baseline="0">
                <a:latin typeface="Gotham Medium"/>
              </a:defRPr>
            </a:lvl1pPr>
          </a:lstStyle>
          <a:p>
            <a:r>
              <a:rPr lang="en-US" dirty="0"/>
              <a:t>&lt;&lt;Main Title&gt;&gt;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7675" y="3393054"/>
            <a:ext cx="4343400" cy="481693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248909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911010"/>
            <a:ext cx="8229600" cy="4089740"/>
          </a:xfrm>
        </p:spPr>
        <p:txBody>
          <a:bodyPr/>
          <a:lstStyle>
            <a:lvl1pPr>
              <a:defRPr sz="2000">
                <a:latin typeface="Gotham Light"/>
              </a:defRPr>
            </a:lvl1pPr>
            <a:lvl2pPr>
              <a:defRPr sz="1800">
                <a:latin typeface="Gotham Light"/>
              </a:defRPr>
            </a:lvl2pPr>
            <a:lvl3pPr>
              <a:defRPr sz="1500">
                <a:latin typeface="Gotham Light"/>
              </a:defRPr>
            </a:lvl3pPr>
            <a:lvl4pPr>
              <a:defRPr sz="1500">
                <a:latin typeface="Gotham Light"/>
              </a:defRPr>
            </a:lvl4pPr>
            <a:lvl5pPr>
              <a:defRPr sz="1500">
                <a:latin typeface="Gotham 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63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7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690563" y="3148013"/>
            <a:ext cx="6889750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algn="l" defTabSz="457200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500" kern="1200">
                <a:solidFill>
                  <a:schemeClr val="tx1"/>
                </a:solidFill>
                <a:latin typeface="Gotham Medium"/>
                <a:ea typeface="MS PGothic" panose="020B0600070205080204" pitchFamily="34" charset="-128"/>
                <a:cs typeface="MS PGothic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s-ES_tradnl" dirty="0" err="1"/>
              <a:t>Title</a:t>
            </a:r>
            <a:r>
              <a:rPr lang="es-ES_tradnl" dirty="0"/>
              <a:t> 2 </a:t>
            </a:r>
            <a:r>
              <a:rPr lang="en-US" dirty="0"/>
              <a:t>&lt;&lt;e.g. agenda point&gt;&gt;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936625" y="3867150"/>
            <a:ext cx="43434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690108" y="1449155"/>
            <a:ext cx="6890657" cy="719476"/>
          </a:xfrm>
        </p:spPr>
        <p:txBody>
          <a:bodyPr/>
          <a:lstStyle>
            <a:lvl1pPr marL="342900" indent="-342900" algn="l">
              <a:buFont typeface="Wingdings" panose="05000000000000000000" pitchFamily="2" charset="2"/>
              <a:buChar char="§"/>
              <a:defRPr sz="2500">
                <a:latin typeface="Gotham Medium"/>
              </a:defRPr>
            </a:lvl1pPr>
          </a:lstStyle>
          <a:p>
            <a:r>
              <a:rPr lang="en-US" dirty="0"/>
              <a:t>Title 1 &lt;&lt;e.g. agenda point&gt;&gt;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36625" y="2168631"/>
            <a:ext cx="4343400" cy="481693"/>
          </a:xfrm>
        </p:spPr>
        <p:txBody>
          <a:bodyPr/>
          <a:lstStyle>
            <a:lvl1pPr marL="0" indent="0" algn="l">
              <a:buNone/>
              <a:defRPr sz="1500" baseline="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1134689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784452" y="2376262"/>
            <a:ext cx="3668485" cy="64475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28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&lt;&lt;Headline&gt;&gt;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1159693" y="3298825"/>
            <a:ext cx="3293244" cy="1330325"/>
          </a:xfrm>
        </p:spPr>
        <p:txBody>
          <a:bodyPr/>
          <a:lstStyle>
            <a:lvl1pPr marL="0" indent="0">
              <a:buNone/>
              <a:defRPr lang="en-US" sz="15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4452938" y="1927225"/>
            <a:ext cx="4691062" cy="3135313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4290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25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26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482600" y="1915316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2563950" y="1761443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6389688" y="1501099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96212" y="358627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2577562" y="343240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19" name="Picture Placeholder 20"/>
          <p:cNvSpPr>
            <a:spLocks noGrp="1"/>
          </p:cNvSpPr>
          <p:nvPr>
            <p:ph type="pic" sz="quarter" idx="16"/>
          </p:nvPr>
        </p:nvSpPr>
        <p:spPr>
          <a:xfrm>
            <a:off x="6403300" y="317206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501653" y="528172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583003" y="512785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3" name="Picture Placeholder 20"/>
          <p:cNvSpPr>
            <a:spLocks noGrp="1"/>
          </p:cNvSpPr>
          <p:nvPr>
            <p:ph type="pic" sz="quarter" idx="19"/>
          </p:nvPr>
        </p:nvSpPr>
        <p:spPr>
          <a:xfrm>
            <a:off x="6408741" y="486751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771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LARGE PICTU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339726" y="1477053"/>
            <a:ext cx="8804274" cy="4835752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808628" y="2020548"/>
            <a:ext cx="3293244" cy="1330325"/>
          </a:xfr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</p:spTree>
    <p:extLst>
      <p:ext uri="{BB962C8B-B14F-4D97-AF65-F5344CB8AC3E}">
        <p14:creationId xmlns:p14="http://schemas.microsoft.com/office/powerpoint/2010/main" val="104650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984375" y="1466392"/>
            <a:ext cx="5511800" cy="444500"/>
          </a:xfrm>
        </p:spPr>
        <p:txBody>
          <a:bodyPr/>
          <a:lstStyle>
            <a:lvl1pPr marL="0" indent="0" algn="ctr">
              <a:buNone/>
              <a:defRPr sz="2000" baseline="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016250" y="4998247"/>
            <a:ext cx="3787865" cy="658482"/>
          </a:xfrm>
        </p:spPr>
        <p:txBody>
          <a:bodyPr/>
          <a:lstStyle>
            <a:lvl1pPr marL="0" indent="0" algn="ctr">
              <a:buNone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media&gt;&gt;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3" name="Media Placeholder 2"/>
          <p:cNvSpPr>
            <a:spLocks noGrp="1"/>
          </p:cNvSpPr>
          <p:nvPr>
            <p:ph type="media" sz="quarter" idx="14"/>
          </p:nvPr>
        </p:nvSpPr>
        <p:spPr>
          <a:xfrm>
            <a:off x="1984375" y="2020888"/>
            <a:ext cx="5511800" cy="2863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543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5222875"/>
            <a:ext cx="1465262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263525" y="5962650"/>
            <a:ext cx="4224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Smart home and building solutions.</a:t>
            </a:r>
          </a:p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Global. Secure. Connected.</a:t>
            </a:r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886325"/>
            <a:ext cx="2935287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8"/>
          <p:cNvSpPr txBox="1"/>
          <p:nvPr/>
        </p:nvSpPr>
        <p:spPr>
          <a:xfrm>
            <a:off x="3205163" y="1665288"/>
            <a:ext cx="2565400" cy="769937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ea typeface="+mn-ea"/>
                <a:cs typeface="Gotham Medium"/>
              </a:rPr>
              <a:t>Thanks.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712131" y="2686050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[Full name of presenter]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2702606" y="2960345"/>
            <a:ext cx="3552825" cy="252639"/>
          </a:xfrm>
        </p:spPr>
        <p:txBody>
          <a:bodyPr/>
          <a:lstStyle>
            <a:lvl1pPr marL="0" indent="0" algn="ctr">
              <a:buNone/>
              <a:defRPr sz="1000" baseline="0">
                <a:latin typeface="Gotham Light"/>
              </a:defRPr>
            </a:lvl1pPr>
          </a:lstStyle>
          <a:p>
            <a:pPr lvl="0"/>
            <a:r>
              <a:rPr lang="en-US" dirty="0"/>
              <a:t>[Position of presenter]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717579" y="3311978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[Phone number]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714860" y="3595006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[Email]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2717579" y="3998787"/>
            <a:ext cx="35514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For general questions: </a:t>
            </a:r>
          </a:p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info@knx.org – www.knx.org</a:t>
            </a:r>
          </a:p>
        </p:txBody>
      </p:sp>
    </p:spTree>
    <p:extLst>
      <p:ext uri="{BB962C8B-B14F-4D97-AF65-F5344CB8AC3E}">
        <p14:creationId xmlns:p14="http://schemas.microsoft.com/office/powerpoint/2010/main" val="137734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556791"/>
            <a:ext cx="8856984" cy="4751933"/>
          </a:xfrm>
          <a:prstGeom prst="rect">
            <a:avLst/>
          </a:prstGeom>
        </p:spPr>
        <p:txBody>
          <a:bodyPr/>
          <a:lstStyle>
            <a:lvl2pPr>
              <a:defRPr sz="1800"/>
            </a:lvl2pPr>
            <a:lvl3pPr>
              <a:defRPr sz="15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670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927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081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26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401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5267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167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79243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510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776642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921070"/>
            <a:ext cx="8229600" cy="491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7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301718"/>
            <a:ext cx="11049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Conector recto 20"/>
          <p:cNvCxnSpPr/>
          <p:nvPr/>
        </p:nvCxnSpPr>
        <p:spPr>
          <a:xfrm>
            <a:off x="0" y="1484784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8104188" y="6367462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10004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  <p:sldLayoutId id="2147483770" r:id="rId18"/>
    <p:sldLayoutId id="2147483772" r:id="rId19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000" kern="1200">
          <a:solidFill>
            <a:schemeClr val="tx1"/>
          </a:solidFill>
          <a:latin typeface="Gotham Medium"/>
          <a:ea typeface="MS PGothic" panose="020B0600070205080204" pitchFamily="34" charset="-128"/>
          <a:cs typeface="Gotham Medium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knx.org/hc/en-us/articles/7393992314770-ETS6-App-licens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4048-93B1-4D7E-924E-3B2609D39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KNX Advanced Course</a:t>
            </a:r>
            <a:br>
              <a:rPr lang="en-GB" dirty="0"/>
            </a:br>
            <a:r>
              <a:rPr lang="en-GB" sz="2000" dirty="0"/>
              <a:t>Informative Appendix</a:t>
            </a:r>
            <a:endParaRPr lang="en-GB" sz="2000" b="0" dirty="0">
              <a:solidFill>
                <a:srgbClr val="0C4B9D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6891D17-0544-4779-B232-7495C4C55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188" y="3447972"/>
            <a:ext cx="4607868" cy="1076325"/>
          </a:xfrm>
        </p:spPr>
        <p:txBody>
          <a:bodyPr/>
          <a:lstStyle/>
          <a:p>
            <a:r>
              <a:rPr lang="nl-BE" sz="2400" dirty="0"/>
              <a:t>ETS Apps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5980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C40CEA1-13D2-4509-8137-2408883E2CC4}"/>
              </a:ext>
            </a:extLst>
          </p:cNvPr>
          <p:cNvSpPr txBox="1">
            <a:spLocks/>
          </p:cNvSpPr>
          <p:nvPr/>
        </p:nvSpPr>
        <p:spPr>
          <a:xfrm>
            <a:off x="971600" y="2915021"/>
            <a:ext cx="7416824" cy="209815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latin typeface="Arial" charset="0"/>
              </a:rPr>
              <a:t>Two types of extensions are distinguished:</a:t>
            </a:r>
            <a:endParaRPr lang="es-ES" sz="2000" dirty="0">
              <a:latin typeface="Arial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s-E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ETS Plug-in: </a:t>
            </a:r>
          </a:p>
          <a:p>
            <a:pPr>
              <a:lnSpc>
                <a:spcPct val="150000"/>
              </a:lnSpc>
              <a:defRPr/>
            </a:pPr>
            <a:r>
              <a:rPr lang="es-ES" sz="2000" kern="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ETS App</a:t>
            </a:r>
            <a:endParaRPr lang="en-US" sz="2000" kern="0" dirty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78F51206-21AB-4563-9309-FF4FBC90E97A}"/>
              </a:ext>
            </a:extLst>
          </p:cNvPr>
          <p:cNvSpPr txBox="1">
            <a:spLocks/>
          </p:cNvSpPr>
          <p:nvPr/>
        </p:nvSpPr>
        <p:spPr>
          <a:xfrm>
            <a:off x="971600" y="1617514"/>
            <a:ext cx="7704856" cy="10800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000" kern="0" dirty="0"/>
              <a:t>ETS: </a:t>
            </a:r>
            <a:r>
              <a:rPr lang="en-US" sz="2000" kern="0" dirty="0">
                <a:solidFill>
                  <a:schemeClr val="bg1">
                    <a:lumMod val="10000"/>
                  </a:schemeClr>
                </a:solidFill>
              </a:rPr>
              <a:t>Engineering Tool Software to create, edit, configure and manage projects</a:t>
            </a:r>
            <a:endParaRPr lang="en-US" sz="2000" kern="0" dirty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842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Definition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C40CEA1-13D2-4509-8137-2408883E2CC4}"/>
              </a:ext>
            </a:extLst>
          </p:cNvPr>
          <p:cNvSpPr txBox="1">
            <a:spLocks/>
          </p:cNvSpPr>
          <p:nvPr/>
        </p:nvSpPr>
        <p:spPr>
          <a:xfrm>
            <a:off x="899592" y="5085184"/>
            <a:ext cx="7704856" cy="1296566"/>
          </a:xfrm>
          <a:prstGeom prst="rect">
            <a:avLst/>
          </a:prstGeom>
        </p:spPr>
        <p:txBody>
          <a:bodyPr/>
          <a:lstStyle>
            <a:lvl1pPr marL="0" indent="0" eaLnBrk="0" hangingPunct="0">
              <a:spcBef>
                <a:spcPct val="20000"/>
              </a:spcBef>
              <a:buClr>
                <a:srgbClr val="369226"/>
              </a:buClr>
              <a:buFont typeface="Wingdings" pitchFamily="2" charset="2"/>
              <a:buNone/>
              <a:defRPr sz="2000" b="1">
                <a:solidFill>
                  <a:srgbClr val="369226"/>
                </a:solidFill>
                <a:latin typeface="+mn-lt"/>
                <a:cs typeface="+mn-cs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lvl="0" algn="just"/>
            <a:r>
              <a:rPr lang="es-ES" dirty="0"/>
              <a:t>ETS App:</a:t>
            </a:r>
            <a:r>
              <a:rPr lang="en-US" dirty="0"/>
              <a:t> Extension </a:t>
            </a:r>
            <a:r>
              <a:rPr lang="en-US" dirty="0">
                <a:solidFill>
                  <a:schemeClr val="tx1"/>
                </a:solidFill>
              </a:rPr>
              <a:t>to the standard functional scope </a:t>
            </a:r>
            <a:r>
              <a:rPr lang="en-US" dirty="0"/>
              <a:t>of ETS, not limited to a specific device.  </a:t>
            </a:r>
            <a:r>
              <a:rPr lang="en-US" dirty="0">
                <a:solidFill>
                  <a:schemeClr val="tx1"/>
                </a:solidFill>
              </a:rPr>
              <a:t>It is normally not included in the standard ETS software </a:t>
            </a:r>
            <a:r>
              <a:rPr lang="en-GB" dirty="0">
                <a:solidFill>
                  <a:schemeClr val="tx1"/>
                </a:solidFill>
                <a:latin typeface="Arial" charset="0"/>
              </a:rPr>
              <a:t>as shipped to the customer</a:t>
            </a:r>
            <a:endParaRPr lang="es-ES" dirty="0">
              <a:solidFill>
                <a:schemeClr val="tx1"/>
              </a:solidFill>
              <a:latin typeface="Arial" charset="0"/>
            </a:endParaRPr>
          </a:p>
          <a:p>
            <a:pPr algn="just"/>
            <a:r>
              <a:rPr lang="en-GB" dirty="0">
                <a:solidFill>
                  <a:schemeClr val="tx1"/>
                </a:solidFill>
                <a:latin typeface="Arial" charset="0"/>
              </a:rPr>
              <a:t> </a:t>
            </a:r>
            <a:endParaRPr lang="es-ES" dirty="0">
              <a:solidFill>
                <a:schemeClr val="tx1"/>
              </a:solidFill>
              <a:latin typeface="Arial" charset="0"/>
            </a:endParaRPr>
          </a:p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4D53EA-FC28-4F8C-B8AB-F62382D5323A}"/>
              </a:ext>
            </a:extLst>
          </p:cNvPr>
          <p:cNvGrpSpPr/>
          <p:nvPr/>
        </p:nvGrpSpPr>
        <p:grpSpPr>
          <a:xfrm>
            <a:off x="1827262" y="2602700"/>
            <a:ext cx="5489475" cy="1937904"/>
            <a:chOff x="1691680" y="2710383"/>
            <a:chExt cx="5489475" cy="193790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61BE6A3-E996-4A0C-9ED6-3CC3642A4D9C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680" y="2710383"/>
              <a:ext cx="5489475" cy="19379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Right Arrow 3">
              <a:extLst>
                <a:ext uri="{FF2B5EF4-FFF2-40B4-BE49-F238E27FC236}">
                  <a16:creationId xmlns:a16="http://schemas.microsoft.com/office/drawing/2014/main" id="{29DD2FD3-74B0-4B3B-A029-5135757BF9D7}"/>
                </a:ext>
              </a:extLst>
            </p:cNvPr>
            <p:cNvSpPr/>
            <p:nvPr/>
          </p:nvSpPr>
          <p:spPr bwMode="auto">
            <a:xfrm rot="5400000">
              <a:off x="2352799" y="3969408"/>
              <a:ext cx="650875" cy="388937"/>
            </a:xfrm>
            <a:prstGeom prst="rightArrow">
              <a:avLst/>
            </a:prstGeom>
            <a:solidFill>
              <a:srgbClr val="369226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DBDE9D72-AF3A-4AAB-85A8-6CF29CF9C71E}"/>
              </a:ext>
            </a:extLst>
          </p:cNvPr>
          <p:cNvSpPr txBox="1">
            <a:spLocks/>
          </p:cNvSpPr>
          <p:nvPr/>
        </p:nvSpPr>
        <p:spPr>
          <a:xfrm>
            <a:off x="899592" y="1412875"/>
            <a:ext cx="7704856" cy="10800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 algn="just">
              <a:buFont typeface="Wingdings" pitchFamily="2" charset="2"/>
              <a:buNone/>
            </a:pPr>
            <a:r>
              <a:rPr lang="en-US" sz="2000" kern="0" dirty="0"/>
              <a:t>ETS</a:t>
            </a:r>
            <a:r>
              <a:rPr lang="es-ES" sz="2000" kern="0" dirty="0">
                <a:ea typeface="Open Sans" panose="020B0606030504020204" pitchFamily="34" charset="0"/>
                <a:cs typeface="Open Sans" panose="020B0606030504020204" pitchFamily="34" charset="0"/>
              </a:rPr>
              <a:t> Plug-in: </a:t>
            </a:r>
            <a:r>
              <a:rPr lang="en-GB" sz="2000" kern="0" dirty="0">
                <a:latin typeface="Arial" charset="0"/>
              </a:rPr>
              <a:t>Product-related extension</a:t>
            </a:r>
            <a:r>
              <a:rPr lang="en-GB" sz="2000" kern="0" dirty="0">
                <a:solidFill>
                  <a:schemeClr val="tx1"/>
                </a:solidFill>
                <a:latin typeface="Arial" charset="0"/>
              </a:rPr>
              <a:t>, made available by the manufacturer of the device, allowing a specific configuration or commissioning, </a:t>
            </a:r>
            <a:r>
              <a:rPr lang="en-GB" sz="2000" kern="0" dirty="0">
                <a:latin typeface="Arial" charset="0"/>
              </a:rPr>
              <a:t>deviating from the standard ETS</a:t>
            </a:r>
            <a:r>
              <a:rPr lang="en-GB" sz="2000" kern="0" dirty="0">
                <a:solidFill>
                  <a:schemeClr val="tx1"/>
                </a:solidFill>
                <a:latin typeface="Arial" charset="0"/>
              </a:rPr>
              <a:t> </a:t>
            </a:r>
            <a:endParaRPr lang="en-US" sz="2000" kern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511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ETS Apps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C40CEA1-13D2-4509-8137-2408883E2CC4}"/>
              </a:ext>
            </a:extLst>
          </p:cNvPr>
          <p:cNvSpPr txBox="1">
            <a:spLocks/>
          </p:cNvSpPr>
          <p:nvPr/>
        </p:nvSpPr>
        <p:spPr>
          <a:xfrm>
            <a:off x="902776" y="1412776"/>
            <a:ext cx="7557655" cy="475252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r>
              <a:rPr lang="en-GB" sz="2000" dirty="0">
                <a:solidFill>
                  <a:schemeClr val="tx1"/>
                </a:solidFill>
                <a:latin typeface="Arial" charset="0"/>
              </a:rPr>
              <a:t>In most cases, the ETS program offer all functionality necessary to design and configure KNX projects</a:t>
            </a:r>
          </a:p>
          <a:p>
            <a:endParaRPr lang="en-GB" sz="2000" dirty="0">
              <a:solidFill>
                <a:schemeClr val="tx1"/>
              </a:solidFill>
              <a:latin typeface="Arial" charset="0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charset="0"/>
              </a:rPr>
              <a:t>ETS Apps </a:t>
            </a:r>
            <a:r>
              <a:rPr lang="en-GB" sz="2000" dirty="0">
                <a:latin typeface="Arial" charset="0"/>
              </a:rPr>
              <a:t>customize the ETS to individual needs </a:t>
            </a:r>
            <a:r>
              <a:rPr lang="en-GB" sz="2000" dirty="0">
                <a:solidFill>
                  <a:schemeClr val="tx1"/>
                </a:solidFill>
                <a:latin typeface="Arial" charset="0"/>
              </a:rPr>
              <a:t>while maintaining the KNX “</a:t>
            </a:r>
            <a:r>
              <a:rPr lang="en-GB" sz="2000" dirty="0">
                <a:latin typeface="Arial" charset="0"/>
              </a:rPr>
              <a:t>one tool</a:t>
            </a:r>
            <a:r>
              <a:rPr lang="en-GB" sz="2000" dirty="0">
                <a:solidFill>
                  <a:schemeClr val="tx1"/>
                </a:solidFill>
                <a:latin typeface="Arial" charset="0"/>
              </a:rPr>
              <a:t>” approach</a:t>
            </a:r>
          </a:p>
          <a:p>
            <a:endParaRPr lang="en-GB" sz="2000" dirty="0">
              <a:solidFill>
                <a:schemeClr val="tx1"/>
              </a:solidFill>
              <a:latin typeface="Arial" charset="0"/>
            </a:endParaRPr>
          </a:p>
          <a:p>
            <a:r>
              <a:rPr lang="en-US" sz="2000" dirty="0">
                <a:ea typeface="ＭＳ Ｐゴシック" pitchFamily="-97" charset="-128"/>
                <a:cs typeface="Arial" pitchFamily="34" charset="0"/>
              </a:rPr>
              <a:t>KNX members can offer ETS Apps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ea typeface="ＭＳ Ｐゴシック" pitchFamily="-97" charset="-128"/>
                <a:cs typeface="Arial" pitchFamily="34" charset="0"/>
              </a:rPr>
              <a:t>, tailored to the needs and features of their products and/or specific markets</a:t>
            </a:r>
          </a:p>
          <a:p>
            <a:endParaRPr lang="en-US" sz="2000" dirty="0">
              <a:solidFill>
                <a:schemeClr val="bg2">
                  <a:lumMod val="25000"/>
                </a:schemeClr>
              </a:solidFill>
              <a:ea typeface="ＭＳ Ｐゴシック" pitchFamily="-97" charset="-128"/>
              <a:cs typeface="Arial" pitchFamily="34" charset="0"/>
            </a:endParaRPr>
          </a:p>
          <a:p>
            <a:r>
              <a:rPr lang="en-GB" sz="2000" dirty="0">
                <a:solidFill>
                  <a:schemeClr val="tx1"/>
                </a:solidFill>
              </a:rPr>
              <a:t>ETS Apps are </a:t>
            </a:r>
            <a:r>
              <a:rPr lang="en-GB" sz="2000" dirty="0"/>
              <a:t>part of the KNX Licensing Scheme</a:t>
            </a:r>
            <a:r>
              <a:rPr lang="en-GB" sz="2000" dirty="0">
                <a:solidFill>
                  <a:schemeClr val="tx1"/>
                </a:solidFill>
              </a:rPr>
              <a:t>. ETS U</a:t>
            </a:r>
            <a:r>
              <a:rPr lang="en-GB" sz="2000" dirty="0">
                <a:solidFill>
                  <a:schemeClr val="tx1"/>
                </a:solidFill>
                <a:latin typeface="Arial" charset="0"/>
              </a:rPr>
              <a:t>sers can see all available Apps </a:t>
            </a:r>
            <a:r>
              <a:rPr lang="en-GB" sz="2000" dirty="0">
                <a:solidFill>
                  <a:schemeClr val="tx1"/>
                </a:solidFill>
              </a:rPr>
              <a:t>via the </a:t>
            </a:r>
            <a:r>
              <a:rPr lang="en-GB" sz="2000" dirty="0" err="1">
                <a:solidFill>
                  <a:schemeClr val="tx1"/>
                </a:solidFill>
              </a:rPr>
              <a:t>MyKNX</a:t>
            </a:r>
            <a:r>
              <a:rPr lang="en-GB" sz="2000" dirty="0">
                <a:solidFill>
                  <a:schemeClr val="tx1"/>
                </a:solidFill>
              </a:rPr>
              <a:t> platform</a:t>
            </a:r>
          </a:p>
          <a:p>
            <a:endParaRPr lang="en-GB" sz="2000" dirty="0">
              <a:solidFill>
                <a:schemeClr val="tx1"/>
              </a:solidFill>
              <a:ea typeface="ＭＳ Ｐゴシック" pitchFamily="-97" charset="-128"/>
              <a:cs typeface="Arial" pitchFamily="34" charset="0"/>
            </a:endParaRPr>
          </a:p>
          <a:p>
            <a:r>
              <a:rPr lang="en-GB" sz="2000" dirty="0">
                <a:solidFill>
                  <a:schemeClr val="tx1"/>
                </a:solidFill>
              </a:rPr>
              <a:t>ETS Apps are </a:t>
            </a:r>
            <a:r>
              <a:rPr lang="en-GB" sz="2000" dirty="0"/>
              <a:t>validated and signed by KNX</a:t>
            </a:r>
            <a:endParaRPr lang="en-US" sz="2000" dirty="0"/>
          </a:p>
          <a:p>
            <a:endParaRPr lang="es-ES" sz="2000" dirty="0">
              <a:solidFill>
                <a:schemeClr val="bg2">
                  <a:lumMod val="25000"/>
                </a:schemeClr>
              </a:solidFill>
              <a:ea typeface="ＭＳ Ｐゴシック" pitchFamily="-97" charset="-128"/>
              <a:cs typeface="Arial" pitchFamily="34" charset="0"/>
            </a:endParaRPr>
          </a:p>
          <a:p>
            <a:endParaRPr lang="en-GB" sz="2000" dirty="0">
              <a:solidFill>
                <a:schemeClr val="tx1"/>
              </a:solidFill>
              <a:latin typeface="Arial" charset="0"/>
            </a:endParaRPr>
          </a:p>
          <a:p>
            <a:endParaRPr lang="en-GB" sz="2000" kern="0" dirty="0">
              <a:solidFill>
                <a:schemeClr val="tx1"/>
              </a:solidFill>
              <a:latin typeface="Arial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kern="0" dirty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8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requirements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C40CEA1-13D2-4509-8137-2408883E2CC4}"/>
              </a:ext>
            </a:extLst>
          </p:cNvPr>
          <p:cNvSpPr txBox="1">
            <a:spLocks/>
          </p:cNvSpPr>
          <p:nvPr/>
        </p:nvSpPr>
        <p:spPr>
          <a:xfrm>
            <a:off x="902776" y="1412776"/>
            <a:ext cx="7557656" cy="475252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Arial" charset="0"/>
              </a:rPr>
              <a:t>An installed and operational </a:t>
            </a:r>
            <a:r>
              <a:rPr lang="en-US" sz="2000" dirty="0">
                <a:latin typeface="Arial" charset="0"/>
              </a:rPr>
              <a:t>ETS 4.1 (or higher)</a:t>
            </a:r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Arial" charset="0"/>
              </a:rPr>
              <a:t>An installed </a:t>
            </a:r>
            <a:r>
              <a:rPr lang="en-US" sz="2000" dirty="0">
                <a:latin typeface="Arial" charset="0"/>
              </a:rPr>
              <a:t>ETS Professional, Home or Lite license</a:t>
            </a:r>
            <a:r>
              <a:rPr lang="en-US" sz="2000" dirty="0">
                <a:solidFill>
                  <a:schemeClr val="tx1"/>
                </a:solidFill>
                <a:latin typeface="Arial" charset="0"/>
              </a:rPr>
              <a:t>. ETS Apps cannot be run in a Demo environment</a:t>
            </a:r>
          </a:p>
          <a:p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Arial" charset="0"/>
              </a:rPr>
              <a:t>Each </a:t>
            </a:r>
            <a:r>
              <a:rPr lang="en-US" sz="2000" dirty="0">
                <a:latin typeface="Arial" charset="0"/>
              </a:rPr>
              <a:t>ETS App requires a specific license</a:t>
            </a:r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endParaRPr lang="en-US" sz="2000" dirty="0">
              <a:solidFill>
                <a:schemeClr val="tx1"/>
              </a:solidFill>
              <a:latin typeface="Arial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Arial" charset="0"/>
              </a:rPr>
              <a:t>Some ETS App can be called directly in ETS whereas other Apps must be installed first and then activated in the ETS software</a:t>
            </a:r>
          </a:p>
          <a:p>
            <a:endParaRPr lang="es-ES" sz="2000" dirty="0">
              <a:solidFill>
                <a:schemeClr val="bg2">
                  <a:lumMod val="25000"/>
                </a:schemeClr>
              </a:solidFill>
              <a:ea typeface="ＭＳ Ｐゴシック" pitchFamily="-97" charset="-128"/>
              <a:cs typeface="Arial" pitchFamily="34" charset="0"/>
            </a:endParaRPr>
          </a:p>
          <a:p>
            <a:endParaRPr lang="en-GB" sz="2000" dirty="0">
              <a:solidFill>
                <a:schemeClr val="tx1"/>
              </a:solidFill>
              <a:latin typeface="Arial" charset="0"/>
            </a:endParaRPr>
          </a:p>
          <a:p>
            <a:endParaRPr lang="en-GB" sz="2000" kern="0" dirty="0">
              <a:solidFill>
                <a:schemeClr val="tx1"/>
              </a:solidFill>
              <a:latin typeface="Arial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kern="0" dirty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775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Licensing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C40CEA1-13D2-4509-8137-2408883E2CC4}"/>
              </a:ext>
            </a:extLst>
          </p:cNvPr>
          <p:cNvSpPr txBox="1">
            <a:spLocks/>
          </p:cNvSpPr>
          <p:nvPr/>
        </p:nvSpPr>
        <p:spPr>
          <a:xfrm>
            <a:off x="899592" y="1701873"/>
            <a:ext cx="7701672" cy="475252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  <a:latin typeface="Arial" charset="0"/>
              </a:rPr>
              <a:t>To get hold of a license of an ETS App, you need to: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latin typeface="Arial" charset="0"/>
              </a:rPr>
              <a:t>Log in to your </a:t>
            </a:r>
            <a:r>
              <a:rPr lang="en-US" sz="1600" b="1" dirty="0" err="1">
                <a:solidFill>
                  <a:schemeClr val="tx1"/>
                </a:solidFill>
                <a:latin typeface="Arial" charset="0"/>
              </a:rPr>
              <a:t>MyKNX</a:t>
            </a:r>
            <a:r>
              <a:rPr lang="en-US" sz="1600" b="1" dirty="0">
                <a:solidFill>
                  <a:schemeClr val="tx1"/>
                </a:solidFill>
                <a:latin typeface="Arial" charset="0"/>
              </a:rPr>
              <a:t> account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latin typeface="Arial" charset="0"/>
              </a:rPr>
              <a:t>Select the menu Shop and the submenu ETS Apps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latin typeface="Arial" charset="0"/>
              </a:rPr>
              <a:t>Select the ETS App</a:t>
            </a:r>
            <a:r>
              <a:rPr lang="en-GB" sz="1600" b="1" dirty="0">
                <a:solidFill>
                  <a:schemeClr val="tx1"/>
                </a:solidFill>
                <a:latin typeface="Arial" charset="0"/>
              </a:rPr>
              <a:t> within the different categories</a:t>
            </a:r>
            <a:endParaRPr lang="en-US" sz="1600" b="1" dirty="0">
              <a:solidFill>
                <a:schemeClr val="tx1"/>
              </a:solidFill>
              <a:latin typeface="Arial" charset="0"/>
            </a:endParaRPr>
          </a:p>
          <a:p>
            <a:r>
              <a:rPr lang="en-GB" sz="1800" dirty="0">
                <a:solidFill>
                  <a:schemeClr val="tx1"/>
                </a:solidFill>
                <a:latin typeface="Arial" charset="0"/>
              </a:rPr>
              <a:t>Some App extensions must be extra installed (marked with a download icon in the “</a:t>
            </a:r>
            <a:r>
              <a:rPr lang="en-GB" sz="1800" i="1" dirty="0">
                <a:solidFill>
                  <a:schemeClr val="tx1"/>
                </a:solidFill>
                <a:latin typeface="Arial" charset="0"/>
              </a:rPr>
              <a:t>My Products”</a:t>
            </a:r>
            <a:r>
              <a:rPr lang="en-GB" sz="1800" dirty="0">
                <a:solidFill>
                  <a:schemeClr val="tx1"/>
                </a:solidFill>
                <a:latin typeface="Arial" charset="0"/>
              </a:rPr>
              <a:t> menu)</a:t>
            </a:r>
          </a:p>
          <a:p>
            <a:r>
              <a:rPr lang="en-GB" sz="1800" dirty="0">
                <a:solidFill>
                  <a:schemeClr val="tx1"/>
                </a:solidFill>
                <a:latin typeface="Arial" charset="0"/>
              </a:rPr>
              <a:t>If download icon is missing, the App is already contained in the ETS and only needs to be released</a:t>
            </a:r>
            <a:endParaRPr lang="es-ES" sz="1800" dirty="0">
              <a:solidFill>
                <a:schemeClr val="tx1"/>
              </a:solidFill>
              <a:latin typeface="Arial" charset="0"/>
            </a:endParaRPr>
          </a:p>
          <a:p>
            <a:endParaRPr lang="es-ES" sz="1800" dirty="0">
              <a:solidFill>
                <a:schemeClr val="bg2">
                  <a:lumMod val="25000"/>
                </a:schemeClr>
              </a:solidFill>
              <a:ea typeface="ＭＳ Ｐゴシック" pitchFamily="-97" charset="-128"/>
              <a:cs typeface="Arial" pitchFamily="34" charset="0"/>
            </a:endParaRPr>
          </a:p>
          <a:p>
            <a:endParaRPr lang="en-GB" sz="1800" dirty="0">
              <a:solidFill>
                <a:schemeClr val="tx1"/>
              </a:solidFill>
              <a:latin typeface="Arial" charset="0"/>
            </a:endParaRPr>
          </a:p>
          <a:p>
            <a:endParaRPr lang="en-GB" sz="1800" kern="0" dirty="0">
              <a:solidFill>
                <a:schemeClr val="tx1"/>
              </a:solidFill>
              <a:latin typeface="Arial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1800" kern="0" dirty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Further information with regard to ETS6 Licensing can be found in our help centre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: </a:t>
            </a:r>
            <a:r>
              <a:rPr lang="en-US" sz="1600" u="sng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3"/>
              </a:rPr>
              <a:t>https://support.knx.org/hc/en-us/articles/7393992314770-ETS6-App-licensing</a:t>
            </a:r>
            <a:endParaRPr lang="en-US" sz="1800" kern="0" dirty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D9F90FF8-5343-C4EC-384B-DC72B3578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4078137"/>
            <a:ext cx="4968552" cy="136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71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477614"/>
            <a:ext cx="6768231" cy="719138"/>
          </a:xfrm>
        </p:spPr>
        <p:txBody>
          <a:bodyPr/>
          <a:lstStyle/>
          <a:p>
            <a:r>
              <a:rPr lang="en-US" dirty="0"/>
              <a:t>Reading out the property of a device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8E7716-DD0D-4FCD-ACFD-3D92873D3283}"/>
              </a:ext>
            </a:extLst>
          </p:cNvPr>
          <p:cNvSpPr/>
          <p:nvPr/>
        </p:nvSpPr>
        <p:spPr>
          <a:xfrm>
            <a:off x="900112" y="1412776"/>
            <a:ext cx="78483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spcBef>
                <a:spcPct val="30000"/>
              </a:spcBef>
              <a:defRPr/>
            </a:pPr>
            <a:r>
              <a:rPr lang="en-GB" sz="2000" b="1" dirty="0"/>
              <a:t>Read properties </a:t>
            </a:r>
            <a:r>
              <a:rPr lang="en-US" sz="2000" b="1" dirty="0"/>
              <a:t>without knowing the internal memory structure or storage location of the data</a:t>
            </a:r>
            <a:r>
              <a:rPr lang="en-GB" sz="2000" b="1" dirty="0"/>
              <a:t> </a:t>
            </a:r>
            <a:endParaRPr lang="es-ES" sz="20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1156D5-ADAD-4493-89B5-507114BDE741}"/>
              </a:ext>
            </a:extLst>
          </p:cNvPr>
          <p:cNvSpPr/>
          <p:nvPr/>
        </p:nvSpPr>
        <p:spPr>
          <a:xfrm>
            <a:off x="900112" y="4318283"/>
            <a:ext cx="755759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/>
              <a:t>1. </a:t>
            </a:r>
            <a:r>
              <a:rPr lang="en-GB" sz="1600" b="1" dirty="0">
                <a:solidFill>
                  <a:srgbClr val="369226"/>
                </a:solidFill>
              </a:rPr>
              <a:t>Individual Address </a:t>
            </a:r>
            <a:r>
              <a:rPr lang="en-GB" sz="1600" b="1" dirty="0"/>
              <a:t>of the device to read</a:t>
            </a:r>
            <a:endParaRPr lang="es-ES" sz="1600" b="1" dirty="0"/>
          </a:p>
          <a:p>
            <a:r>
              <a:rPr lang="en-GB" sz="1600" b="1" dirty="0"/>
              <a:t>2. </a:t>
            </a:r>
            <a:r>
              <a:rPr lang="en-GB" sz="1600" b="1" dirty="0">
                <a:solidFill>
                  <a:srgbClr val="369226"/>
                </a:solidFill>
              </a:rPr>
              <a:t>Access key</a:t>
            </a:r>
            <a:r>
              <a:rPr lang="en-GB" sz="1600" b="1" dirty="0"/>
              <a:t>:</a:t>
            </a:r>
            <a:r>
              <a:rPr lang="es-ES" sz="1600" b="1" dirty="0"/>
              <a:t> </a:t>
            </a:r>
            <a:r>
              <a:rPr lang="en-GB" sz="1600" b="1" dirty="0"/>
              <a:t>BCU Key in the </a:t>
            </a:r>
            <a:r>
              <a:rPr lang="en-US" sz="1600" b="1" dirty="0"/>
              <a:t>Details menu of the corresponding project in the ETS Dashboard.</a:t>
            </a:r>
            <a:endParaRPr lang="en-GB" sz="1600" b="1" dirty="0"/>
          </a:p>
          <a:p>
            <a:r>
              <a:rPr lang="en-GB" sz="1600" b="1" dirty="0"/>
              <a:t>3. </a:t>
            </a:r>
            <a:r>
              <a:rPr lang="en-GB" sz="1600" b="1" dirty="0">
                <a:solidFill>
                  <a:srgbClr val="369226"/>
                </a:solidFill>
              </a:rPr>
              <a:t>Read Mode</a:t>
            </a:r>
            <a:r>
              <a:rPr lang="en-GB" sz="1600" b="1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Selected object only: Only read out the properties selected individually in the left panel </a:t>
            </a:r>
            <a:r>
              <a:rPr lang="en-GB" sz="1600" b="1" dirty="0">
                <a:sym typeface="Wingdings" panose="05000000000000000000" pitchFamily="2" charset="2"/>
              </a:rPr>
              <a:t></a:t>
            </a:r>
            <a:r>
              <a:rPr lang="en-GB" sz="1600" b="1" dirty="0"/>
              <a:t> slow reading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Full : Read out all properties of all available interface objects </a:t>
            </a:r>
            <a:r>
              <a:rPr lang="en-GB" sz="1600" b="1" dirty="0">
                <a:sym typeface="Wingdings" panose="05000000000000000000" pitchFamily="2" charset="2"/>
              </a:rPr>
              <a:t></a:t>
            </a:r>
            <a:r>
              <a:rPr lang="en-GB" sz="1600" b="1" dirty="0"/>
              <a:t> fast reading</a:t>
            </a:r>
            <a:endParaRPr lang="es-ES" sz="1600" b="1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A971436-6047-90AC-1C52-86FD4BB2F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037" y="2289324"/>
            <a:ext cx="5580380" cy="190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178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477614"/>
            <a:ext cx="6768231" cy="719138"/>
          </a:xfrm>
        </p:spPr>
        <p:txBody>
          <a:bodyPr/>
          <a:lstStyle/>
          <a:p>
            <a:r>
              <a:rPr lang="en-US" dirty="0"/>
              <a:t>Reading out the property of a device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48E988-0FDB-47BD-B976-449861F8E25E}"/>
              </a:ext>
            </a:extLst>
          </p:cNvPr>
          <p:cNvSpPr/>
          <p:nvPr/>
        </p:nvSpPr>
        <p:spPr>
          <a:xfrm>
            <a:off x="5020421" y="5890545"/>
            <a:ext cx="2967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/>
              <a:t>Example of property read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1D219C08-E7F7-83A7-8566-29240A771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810" y="1690370"/>
            <a:ext cx="6462598" cy="402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424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477614"/>
            <a:ext cx="6768231" cy="719138"/>
          </a:xfrm>
        </p:spPr>
        <p:txBody>
          <a:bodyPr/>
          <a:lstStyle/>
          <a:p>
            <a:r>
              <a:rPr lang="en-US" dirty="0"/>
              <a:t>Reading out the memory of a device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48E988-0FDB-47BD-B976-449861F8E25E}"/>
              </a:ext>
            </a:extLst>
          </p:cNvPr>
          <p:cNvSpPr/>
          <p:nvPr/>
        </p:nvSpPr>
        <p:spPr>
          <a:xfrm>
            <a:off x="4935454" y="1484784"/>
            <a:ext cx="3070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/>
              <a:t>Read memory from device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965A0A-F134-4514-8FC1-961AE3A93988}"/>
              </a:ext>
            </a:extLst>
          </p:cNvPr>
          <p:cNvSpPr/>
          <p:nvPr/>
        </p:nvSpPr>
        <p:spPr>
          <a:xfrm>
            <a:off x="555853" y="4452699"/>
            <a:ext cx="80322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/>
              <a:t>1. </a:t>
            </a:r>
            <a:r>
              <a:rPr lang="en-GB" sz="1600" b="1" dirty="0">
                <a:solidFill>
                  <a:srgbClr val="369226"/>
                </a:solidFill>
              </a:rPr>
              <a:t>Individual Address </a:t>
            </a:r>
            <a:r>
              <a:rPr lang="en-GB" sz="1600" b="1" dirty="0"/>
              <a:t>of the device to read</a:t>
            </a:r>
            <a:endParaRPr lang="es-ES" sz="1600" b="1" dirty="0"/>
          </a:p>
          <a:p>
            <a:r>
              <a:rPr lang="en-GB" sz="1600" b="1" dirty="0"/>
              <a:t>2. </a:t>
            </a:r>
            <a:r>
              <a:rPr lang="en-GB" sz="1600" b="1" dirty="0">
                <a:solidFill>
                  <a:srgbClr val="369226"/>
                </a:solidFill>
              </a:rPr>
              <a:t>Access key</a:t>
            </a:r>
            <a:r>
              <a:rPr lang="en-GB" sz="1600" b="1" dirty="0"/>
              <a:t>:</a:t>
            </a:r>
            <a:r>
              <a:rPr lang="es-ES" sz="1600" b="1" dirty="0"/>
              <a:t> </a:t>
            </a:r>
            <a:r>
              <a:rPr lang="en-GB" sz="1600" b="1" dirty="0"/>
              <a:t>BCU Key in the </a:t>
            </a:r>
            <a:r>
              <a:rPr lang="en-US" sz="1600" b="1" dirty="0"/>
              <a:t>Details menu of the corresponding project in the ETS Dashboard.</a:t>
            </a:r>
            <a:endParaRPr lang="en-GB" sz="1600" b="1" dirty="0"/>
          </a:p>
          <a:p>
            <a:r>
              <a:rPr lang="en-GB" sz="1600" b="1" dirty="0"/>
              <a:t>3. </a:t>
            </a:r>
            <a:r>
              <a:rPr lang="en-GB" sz="1600" b="1" dirty="0">
                <a:solidFill>
                  <a:srgbClr val="369226"/>
                </a:solidFill>
              </a:rPr>
              <a:t>Address Space</a:t>
            </a:r>
            <a:r>
              <a:rPr lang="en-GB" sz="1600" b="1" dirty="0"/>
              <a:t>: Standard Memory, others are User Memory, Line Coupler Slave, Line Coupler Routing Table</a:t>
            </a:r>
          </a:p>
          <a:p>
            <a:r>
              <a:rPr lang="en-GB" sz="1600" b="1" dirty="0"/>
              <a:t>4. </a:t>
            </a:r>
            <a:r>
              <a:rPr lang="en-GB" sz="1600" b="1" dirty="0">
                <a:solidFill>
                  <a:srgbClr val="369226"/>
                </a:solidFill>
              </a:rPr>
              <a:t>Range</a:t>
            </a:r>
            <a:r>
              <a:rPr lang="en-GB" sz="1600" b="1" dirty="0"/>
              <a:t>: </a:t>
            </a:r>
            <a:r>
              <a:rPr lang="es-ES" sz="1600" b="1" dirty="0" err="1"/>
              <a:t>Memory</a:t>
            </a:r>
            <a:r>
              <a:rPr lang="es-ES" sz="1600" b="1" dirty="0"/>
              <a:t> </a:t>
            </a:r>
            <a:r>
              <a:rPr lang="en-US" sz="1600" b="1" dirty="0"/>
              <a:t>block to read out by entering the memory range. </a:t>
            </a:r>
          </a:p>
          <a:p>
            <a:r>
              <a:rPr lang="en-US" sz="1600" b="1" dirty="0"/>
              <a:t>Default value: 0100 to 01FF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D5BBE43D-F659-5167-171B-89EA6C3C3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80" y="1497360"/>
            <a:ext cx="4280720" cy="280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98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477614"/>
            <a:ext cx="6768231" cy="719138"/>
          </a:xfrm>
        </p:spPr>
        <p:txBody>
          <a:bodyPr/>
          <a:lstStyle/>
          <a:p>
            <a:r>
              <a:rPr lang="en-US" dirty="0"/>
              <a:t>Reading out the memory of a device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48E988-0FDB-47BD-B976-449861F8E25E}"/>
              </a:ext>
            </a:extLst>
          </p:cNvPr>
          <p:cNvSpPr/>
          <p:nvPr/>
        </p:nvSpPr>
        <p:spPr>
          <a:xfrm>
            <a:off x="5508104" y="1413441"/>
            <a:ext cx="30461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Example of memory read </a:t>
            </a:r>
            <a:r>
              <a:rPr lang="en-US" b="1" dirty="0"/>
              <a:t>of a system 1 device 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 individual address 1.1.45</a:t>
            </a:r>
            <a:endParaRPr lang="en-GB" b="1" dirty="0"/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B0111473-80CA-8D04-D8B6-AD4D94EF1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556792"/>
            <a:ext cx="5040560" cy="306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479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477614"/>
            <a:ext cx="6768231" cy="719138"/>
          </a:xfrm>
        </p:spPr>
        <p:txBody>
          <a:bodyPr/>
          <a:lstStyle/>
          <a:p>
            <a:r>
              <a:rPr lang="en-US" dirty="0"/>
              <a:t>Compare Device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1D63B-4F3E-4FE5-B289-B7FF56D91CFD}"/>
              </a:ext>
            </a:extLst>
          </p:cNvPr>
          <p:cNvSpPr/>
          <p:nvPr/>
        </p:nvSpPr>
        <p:spPr>
          <a:xfrm>
            <a:off x="900112" y="1490008"/>
            <a:ext cx="345586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Enables the integrator to </a:t>
            </a:r>
            <a:r>
              <a:rPr lang="en-US" sz="2000" b="1" dirty="0">
                <a:solidFill>
                  <a:srgbClr val="369226"/>
                </a:solidFill>
              </a:rPr>
              <a:t>compare</a:t>
            </a:r>
            <a:r>
              <a:rPr lang="en-US" sz="2000" b="1" dirty="0"/>
              <a:t> the data in the </a:t>
            </a:r>
            <a:r>
              <a:rPr lang="en-US" sz="2000" b="1" dirty="0">
                <a:solidFill>
                  <a:srgbClr val="369226"/>
                </a:solidFill>
              </a:rPr>
              <a:t>ETS project to the individual devices </a:t>
            </a:r>
            <a:r>
              <a:rPr lang="en-US" sz="2000" b="1" dirty="0"/>
              <a:t>in the installation</a:t>
            </a:r>
            <a:endParaRPr lang="en-GB" sz="2000" b="1" dirty="0"/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482EE942-5668-834B-6FA4-1BDC5F8F5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1530787"/>
            <a:ext cx="4932680" cy="441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979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477614"/>
            <a:ext cx="6768231" cy="719138"/>
          </a:xfrm>
        </p:spPr>
        <p:txBody>
          <a:bodyPr/>
          <a:lstStyle/>
          <a:p>
            <a:r>
              <a:rPr lang="en-US" dirty="0"/>
              <a:t>Compare Device Process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48E988-0FDB-47BD-B976-449861F8E25E}"/>
              </a:ext>
            </a:extLst>
          </p:cNvPr>
          <p:cNvSpPr/>
          <p:nvPr/>
        </p:nvSpPr>
        <p:spPr>
          <a:xfrm>
            <a:off x="4644008" y="1367471"/>
            <a:ext cx="3288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/>
              <a:t>Device Compare Exceptions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55DDE0-1418-4012-A435-EF33AA9FC07B}"/>
              </a:ext>
            </a:extLst>
          </p:cNvPr>
          <p:cNvSpPr/>
          <p:nvPr/>
        </p:nvSpPr>
        <p:spPr>
          <a:xfrm>
            <a:off x="1524760" y="5958411"/>
            <a:ext cx="2569801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b="1" dirty="0">
                <a:latin typeface="Arial" panose="020B0604020202020204" pitchFamily="34" charset="0"/>
                <a:ea typeface="Calibri" panose="020F0502020204030204" pitchFamily="34" charset="0"/>
              </a:rPr>
              <a:t>Comparison Process</a:t>
            </a:r>
            <a:endParaRPr lang="es-ES" sz="1800" b="1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2" name="Picture 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A0D99EE-362E-4C13-A22F-F472FFE09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2" y="1238628"/>
            <a:ext cx="4499993" cy="2428194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00BF2B-DB4B-F6B8-1926-8CD2B38E0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139" y="4291711"/>
            <a:ext cx="2766175" cy="1198818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909EB20-4323-56B1-B256-643A8D685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0720" y="4283456"/>
            <a:ext cx="3114632" cy="119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428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477614"/>
            <a:ext cx="6768231" cy="719138"/>
          </a:xfrm>
        </p:spPr>
        <p:txBody>
          <a:bodyPr/>
          <a:lstStyle/>
          <a:p>
            <a:r>
              <a:rPr lang="en-US" dirty="0"/>
              <a:t>Compare Device Process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48E988-0FDB-47BD-B976-449861F8E25E}"/>
              </a:ext>
            </a:extLst>
          </p:cNvPr>
          <p:cNvSpPr/>
          <p:nvPr/>
        </p:nvSpPr>
        <p:spPr>
          <a:xfrm>
            <a:off x="5076056" y="4725144"/>
            <a:ext cx="2813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/>
              <a:t>Device Compare Details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55DDE0-1418-4012-A435-EF33AA9FC07B}"/>
              </a:ext>
            </a:extLst>
          </p:cNvPr>
          <p:cNvSpPr/>
          <p:nvPr/>
        </p:nvSpPr>
        <p:spPr>
          <a:xfrm>
            <a:off x="900112" y="5355441"/>
            <a:ext cx="7992888" cy="711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b="1" dirty="0">
                <a:solidFill>
                  <a:srgbClr val="369226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Note: </a:t>
            </a:r>
            <a:r>
              <a:rPr lang="en-US" b="1" dirty="0">
                <a:latin typeface="Arial" panose="020B0604020202020204" pitchFamily="34" charset="0"/>
                <a:ea typeface="Calibri" panose="020F0502020204030204" pitchFamily="34" charset="0"/>
              </a:rPr>
              <a:t>If a warning is displayed this does not necessarily mean that there is a difference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18DEE8-5D90-4A42-BF93-DB9BBB82E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566" y="1502559"/>
            <a:ext cx="6160770" cy="3080385"/>
          </a:xfrm>
          <a:prstGeom prst="rect">
            <a:avLst/>
          </a:prstGeom>
          <a:noFill/>
          <a:ln>
            <a:solidFill>
              <a:schemeClr val="accent6">
                <a:shade val="95000"/>
                <a:satMod val="10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22043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691421"/>
            <a:ext cx="6768231" cy="719138"/>
          </a:xfrm>
        </p:spPr>
        <p:txBody>
          <a:bodyPr/>
          <a:lstStyle/>
          <a:p>
            <a:r>
              <a:rPr lang="en-US" dirty="0"/>
              <a:t>My Device Templates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1D63B-4F3E-4FE5-B289-B7FF56D91CFD}"/>
              </a:ext>
            </a:extLst>
          </p:cNvPr>
          <p:cNvSpPr/>
          <p:nvPr/>
        </p:nvSpPr>
        <p:spPr>
          <a:xfrm>
            <a:off x="894576" y="1490008"/>
            <a:ext cx="77098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It allows to have </a:t>
            </a:r>
            <a:r>
              <a:rPr lang="en-US" sz="2000" b="1" dirty="0">
                <a:solidFill>
                  <a:srgbClr val="369226"/>
                </a:solidFill>
              </a:rPr>
              <a:t>parameterizing Product Templates </a:t>
            </a:r>
            <a:r>
              <a:rPr lang="en-US" sz="2000" b="1" dirty="0"/>
              <a:t>for further use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264D4A32-8732-43AE-8D6D-EC7EEDB8B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636912"/>
            <a:ext cx="5580380" cy="301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922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477614"/>
            <a:ext cx="6768231" cy="719138"/>
          </a:xfrm>
        </p:spPr>
        <p:txBody>
          <a:bodyPr/>
          <a:lstStyle/>
          <a:p>
            <a:r>
              <a:rPr lang="en-US" dirty="0"/>
              <a:t>My Device Templates Process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2739BF-77D5-4A38-AEF9-E6262F654301}"/>
              </a:ext>
            </a:extLst>
          </p:cNvPr>
          <p:cNvSpPr/>
          <p:nvPr/>
        </p:nvSpPr>
        <p:spPr>
          <a:xfrm>
            <a:off x="4572000" y="1412776"/>
            <a:ext cx="2770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/>
              <a:t>Template already exists</a:t>
            </a:r>
            <a:endParaRPr lang="es-E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DE9DCB-13BB-4C62-9E4B-67127A991DB4}"/>
              </a:ext>
            </a:extLst>
          </p:cNvPr>
          <p:cNvSpPr/>
          <p:nvPr/>
        </p:nvSpPr>
        <p:spPr>
          <a:xfrm>
            <a:off x="6588641" y="3731628"/>
            <a:ext cx="23038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Location of My Device Templates</a:t>
            </a:r>
            <a:endParaRPr lang="es-E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DE9558-3F18-43FD-A62F-B7DA5A583696}"/>
              </a:ext>
            </a:extLst>
          </p:cNvPr>
          <p:cNvSpPr/>
          <p:nvPr/>
        </p:nvSpPr>
        <p:spPr>
          <a:xfrm>
            <a:off x="607195" y="5378520"/>
            <a:ext cx="76328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369226"/>
                </a:solidFill>
              </a:rPr>
              <a:t>Note: </a:t>
            </a:r>
            <a:r>
              <a:rPr lang="en-GB" b="1" dirty="0"/>
              <a:t>Deleting a product template does not mean that the products are deleted from the project.</a:t>
            </a:r>
            <a:endParaRPr lang="es-ES" b="1" dirty="0"/>
          </a:p>
        </p:txBody>
      </p:sp>
      <p:pic>
        <p:nvPicPr>
          <p:cNvPr id="6" name="Picture 5" descr="A screenshot of a computer error message&#10;&#10;Description automatically generated">
            <a:extLst>
              <a:ext uri="{FF2B5EF4-FFF2-40B4-BE49-F238E27FC236}">
                <a16:creationId xmlns:a16="http://schemas.microsoft.com/office/drawing/2014/main" id="{24642C0D-5587-38CC-EAF2-B6EEAB276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051560"/>
            <a:ext cx="3825240" cy="2377440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5B9644DB-9817-4EE6-EEF6-2BF4E6016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3750801"/>
            <a:ext cx="558038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869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f47fad2980124742eb3a1b2ef6477a9279f5fc26"/>
  <p:tag name="ISPRING_RESOURCE_PATHS_HASH_PRESENTER" val="afe921d51fb26fdb5fa66f1b85c65c336fff"/>
</p:tagLst>
</file>

<file path=ppt/theme/theme1.xml><?xml version="1.0" encoding="utf-8"?>
<a:theme xmlns:a="http://schemas.openxmlformats.org/drawingml/2006/main" name="Training 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2" id="{FBEFB063-18B4-47A3-AFC2-88D58203559B}" vid="{76D4A2F0-3A75-437D-877A-8CC66E725EB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7243</TotalTime>
  <Words>668</Words>
  <Application>Microsoft Office PowerPoint</Application>
  <PresentationFormat>On-screen Show (4:3)</PresentationFormat>
  <Paragraphs>110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Gotham Light</vt:lpstr>
      <vt:lpstr>Gotham Medium</vt:lpstr>
      <vt:lpstr>Wingdings</vt:lpstr>
      <vt:lpstr>Training 2</vt:lpstr>
      <vt:lpstr>KNX Advanced Course Informative Appendix</vt:lpstr>
      <vt:lpstr>Introduction</vt:lpstr>
      <vt:lpstr>Definition</vt:lpstr>
      <vt:lpstr>ETS Apps</vt:lpstr>
      <vt:lpstr>System requirements</vt:lpstr>
      <vt:lpstr>Licensing</vt:lpstr>
      <vt:lpstr>Reading out the property of a device</vt:lpstr>
      <vt:lpstr>Reading out the property of a device</vt:lpstr>
      <vt:lpstr>Reading out the memory of a device</vt:lpstr>
      <vt:lpstr>Reading out the memory of a device</vt:lpstr>
      <vt:lpstr>Compare Device</vt:lpstr>
      <vt:lpstr>Compare Device Process</vt:lpstr>
      <vt:lpstr>Compare Device Process</vt:lpstr>
      <vt:lpstr>My Device Templates</vt:lpstr>
      <vt:lpstr>My Device Templates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arguments</dc:title>
  <dc:creator>KNX Association;R. Hernandez</dc:creator>
  <cp:lastModifiedBy>Ufuk Unal</cp:lastModifiedBy>
  <cp:revision>344</cp:revision>
  <dcterms:created xsi:type="dcterms:W3CDTF">2012-09-10T07:59:43Z</dcterms:created>
  <dcterms:modified xsi:type="dcterms:W3CDTF">2023-08-29T07:19:45Z</dcterms:modified>
</cp:coreProperties>
</file>