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82" r:id="rId1"/>
  </p:sldMasterIdLst>
  <p:notesMasterIdLst>
    <p:notesMasterId r:id="rId15"/>
  </p:notesMasterIdLst>
  <p:handoutMasterIdLst>
    <p:handoutMasterId r:id="rId16"/>
  </p:handout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06" r:id="rId13"/>
    <p:sldId id="325" r:id="rId14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935">
          <p15:clr>
            <a:srgbClr val="A4A3A4"/>
          </p15:clr>
        </p15:guide>
        <p15:guide id="3" orient="horz" pos="3475">
          <p15:clr>
            <a:srgbClr val="A4A3A4"/>
          </p15:clr>
        </p15:guide>
        <p15:guide id="4" orient="horz" pos="3294">
          <p15:clr>
            <a:srgbClr val="A4A3A4"/>
          </p15:clr>
        </p15:guide>
        <p15:guide id="5" orient="horz" pos="3974">
          <p15:clr>
            <a:srgbClr val="A4A3A4"/>
          </p15:clr>
        </p15:guide>
        <p15:guide id="6" orient="horz" pos="1253">
          <p15:clr>
            <a:srgbClr val="A4A3A4"/>
          </p15:clr>
        </p15:guide>
        <p15:guide id="7" orient="horz" pos="2614">
          <p15:clr>
            <a:srgbClr val="A4A3A4"/>
          </p15:clr>
        </p15:guide>
        <p15:guide id="8" orient="horz" pos="2840">
          <p15:clr>
            <a:srgbClr val="A4A3A4"/>
          </p15:clr>
        </p15:guide>
        <p15:guide id="9" pos="2290">
          <p15:clr>
            <a:srgbClr val="A4A3A4"/>
          </p15:clr>
        </p15:guide>
        <p15:guide id="10" pos="3334">
          <p15:clr>
            <a:srgbClr val="A4A3A4"/>
          </p15:clr>
        </p15:guide>
        <p15:guide id="11" pos="3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9226"/>
    <a:srgbClr val="0C4BAF"/>
    <a:srgbClr val="D6E3BC"/>
    <a:srgbClr val="B4CAFA"/>
    <a:srgbClr val="AFEAFF"/>
    <a:srgbClr val="E6F2AC"/>
    <a:srgbClr val="FF9F9F"/>
    <a:srgbClr val="0C4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BA6336-04B2-43AA-A713-93B7F59F1084}" v="2" dt="2025-02-19T12:56:01.6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55" autoAdjust="0"/>
    <p:restoredTop sz="72829" autoAdjust="0"/>
  </p:normalViewPr>
  <p:slideViewPr>
    <p:cSldViewPr>
      <p:cViewPr varScale="1">
        <p:scale>
          <a:sx n="64" d="100"/>
          <a:sy n="64" d="100"/>
        </p:scale>
        <p:origin x="1908" y="60"/>
      </p:cViewPr>
      <p:guideLst>
        <p:guide orient="horz" pos="663"/>
        <p:guide orient="horz" pos="935"/>
        <p:guide orient="horz" pos="3475"/>
        <p:guide orient="horz" pos="3294"/>
        <p:guide orient="horz" pos="3974"/>
        <p:guide orient="horz" pos="1253"/>
        <p:guide orient="horz" pos="2614"/>
        <p:guide orient="horz" pos="2840"/>
        <p:guide pos="2290"/>
        <p:guide pos="3334"/>
        <p:guide pos="3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279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fuk Unal" userId="d77f72b3-53d7-4cb7-8425-5a8f29447216" providerId="ADAL" clId="{F3BA6336-04B2-43AA-A713-93B7F59F1084}"/>
    <pc:docChg chg="custSel modSld">
      <pc:chgData name="Ufuk Unal" userId="d77f72b3-53d7-4cb7-8425-5a8f29447216" providerId="ADAL" clId="{F3BA6336-04B2-43AA-A713-93B7F59F1084}" dt="2025-02-19T12:56:01.665" v="3" actId="478"/>
      <pc:docMkLst>
        <pc:docMk/>
      </pc:docMkLst>
      <pc:sldChg chg="delSp modSp mod">
        <pc:chgData name="Ufuk Unal" userId="d77f72b3-53d7-4cb7-8425-5a8f29447216" providerId="ADAL" clId="{F3BA6336-04B2-43AA-A713-93B7F59F1084}" dt="2025-02-19T12:56:01.665" v="3" actId="478"/>
        <pc:sldMkLst>
          <pc:docMk/>
          <pc:sldMk cId="0" sldId="306"/>
        </pc:sldMkLst>
        <pc:spChg chg="del">
          <ac:chgData name="Ufuk Unal" userId="d77f72b3-53d7-4cb7-8425-5a8f29447216" providerId="ADAL" clId="{F3BA6336-04B2-43AA-A713-93B7F59F1084}" dt="2025-02-19T12:55:59.593" v="2" actId="478"/>
          <ac:spMkLst>
            <pc:docMk/>
            <pc:sldMk cId="0" sldId="306"/>
            <ac:spMk id="15375" creationId="{99EB952A-2A68-1119-B747-C224C1F23A4C}"/>
          </ac:spMkLst>
        </pc:spChg>
        <pc:spChg chg="del">
          <ac:chgData name="Ufuk Unal" userId="d77f72b3-53d7-4cb7-8425-5a8f29447216" providerId="ADAL" clId="{F3BA6336-04B2-43AA-A713-93B7F59F1084}" dt="2025-02-19T12:56:01.665" v="3" actId="478"/>
          <ac:spMkLst>
            <pc:docMk/>
            <pc:sldMk cId="0" sldId="306"/>
            <ac:spMk id="15376" creationId="{5DC6316C-A7EE-6BB4-862C-A9ED6C6945C0}"/>
          </ac:spMkLst>
        </pc:spChg>
        <pc:spChg chg="mod">
          <ac:chgData name="Ufuk Unal" userId="d77f72b3-53d7-4cb7-8425-5a8f29447216" providerId="ADAL" clId="{F3BA6336-04B2-43AA-A713-93B7F59F1084}" dt="2025-02-19T12:55:46.942" v="0" actId="6549"/>
          <ac:spMkLst>
            <pc:docMk/>
            <pc:sldMk cId="0" sldId="306"/>
            <ac:spMk id="15380" creationId="{F45DA2E1-6C0A-3411-0153-FC12AFCAD3AD}"/>
          </ac:spMkLst>
        </pc:spChg>
        <pc:grpChg chg="del">
          <ac:chgData name="Ufuk Unal" userId="d77f72b3-53d7-4cb7-8425-5a8f29447216" providerId="ADAL" clId="{F3BA6336-04B2-43AA-A713-93B7F59F1084}" dt="2025-02-19T12:55:57.240" v="1" actId="478"/>
          <ac:grpSpMkLst>
            <pc:docMk/>
            <pc:sldMk cId="0" sldId="306"/>
            <ac:grpSpMk id="15377" creationId="{CE23FE9C-171F-142B-C008-62B62C7D8D32}"/>
          </ac:grpSpMkLst>
        </pc:grpChg>
      </pc:sldChg>
    </pc:docChg>
  </pc:docChgLst>
  <pc:docChgLst>
    <pc:chgData name="Ufuk Unal" userId="d77f72b3-53d7-4cb7-8425-5a8f29447216" providerId="ADAL" clId="{A5CB6BCE-CFF7-469F-AABE-282CE60C0D3F}"/>
    <pc:docChg chg="addSld delSld modSld">
      <pc:chgData name="Ufuk Unal" userId="d77f72b3-53d7-4cb7-8425-5a8f29447216" providerId="ADAL" clId="{A5CB6BCE-CFF7-469F-AABE-282CE60C0D3F}" dt="2023-04-06T13:04:36.292" v="10" actId="47"/>
      <pc:docMkLst>
        <pc:docMk/>
      </pc:docMkLst>
      <pc:sldChg chg="modSp mod">
        <pc:chgData name="Ufuk Unal" userId="d77f72b3-53d7-4cb7-8425-5a8f29447216" providerId="ADAL" clId="{A5CB6BCE-CFF7-469F-AABE-282CE60C0D3F}" dt="2023-04-06T13:03:46.002" v="7" actId="20577"/>
        <pc:sldMkLst>
          <pc:docMk/>
          <pc:sldMk cId="2459807384" sldId="256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998842949" sldId="257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205511851" sldId="286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8838512" sldId="287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281775076" sldId="288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073715606" sldId="289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608193054" sldId="290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236013279" sldId="291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944076353" sldId="292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917736273" sldId="293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152956858" sldId="294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953398966" sldId="295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167178223" sldId="296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072424695" sldId="297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043198107" sldId="298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928479514" sldId="299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446979928" sldId="300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359428810" sldId="301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722043997" sldId="302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492922032" sldId="303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578986941" sldId="30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311703480" sldId="32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673250314" sldId="326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503827922" sldId="32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063430119" sldId="328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976804067" sldId="32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374603204" sldId="34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994260570" sldId="342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416504450" sldId="343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684641891" sldId="34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396881717" sldId="34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104435945" sldId="346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470924352" sldId="34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838802227" sldId="34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108545243" sldId="350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001165308" sldId="35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243177277" sldId="352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021682167" sldId="353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23197906" sldId="35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233599654" sldId="35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798046907" sldId="35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763019059" sldId="358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502931874" sldId="35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784854281" sldId="360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81848509" sldId="36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726252616" sldId="362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14654693" sldId="363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68671429" sldId="36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814972833" sldId="36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766050880" sldId="366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830932289" sldId="36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461289532" sldId="368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006181768" sldId="36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944942873" sldId="370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853401936" sldId="37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263266425" sldId="372"/>
        </pc:sldMkLst>
      </pc:sldChg>
      <pc:sldChg chg="add del">
        <pc:chgData name="Ufuk Unal" userId="d77f72b3-53d7-4cb7-8425-5a8f29447216" providerId="ADAL" clId="{A5CB6BCE-CFF7-469F-AABE-282CE60C0D3F}" dt="2023-04-06T13:04:06.500" v="9" actId="47"/>
        <pc:sldMkLst>
          <pc:docMk/>
          <pc:sldMk cId="1086794968" sldId="373"/>
        </pc:sldMkLst>
      </pc:sldChg>
    </pc:docChg>
  </pc:docChgLst>
  <pc:docChgLst>
    <pc:chgData name="Ufuk Unal" userId="d77f72b3-53d7-4cb7-8425-5a8f29447216" providerId="ADAL" clId="{B0DF57DB-BE44-48D9-A5E9-05DDE94F5005}"/>
    <pc:docChg chg="custSel modSld modMainMaster">
      <pc:chgData name="Ufuk Unal" userId="d77f72b3-53d7-4cb7-8425-5a8f29447216" providerId="ADAL" clId="{B0DF57DB-BE44-48D9-A5E9-05DDE94F5005}" dt="2023-03-14T10:09:21.256" v="54" actId="6549"/>
      <pc:docMkLst>
        <pc:docMk/>
      </pc:docMkLst>
      <pc:sldChg chg="delSp modSp mod">
        <pc:chgData name="Ufuk Unal" userId="d77f72b3-53d7-4cb7-8425-5a8f29447216" providerId="ADAL" clId="{B0DF57DB-BE44-48D9-A5E9-05DDE94F5005}" dt="2023-03-14T09:40:49.424" v="2" actId="20577"/>
        <pc:sldMkLst>
          <pc:docMk/>
          <pc:sldMk cId="2459807384" sldId="256"/>
        </pc:sldMkLst>
      </pc:sldChg>
      <pc:sldChg chg="modNotesTx">
        <pc:chgData name="Ufuk Unal" userId="d77f72b3-53d7-4cb7-8425-5a8f29447216" providerId="ADAL" clId="{B0DF57DB-BE44-48D9-A5E9-05DDE94F5005}" dt="2023-03-14T09:41:48.685" v="4" actId="6549"/>
        <pc:sldMkLst>
          <pc:docMk/>
          <pc:sldMk cId="3311703480" sldId="325"/>
        </pc:sldMkLst>
      </pc:sldChg>
      <pc:sldChg chg="modNotesTx">
        <pc:chgData name="Ufuk Unal" userId="d77f72b3-53d7-4cb7-8425-5a8f29447216" providerId="ADAL" clId="{B0DF57DB-BE44-48D9-A5E9-05DDE94F5005}" dt="2023-03-14T10:07:00.303" v="45" actId="6549"/>
        <pc:sldMkLst>
          <pc:docMk/>
          <pc:sldMk cId="3673250314" sldId="326"/>
        </pc:sldMkLst>
      </pc:sldChg>
      <pc:sldChg chg="modNotesTx">
        <pc:chgData name="Ufuk Unal" userId="d77f72b3-53d7-4cb7-8425-5a8f29447216" providerId="ADAL" clId="{B0DF57DB-BE44-48D9-A5E9-05DDE94F5005}" dt="2023-03-14T10:08:53.084" v="50" actId="6549"/>
        <pc:sldMkLst>
          <pc:docMk/>
          <pc:sldMk cId="2503827922" sldId="327"/>
        </pc:sldMkLst>
      </pc:sldChg>
      <pc:sldChg chg="modNotesTx">
        <pc:chgData name="Ufuk Unal" userId="d77f72b3-53d7-4cb7-8425-5a8f29447216" providerId="ADAL" clId="{B0DF57DB-BE44-48D9-A5E9-05DDE94F5005}" dt="2023-03-14T10:08:58.409" v="51" actId="6549"/>
        <pc:sldMkLst>
          <pc:docMk/>
          <pc:sldMk cId="4063430119" sldId="328"/>
        </pc:sldMkLst>
      </pc:sldChg>
      <pc:sldChg chg="modNotesTx">
        <pc:chgData name="Ufuk Unal" userId="d77f72b3-53d7-4cb7-8425-5a8f29447216" providerId="ADAL" clId="{B0DF57DB-BE44-48D9-A5E9-05DDE94F5005}" dt="2023-03-14T10:09:07.868" v="53" actId="6549"/>
        <pc:sldMkLst>
          <pc:docMk/>
          <pc:sldMk cId="1976804067" sldId="329"/>
        </pc:sldMkLst>
      </pc:sldChg>
      <pc:sldChg chg="modSp mod modNotesTx">
        <pc:chgData name="Ufuk Unal" userId="d77f72b3-53d7-4cb7-8425-5a8f29447216" providerId="ADAL" clId="{B0DF57DB-BE44-48D9-A5E9-05DDE94F5005}" dt="2023-03-14T09:42:40.900" v="18" actId="20577"/>
        <pc:sldMkLst>
          <pc:docMk/>
          <pc:sldMk cId="1374603204" sldId="341"/>
        </pc:sldMkLst>
      </pc:sldChg>
      <pc:sldChg chg="modNotesTx">
        <pc:chgData name="Ufuk Unal" userId="d77f72b3-53d7-4cb7-8425-5a8f29447216" providerId="ADAL" clId="{B0DF57DB-BE44-48D9-A5E9-05DDE94F5005}" dt="2023-03-14T09:43:14.588" v="19" actId="6549"/>
        <pc:sldMkLst>
          <pc:docMk/>
          <pc:sldMk cId="1994260570" sldId="342"/>
        </pc:sldMkLst>
      </pc:sldChg>
      <pc:sldChg chg="modNotesTx">
        <pc:chgData name="Ufuk Unal" userId="d77f72b3-53d7-4cb7-8425-5a8f29447216" providerId="ADAL" clId="{B0DF57DB-BE44-48D9-A5E9-05DDE94F5005}" dt="2023-03-14T09:43:33.699" v="20" actId="6549"/>
        <pc:sldMkLst>
          <pc:docMk/>
          <pc:sldMk cId="2416504450" sldId="343"/>
        </pc:sldMkLst>
      </pc:sldChg>
      <pc:sldChg chg="modSp mod modNotesTx">
        <pc:chgData name="Ufuk Unal" userId="d77f72b3-53d7-4cb7-8425-5a8f29447216" providerId="ADAL" clId="{B0DF57DB-BE44-48D9-A5E9-05DDE94F5005}" dt="2023-03-14T09:44:48.693" v="25" actId="20577"/>
        <pc:sldMkLst>
          <pc:docMk/>
          <pc:sldMk cId="2684641891" sldId="344"/>
        </pc:sldMkLst>
      </pc:sldChg>
      <pc:sldChg chg="modNotesTx">
        <pc:chgData name="Ufuk Unal" userId="d77f72b3-53d7-4cb7-8425-5a8f29447216" providerId="ADAL" clId="{B0DF57DB-BE44-48D9-A5E9-05DDE94F5005}" dt="2023-03-14T09:46:02.188" v="30" actId="6549"/>
        <pc:sldMkLst>
          <pc:docMk/>
          <pc:sldMk cId="1396881717" sldId="345"/>
        </pc:sldMkLst>
      </pc:sldChg>
      <pc:sldChg chg="modNotesTx">
        <pc:chgData name="Ufuk Unal" userId="d77f72b3-53d7-4cb7-8425-5a8f29447216" providerId="ADAL" clId="{B0DF57DB-BE44-48D9-A5E9-05DDE94F5005}" dt="2023-03-14T09:46:08.139" v="31" actId="6549"/>
        <pc:sldMkLst>
          <pc:docMk/>
          <pc:sldMk cId="4104435945" sldId="346"/>
        </pc:sldMkLst>
      </pc:sldChg>
      <pc:sldChg chg="modNotesTx">
        <pc:chgData name="Ufuk Unal" userId="d77f72b3-53d7-4cb7-8425-5a8f29447216" providerId="ADAL" clId="{B0DF57DB-BE44-48D9-A5E9-05DDE94F5005}" dt="2023-03-14T09:46:29.030" v="33" actId="6549"/>
        <pc:sldMkLst>
          <pc:docMk/>
          <pc:sldMk cId="2470924352" sldId="347"/>
        </pc:sldMkLst>
      </pc:sldChg>
      <pc:sldChg chg="modNotesTx">
        <pc:chgData name="Ufuk Unal" userId="d77f72b3-53d7-4cb7-8425-5a8f29447216" providerId="ADAL" clId="{B0DF57DB-BE44-48D9-A5E9-05DDE94F5005}" dt="2023-03-14T09:46:37.348" v="35" actId="6549"/>
        <pc:sldMkLst>
          <pc:docMk/>
          <pc:sldMk cId="838802227" sldId="349"/>
        </pc:sldMkLst>
      </pc:sldChg>
      <pc:sldChg chg="modNotesTx">
        <pc:chgData name="Ufuk Unal" userId="d77f72b3-53d7-4cb7-8425-5a8f29447216" providerId="ADAL" clId="{B0DF57DB-BE44-48D9-A5E9-05DDE94F5005}" dt="2023-03-14T09:46:40.629" v="36" actId="6549"/>
        <pc:sldMkLst>
          <pc:docMk/>
          <pc:sldMk cId="1108545243" sldId="350"/>
        </pc:sldMkLst>
      </pc:sldChg>
      <pc:sldChg chg="modNotesTx">
        <pc:chgData name="Ufuk Unal" userId="d77f72b3-53d7-4cb7-8425-5a8f29447216" providerId="ADAL" clId="{B0DF57DB-BE44-48D9-A5E9-05DDE94F5005}" dt="2023-03-14T09:46:43.386" v="37" actId="6549"/>
        <pc:sldMkLst>
          <pc:docMk/>
          <pc:sldMk cId="1001165308" sldId="351"/>
        </pc:sldMkLst>
      </pc:sldChg>
      <pc:sldChg chg="modNotesTx">
        <pc:chgData name="Ufuk Unal" userId="d77f72b3-53d7-4cb7-8425-5a8f29447216" providerId="ADAL" clId="{B0DF57DB-BE44-48D9-A5E9-05DDE94F5005}" dt="2023-03-14T09:46:50.877" v="39" actId="6549"/>
        <pc:sldMkLst>
          <pc:docMk/>
          <pc:sldMk cId="3243177277" sldId="352"/>
        </pc:sldMkLst>
      </pc:sldChg>
      <pc:sldChg chg="modNotesTx">
        <pc:chgData name="Ufuk Unal" userId="d77f72b3-53d7-4cb7-8425-5a8f29447216" providerId="ADAL" clId="{B0DF57DB-BE44-48D9-A5E9-05DDE94F5005}" dt="2023-03-14T09:45:29.636" v="26" actId="6549"/>
        <pc:sldMkLst>
          <pc:docMk/>
          <pc:sldMk cId="2021682167" sldId="353"/>
        </pc:sldMkLst>
      </pc:sldChg>
      <pc:sldChg chg="modNotesTx">
        <pc:chgData name="Ufuk Unal" userId="d77f72b3-53d7-4cb7-8425-5a8f29447216" providerId="ADAL" clId="{B0DF57DB-BE44-48D9-A5E9-05DDE94F5005}" dt="2023-03-14T09:45:36.796" v="27" actId="6549"/>
        <pc:sldMkLst>
          <pc:docMk/>
          <pc:sldMk cId="423197906" sldId="354"/>
        </pc:sldMkLst>
      </pc:sldChg>
      <pc:sldChg chg="modNotesTx">
        <pc:chgData name="Ufuk Unal" userId="d77f72b3-53d7-4cb7-8425-5a8f29447216" providerId="ADAL" clId="{B0DF57DB-BE44-48D9-A5E9-05DDE94F5005}" dt="2023-03-14T09:45:58.106" v="29" actId="6549"/>
        <pc:sldMkLst>
          <pc:docMk/>
          <pc:sldMk cId="4233599654" sldId="355"/>
        </pc:sldMkLst>
      </pc:sldChg>
      <pc:sldChg chg="modSp mod modNotesTx">
        <pc:chgData name="Ufuk Unal" userId="d77f72b3-53d7-4cb7-8425-5a8f29447216" providerId="ADAL" clId="{B0DF57DB-BE44-48D9-A5E9-05DDE94F5005}" dt="2023-03-14T10:07:55.220" v="48" actId="6549"/>
        <pc:sldMkLst>
          <pc:docMk/>
          <pc:sldMk cId="3798046907" sldId="357"/>
        </pc:sldMkLst>
      </pc:sldChg>
      <pc:sldChg chg="modNotesTx">
        <pc:chgData name="Ufuk Unal" userId="d77f72b3-53d7-4cb7-8425-5a8f29447216" providerId="ADAL" clId="{B0DF57DB-BE44-48D9-A5E9-05DDE94F5005}" dt="2023-03-14T09:46:47.782" v="38" actId="6549"/>
        <pc:sldMkLst>
          <pc:docMk/>
          <pc:sldMk cId="2763019059" sldId="358"/>
        </pc:sldMkLst>
      </pc:sldChg>
      <pc:sldChg chg="modNotesTx">
        <pc:chgData name="Ufuk Unal" userId="d77f72b3-53d7-4cb7-8425-5a8f29447216" providerId="ADAL" clId="{B0DF57DB-BE44-48D9-A5E9-05DDE94F5005}" dt="2023-03-14T09:45:53.949" v="28" actId="6549"/>
        <pc:sldMkLst>
          <pc:docMk/>
          <pc:sldMk cId="1502931874" sldId="359"/>
        </pc:sldMkLst>
      </pc:sldChg>
      <pc:sldChg chg="modNotesTx">
        <pc:chgData name="Ufuk Unal" userId="d77f72b3-53d7-4cb7-8425-5a8f29447216" providerId="ADAL" clId="{B0DF57DB-BE44-48D9-A5E9-05DDE94F5005}" dt="2023-03-14T09:46:18.797" v="32" actId="6549"/>
        <pc:sldMkLst>
          <pc:docMk/>
          <pc:sldMk cId="2784854281" sldId="360"/>
        </pc:sldMkLst>
      </pc:sldChg>
      <pc:sldChg chg="modNotesTx">
        <pc:chgData name="Ufuk Unal" userId="d77f72b3-53d7-4cb7-8425-5a8f29447216" providerId="ADAL" clId="{B0DF57DB-BE44-48D9-A5E9-05DDE94F5005}" dt="2023-03-14T09:46:32.749" v="34" actId="6549"/>
        <pc:sldMkLst>
          <pc:docMk/>
          <pc:sldMk cId="81848509" sldId="361"/>
        </pc:sldMkLst>
      </pc:sldChg>
      <pc:sldChg chg="modNotesTx">
        <pc:chgData name="Ufuk Unal" userId="d77f72b3-53d7-4cb7-8425-5a8f29447216" providerId="ADAL" clId="{B0DF57DB-BE44-48D9-A5E9-05DDE94F5005}" dt="2023-03-14T09:46:54.846" v="40" actId="6549"/>
        <pc:sldMkLst>
          <pc:docMk/>
          <pc:sldMk cId="2726252616" sldId="362"/>
        </pc:sldMkLst>
      </pc:sldChg>
      <pc:sldChg chg="modNotesTx">
        <pc:chgData name="Ufuk Unal" userId="d77f72b3-53d7-4cb7-8425-5a8f29447216" providerId="ADAL" clId="{B0DF57DB-BE44-48D9-A5E9-05DDE94F5005}" dt="2023-03-14T09:46:57.442" v="41" actId="6549"/>
        <pc:sldMkLst>
          <pc:docMk/>
          <pc:sldMk cId="114654693" sldId="363"/>
        </pc:sldMkLst>
      </pc:sldChg>
      <pc:sldChg chg="modNotesTx">
        <pc:chgData name="Ufuk Unal" userId="d77f72b3-53d7-4cb7-8425-5a8f29447216" providerId="ADAL" clId="{B0DF57DB-BE44-48D9-A5E9-05DDE94F5005}" dt="2023-03-14T09:47:03.519" v="42" actId="6549"/>
        <pc:sldMkLst>
          <pc:docMk/>
          <pc:sldMk cId="68671429" sldId="364"/>
        </pc:sldMkLst>
      </pc:sldChg>
      <pc:sldChg chg="modNotesTx">
        <pc:chgData name="Ufuk Unal" userId="d77f72b3-53d7-4cb7-8425-5a8f29447216" providerId="ADAL" clId="{B0DF57DB-BE44-48D9-A5E9-05DDE94F5005}" dt="2023-03-14T10:06:47.184" v="43" actId="6549"/>
        <pc:sldMkLst>
          <pc:docMk/>
          <pc:sldMk cId="3814972833" sldId="365"/>
        </pc:sldMkLst>
      </pc:sldChg>
      <pc:sldChg chg="modNotesTx">
        <pc:chgData name="Ufuk Unal" userId="d77f72b3-53d7-4cb7-8425-5a8f29447216" providerId="ADAL" clId="{B0DF57DB-BE44-48D9-A5E9-05DDE94F5005}" dt="2023-03-14T10:08:48.939" v="49" actId="6549"/>
        <pc:sldMkLst>
          <pc:docMk/>
          <pc:sldMk cId="1766050880" sldId="366"/>
        </pc:sldMkLst>
      </pc:sldChg>
      <pc:sldChg chg="modNotesTx">
        <pc:chgData name="Ufuk Unal" userId="d77f72b3-53d7-4cb7-8425-5a8f29447216" providerId="ADAL" clId="{B0DF57DB-BE44-48D9-A5E9-05DDE94F5005}" dt="2023-03-14T10:09:21.256" v="54" actId="6549"/>
        <pc:sldMkLst>
          <pc:docMk/>
          <pc:sldMk cId="2830932289" sldId="367"/>
        </pc:sldMkLst>
      </pc:sldChg>
      <pc:sldChg chg="modNotesTx">
        <pc:chgData name="Ufuk Unal" userId="d77f72b3-53d7-4cb7-8425-5a8f29447216" providerId="ADAL" clId="{B0DF57DB-BE44-48D9-A5E9-05DDE94F5005}" dt="2023-03-14T10:09:03.930" v="52" actId="6549"/>
        <pc:sldMkLst>
          <pc:docMk/>
          <pc:sldMk cId="3461289532" sldId="368"/>
        </pc:sldMkLst>
      </pc:sldChg>
      <pc:sldMasterChg chg="modSldLayout">
        <pc:chgData name="Ufuk Unal" userId="d77f72b3-53d7-4cb7-8425-5a8f29447216" providerId="ADAL" clId="{B0DF57DB-BE44-48D9-A5E9-05DDE94F5005}" dt="2023-03-14T09:41:05.076" v="3" actId="478"/>
        <pc:sldMasterMkLst>
          <pc:docMk/>
          <pc:sldMasterMk cId="100049181" sldId="2147483782"/>
        </pc:sldMasterMkLst>
        <pc:sldLayoutChg chg="delSp">
          <pc:chgData name="Ufuk Unal" userId="d77f72b3-53d7-4cb7-8425-5a8f29447216" providerId="ADAL" clId="{B0DF57DB-BE44-48D9-A5E9-05DDE94F5005}" dt="2023-03-14T09:41:05.076" v="3" actId="478"/>
          <pc:sldLayoutMkLst>
            <pc:docMk/>
            <pc:sldMasterMk cId="100049181" sldId="2147483782"/>
            <pc:sldLayoutMk cId="2489093777" sldId="214748378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36FCBC5-022F-4F31-A153-EFFC809EC573}" type="datetimeFigureOut">
              <a:rPr lang="de-DE"/>
              <a:pPr>
                <a:defRPr/>
              </a:pPr>
              <a:t>19.02.2025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222AC1C-78EB-4159-9788-A81CB6D78FF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3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974181A-B52E-4AEA-801A-5F0AC153D3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195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82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EV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663" y="4630738"/>
            <a:ext cx="3443287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675" y="2122715"/>
            <a:ext cx="6890657" cy="996042"/>
          </a:xfrm>
        </p:spPr>
        <p:txBody>
          <a:bodyPr/>
          <a:lstStyle>
            <a:lvl1pPr algn="l">
              <a:defRPr sz="2800" baseline="0">
                <a:latin typeface="Gotham Medium"/>
              </a:defRPr>
            </a:lvl1pPr>
          </a:lstStyle>
          <a:p>
            <a:r>
              <a:rPr lang="en-US" dirty="0"/>
              <a:t>&lt;&lt;Main Title&gt;&gt;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7675" y="3393054"/>
            <a:ext cx="4343400" cy="481693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248909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911010"/>
            <a:ext cx="8229600" cy="4089740"/>
          </a:xfrm>
        </p:spPr>
        <p:txBody>
          <a:bodyPr/>
          <a:lstStyle>
            <a:lvl1pPr>
              <a:defRPr sz="2000">
                <a:latin typeface="Gotham Light"/>
              </a:defRPr>
            </a:lvl1pPr>
            <a:lvl2pPr>
              <a:defRPr sz="1800">
                <a:latin typeface="Gotham Light"/>
              </a:defRPr>
            </a:lvl2pPr>
            <a:lvl3pPr>
              <a:defRPr sz="1500">
                <a:latin typeface="Gotham Light"/>
              </a:defRPr>
            </a:lvl3pPr>
            <a:lvl4pPr>
              <a:defRPr sz="1500">
                <a:latin typeface="Gotham Light"/>
              </a:defRPr>
            </a:lvl4pPr>
            <a:lvl5pPr>
              <a:defRPr sz="1500">
                <a:latin typeface="Gotham 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63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7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690563" y="3148013"/>
            <a:ext cx="6889750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 algn="l" defTabSz="457200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500" kern="1200">
                <a:solidFill>
                  <a:schemeClr val="tx1"/>
                </a:solidFill>
                <a:latin typeface="Gotham Medium"/>
                <a:ea typeface="MS PGothic" panose="020B0600070205080204" pitchFamily="34" charset="-128"/>
                <a:cs typeface="MS PGothic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s-ES_tradnl" dirty="0" err="1"/>
              <a:t>Title</a:t>
            </a:r>
            <a:r>
              <a:rPr lang="es-ES_tradnl" dirty="0"/>
              <a:t> 2 </a:t>
            </a:r>
            <a:r>
              <a:rPr lang="en-US" dirty="0"/>
              <a:t>&lt;&lt;e.g. agenda point&gt;&gt;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936625" y="3867150"/>
            <a:ext cx="43434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690108" y="1449155"/>
            <a:ext cx="6890657" cy="719476"/>
          </a:xfrm>
        </p:spPr>
        <p:txBody>
          <a:bodyPr/>
          <a:lstStyle>
            <a:lvl1pPr marL="342900" indent="-342900" algn="l">
              <a:buFont typeface="Wingdings" panose="05000000000000000000" pitchFamily="2" charset="2"/>
              <a:buChar char="§"/>
              <a:defRPr sz="2500">
                <a:latin typeface="Gotham Medium"/>
              </a:defRPr>
            </a:lvl1pPr>
          </a:lstStyle>
          <a:p>
            <a:r>
              <a:rPr lang="en-US" dirty="0"/>
              <a:t>Title 1 &lt;&lt;e.g. agenda point&gt;&gt;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36625" y="2168631"/>
            <a:ext cx="4343400" cy="481693"/>
          </a:xfrm>
        </p:spPr>
        <p:txBody>
          <a:bodyPr/>
          <a:lstStyle>
            <a:lvl1pPr marL="0" indent="0" algn="l">
              <a:buNone/>
              <a:defRPr sz="1500" baseline="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1134689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784452" y="2376262"/>
            <a:ext cx="3668485" cy="64475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28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&lt;&lt;Headline&gt;&gt;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1159693" y="3298825"/>
            <a:ext cx="3293244" cy="1330325"/>
          </a:xfrm>
        </p:spPr>
        <p:txBody>
          <a:bodyPr/>
          <a:lstStyle>
            <a:lvl1pPr marL="0" indent="0">
              <a:buNone/>
              <a:defRPr lang="en-US" sz="15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4452938" y="1927225"/>
            <a:ext cx="4691062" cy="3135313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42906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25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26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482600" y="1915316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2563950" y="1761443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6389688" y="1501099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96212" y="358627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2577562" y="343240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19" name="Picture Placeholder 20"/>
          <p:cNvSpPr>
            <a:spLocks noGrp="1"/>
          </p:cNvSpPr>
          <p:nvPr>
            <p:ph type="pic" sz="quarter" idx="16"/>
          </p:nvPr>
        </p:nvSpPr>
        <p:spPr>
          <a:xfrm>
            <a:off x="6403300" y="317206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501653" y="528172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583003" y="512785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3" name="Picture Placeholder 20"/>
          <p:cNvSpPr>
            <a:spLocks noGrp="1"/>
          </p:cNvSpPr>
          <p:nvPr>
            <p:ph type="pic" sz="quarter" idx="19"/>
          </p:nvPr>
        </p:nvSpPr>
        <p:spPr>
          <a:xfrm>
            <a:off x="6408741" y="486751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7713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LARGE PICTU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339726" y="1477053"/>
            <a:ext cx="8804274" cy="4835752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808628" y="2020548"/>
            <a:ext cx="3293244" cy="1330325"/>
          </a:xfr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</p:spTree>
    <p:extLst>
      <p:ext uri="{BB962C8B-B14F-4D97-AF65-F5344CB8AC3E}">
        <p14:creationId xmlns:p14="http://schemas.microsoft.com/office/powerpoint/2010/main" val="104650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984375" y="1466392"/>
            <a:ext cx="5511800" cy="444500"/>
          </a:xfrm>
        </p:spPr>
        <p:txBody>
          <a:bodyPr/>
          <a:lstStyle>
            <a:lvl1pPr marL="0" indent="0" algn="ctr">
              <a:buNone/>
              <a:defRPr sz="2000" baseline="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016250" y="4998247"/>
            <a:ext cx="3787865" cy="658482"/>
          </a:xfrm>
        </p:spPr>
        <p:txBody>
          <a:bodyPr/>
          <a:lstStyle>
            <a:lvl1pPr marL="0" indent="0" algn="ctr">
              <a:buNone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media&gt;&gt;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3" name="Media Placeholder 2"/>
          <p:cNvSpPr>
            <a:spLocks noGrp="1"/>
          </p:cNvSpPr>
          <p:nvPr>
            <p:ph type="media" sz="quarter" idx="14"/>
          </p:nvPr>
        </p:nvSpPr>
        <p:spPr>
          <a:xfrm>
            <a:off x="1984375" y="2020888"/>
            <a:ext cx="5511800" cy="2863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543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5222875"/>
            <a:ext cx="1465262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263525" y="5962650"/>
            <a:ext cx="4224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Smart home and building solutions.</a:t>
            </a:r>
          </a:p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Global. Secure. Connected.</a:t>
            </a:r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886325"/>
            <a:ext cx="2935287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8"/>
          <p:cNvSpPr txBox="1"/>
          <p:nvPr/>
        </p:nvSpPr>
        <p:spPr>
          <a:xfrm>
            <a:off x="3205163" y="1665288"/>
            <a:ext cx="2565400" cy="769937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ea typeface="+mn-ea"/>
                <a:cs typeface="Gotham Medium"/>
              </a:rPr>
              <a:t>Thanks.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712131" y="2686050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[Full name of presenter]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2702606" y="2960345"/>
            <a:ext cx="3552825" cy="252639"/>
          </a:xfrm>
        </p:spPr>
        <p:txBody>
          <a:bodyPr/>
          <a:lstStyle>
            <a:lvl1pPr marL="0" indent="0" algn="ctr">
              <a:buNone/>
              <a:defRPr sz="1000" baseline="0">
                <a:latin typeface="Gotham Light"/>
              </a:defRPr>
            </a:lvl1pPr>
          </a:lstStyle>
          <a:p>
            <a:pPr lvl="0"/>
            <a:r>
              <a:rPr lang="en-US" dirty="0"/>
              <a:t>[Position of presenter]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717579" y="3311978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[Phone number]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714860" y="3595006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[Email]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2717579" y="3998787"/>
            <a:ext cx="35514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For general questions: </a:t>
            </a:r>
          </a:p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info@knx.org – www.knx.org</a:t>
            </a:r>
          </a:p>
        </p:txBody>
      </p:sp>
    </p:spTree>
    <p:extLst>
      <p:ext uri="{BB962C8B-B14F-4D97-AF65-F5344CB8AC3E}">
        <p14:creationId xmlns:p14="http://schemas.microsoft.com/office/powerpoint/2010/main" val="137734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556791"/>
            <a:ext cx="8856984" cy="4751933"/>
          </a:xfrm>
          <a:prstGeom prst="rect">
            <a:avLst/>
          </a:prstGeom>
        </p:spPr>
        <p:txBody>
          <a:bodyPr/>
          <a:lstStyle>
            <a:lvl2pPr>
              <a:defRPr sz="1800"/>
            </a:lvl2pPr>
            <a:lvl3pPr>
              <a:defRPr sz="15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670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927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081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26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401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5267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167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1412875"/>
            <a:ext cx="74168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579243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510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1412875"/>
            <a:ext cx="74168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776642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921070"/>
            <a:ext cx="8229600" cy="491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7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301718"/>
            <a:ext cx="11049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Conector recto 20"/>
          <p:cNvCxnSpPr/>
          <p:nvPr/>
        </p:nvCxnSpPr>
        <p:spPr>
          <a:xfrm>
            <a:off x="0" y="1484784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8104188" y="6367462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10004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  <p:sldLayoutId id="2147483799" r:id="rId17"/>
    <p:sldLayoutId id="2147483770" r:id="rId18"/>
    <p:sldLayoutId id="2147483772" r:id="rId19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000" kern="1200">
          <a:solidFill>
            <a:schemeClr val="tx1"/>
          </a:solidFill>
          <a:latin typeface="Gotham Medium"/>
          <a:ea typeface="MS PGothic" panose="020B0600070205080204" pitchFamily="34" charset="-128"/>
          <a:cs typeface="Gotham Medium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4048-93B1-4D7E-924E-3B2609D395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KNX Advanced Course</a:t>
            </a:r>
            <a:endParaRPr lang="en-GB" sz="2400" b="0" dirty="0">
              <a:solidFill>
                <a:srgbClr val="0C4B9D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6891D17-0544-4779-B232-7495C4C55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188" y="3447972"/>
            <a:ext cx="4607868" cy="1076325"/>
          </a:xfrm>
        </p:spPr>
        <p:txBody>
          <a:bodyPr/>
          <a:lstStyle/>
          <a:p>
            <a:r>
              <a:rPr lang="nl-BE" sz="2400" dirty="0"/>
              <a:t>Telegram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5980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1">
            <a:extLst>
              <a:ext uri="{FF2B5EF4-FFF2-40B4-BE49-F238E27FC236}">
                <a16:creationId xmlns:a16="http://schemas.microsoft.com/office/drawing/2014/main" id="{FFE4E9EF-3864-4F4A-2494-DEF74EBFAEF2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728663" y="3213100"/>
            <a:ext cx="7991475" cy="3095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0050" indent="-400050" eaLnBrk="1" hangingPunct="1">
              <a:buFont typeface="Arial" panose="020B0604020202020204" pitchFamily="34" charset="0"/>
              <a:buAutoNum type="romanUcPeriod"/>
            </a:pPr>
            <a:r>
              <a:rPr lang="de-DE" altLang="en-US" sz="1600"/>
              <a:t>Event (e.g. Push </a:t>
            </a:r>
            <a:r>
              <a:rPr lang="en-GB" altLang="en-US" sz="1600"/>
              <a:t>button</a:t>
            </a:r>
            <a:r>
              <a:rPr lang="de-DE" altLang="en-US" sz="1600"/>
              <a:t> is pressed) </a:t>
            </a:r>
          </a:p>
          <a:p>
            <a:pPr marL="800100" lvl="1" indent="-400050" eaLnBrk="1" hangingPunct="1">
              <a:buFontTx/>
              <a:buAutoNum type="romanUcPeriod"/>
            </a:pPr>
            <a:r>
              <a:rPr lang="de-DE" altLang="en-US" sz="1400">
                <a:sym typeface="Wingdings" panose="05000000000000000000" pitchFamily="2" charset="2"/>
              </a:rPr>
              <a:t> Bus device sends a telegram on the bus</a:t>
            </a:r>
            <a:endParaRPr lang="de-DE" altLang="en-US" sz="1400"/>
          </a:p>
          <a:p>
            <a:pPr marL="400050" indent="-400050" eaLnBrk="1" hangingPunct="1">
              <a:buFont typeface="Arial" panose="020B0604020202020204" pitchFamily="34" charset="0"/>
              <a:buAutoNum type="romanUcPeriod"/>
            </a:pPr>
            <a:endParaRPr lang="en-GB" altLang="en-US" sz="1600"/>
          </a:p>
          <a:p>
            <a:pPr marL="400050" indent="-400050" eaLnBrk="1" hangingPunct="1">
              <a:buFont typeface="Arial" panose="020B0604020202020204" pitchFamily="34" charset="0"/>
              <a:buAutoNum type="romanUcPeriod"/>
            </a:pPr>
            <a:r>
              <a:rPr lang="de-DE" altLang="en-US" sz="1600"/>
              <a:t>Bus ≥ t1 not occupied</a:t>
            </a:r>
          </a:p>
          <a:p>
            <a:pPr marL="800100" lvl="1" indent="-400050" eaLnBrk="1" hangingPunct="1">
              <a:buFontTx/>
              <a:buAutoNum type="romanUcPeriod"/>
            </a:pPr>
            <a:r>
              <a:rPr lang="de-DE" altLang="en-US" sz="1400">
                <a:sym typeface="Wingdings" panose="05000000000000000000" pitchFamily="2" charset="2"/>
              </a:rPr>
              <a:t> Transmission starts</a:t>
            </a:r>
            <a:endParaRPr lang="de-DE" altLang="en-US" sz="1400"/>
          </a:p>
          <a:p>
            <a:pPr marL="400050" indent="-400050" eaLnBrk="1" hangingPunct="1">
              <a:buFont typeface="Arial" panose="020B0604020202020204" pitchFamily="34" charset="0"/>
              <a:buAutoNum type="romanUcPeriod"/>
            </a:pPr>
            <a:endParaRPr lang="de-DE" altLang="en-US" sz="1600"/>
          </a:p>
          <a:p>
            <a:pPr marL="400050" indent="-400050" eaLnBrk="1" hangingPunct="1">
              <a:buFont typeface="Arial" panose="020B0604020202020204" pitchFamily="34" charset="0"/>
              <a:buAutoNum type="romanUcPeriod"/>
            </a:pPr>
            <a:r>
              <a:rPr lang="de-DE" altLang="en-US" sz="1600"/>
              <a:t>t2 </a:t>
            </a:r>
          </a:p>
          <a:p>
            <a:pPr marL="800100" lvl="1" indent="-400050" eaLnBrk="1" hangingPunct="1">
              <a:buFontTx/>
              <a:buAutoNum type="romanUcPeriod"/>
            </a:pPr>
            <a:r>
              <a:rPr lang="de-DE" altLang="en-US" sz="1400"/>
              <a:t>Checking whether the telegram has been received correctly by the addressed DVC</a:t>
            </a:r>
          </a:p>
          <a:p>
            <a:pPr marL="400050" indent="-400050" eaLnBrk="1" hangingPunct="1">
              <a:buFont typeface="Arial" panose="020B0604020202020204" pitchFamily="34" charset="0"/>
              <a:buAutoNum type="romanUcPeriod"/>
            </a:pPr>
            <a:endParaRPr lang="de-DE" altLang="en-US" sz="1600"/>
          </a:p>
          <a:p>
            <a:pPr marL="400050" indent="-400050" eaLnBrk="1" hangingPunct="1">
              <a:buFont typeface="Arial" panose="020B0604020202020204" pitchFamily="34" charset="0"/>
              <a:buAutoNum type="romanUcPeriod"/>
            </a:pPr>
            <a:r>
              <a:rPr lang="de-DE" altLang="en-US" sz="1600"/>
              <a:t>Acknowledgement</a:t>
            </a:r>
          </a:p>
          <a:p>
            <a:pPr marL="800100" lvl="1" indent="-400050" eaLnBrk="1" hangingPunct="1">
              <a:buFontTx/>
              <a:buAutoNum type="romanUcPeriod"/>
            </a:pPr>
            <a:r>
              <a:rPr lang="en-GB" altLang="en-US" sz="1400"/>
              <a:t>All „addressed“ bus devices acknowledge the receipt of the telegram simultaneously</a:t>
            </a:r>
          </a:p>
          <a:p>
            <a:pPr marL="400050" indent="-400050" eaLnBrk="1" hangingPunct="1">
              <a:buFont typeface="Arial" panose="020B0604020202020204" pitchFamily="34" charset="0"/>
              <a:buAutoNum type="romanUcPeriod"/>
            </a:pPr>
            <a:endParaRPr lang="en-GB" altLang="en-US" sz="1200"/>
          </a:p>
        </p:txBody>
      </p:sp>
      <p:sp>
        <p:nvSpPr>
          <p:cNvPr id="3075" name="Title 2">
            <a:extLst>
              <a:ext uri="{FF2B5EF4-FFF2-40B4-BE49-F238E27FC236}">
                <a16:creationId xmlns:a16="http://schemas.microsoft.com/office/drawing/2014/main" id="{CB29FE44-DBDC-D53C-B43D-EE9AFF04B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620713"/>
            <a:ext cx="6985000" cy="503237"/>
          </a:xfrm>
        </p:spPr>
        <p:txBody>
          <a:bodyPr rtlCol="0">
            <a:normAutofit fontScale="90000"/>
          </a:bodyPr>
          <a:lstStyle/>
          <a:p>
            <a:pPr eaLnBrk="1" hangingPunct="1">
              <a:defRPr/>
            </a:pPr>
            <a:br>
              <a:rPr lang="de-DE" altLang="en-US"/>
            </a:br>
            <a:r>
              <a:rPr lang="de-DE" altLang="en-US"/>
              <a:t>Transmission of a telegram - general </a:t>
            </a:r>
            <a:br>
              <a:rPr lang="en-GB" altLang="nl-BE"/>
            </a:br>
            <a:endParaRPr lang="en-GB" altLang="nl-BE"/>
          </a:p>
        </p:txBody>
      </p:sp>
      <p:sp>
        <p:nvSpPr>
          <p:cNvPr id="5124" name="Text Box 209">
            <a:extLst>
              <a:ext uri="{FF2B5EF4-FFF2-40B4-BE49-F238E27FC236}">
                <a16:creationId xmlns:a16="http://schemas.microsoft.com/office/drawing/2014/main" id="{B83DE9F2-D648-C387-9076-7F049DBD7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5113" y="2698750"/>
            <a:ext cx="3838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en-US" b="1">
                <a:solidFill>
                  <a:srgbClr val="000000"/>
                </a:solidFill>
              </a:rPr>
              <a:t>Duration of telegram: 20 to 40 ms</a:t>
            </a:r>
          </a:p>
        </p:txBody>
      </p:sp>
      <p:sp>
        <p:nvSpPr>
          <p:cNvPr id="5125" name="Parallelogram 8">
            <a:extLst>
              <a:ext uri="{FF2B5EF4-FFF2-40B4-BE49-F238E27FC236}">
                <a16:creationId xmlns:a16="http://schemas.microsoft.com/office/drawing/2014/main" id="{B61ECFFA-DFE2-B2F9-A195-2442C27C4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008188"/>
            <a:ext cx="8497888" cy="306387"/>
          </a:xfrm>
          <a:prstGeom prst="parallelogram">
            <a:avLst>
              <a:gd name="adj" fmla="val 158582"/>
            </a:avLst>
          </a:prstGeom>
          <a:solidFill>
            <a:srgbClr val="D6E3BC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 sz="1600" b="1"/>
          </a:p>
        </p:txBody>
      </p:sp>
      <p:sp>
        <p:nvSpPr>
          <p:cNvPr id="5126" name="Cube 2">
            <a:extLst>
              <a:ext uri="{FF2B5EF4-FFF2-40B4-BE49-F238E27FC236}">
                <a16:creationId xmlns:a16="http://schemas.microsoft.com/office/drawing/2014/main" id="{1CF09642-F19B-4A69-8986-4A3B300B1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8" y="1557338"/>
            <a:ext cx="3868737" cy="755650"/>
          </a:xfrm>
          <a:prstGeom prst="cube">
            <a:avLst>
              <a:gd name="adj" fmla="val 25000"/>
            </a:avLst>
          </a:prstGeom>
          <a:solidFill>
            <a:srgbClr val="0C4B9D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nl-BE" altLang="en-US" sz="1600" b="1">
                <a:solidFill>
                  <a:schemeClr val="bg1"/>
                </a:solidFill>
              </a:rPr>
              <a:t>Telegram</a:t>
            </a:r>
            <a:endParaRPr lang="en-GB" altLang="en-US" sz="1600" b="1">
              <a:solidFill>
                <a:schemeClr val="bg1"/>
              </a:solidFill>
            </a:endParaRPr>
          </a:p>
        </p:txBody>
      </p:sp>
      <p:sp>
        <p:nvSpPr>
          <p:cNvPr id="9" name="Cube 3">
            <a:extLst>
              <a:ext uri="{FF2B5EF4-FFF2-40B4-BE49-F238E27FC236}">
                <a16:creationId xmlns:a16="http://schemas.microsoft.com/office/drawing/2014/main" id="{282ADB26-82E0-310F-2960-FC3E614A0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1557338"/>
            <a:ext cx="1368425" cy="755650"/>
          </a:xfrm>
          <a:prstGeom prst="cube">
            <a:avLst>
              <a:gd name="adj" fmla="val 25000"/>
            </a:avLst>
          </a:prstGeom>
          <a:solidFill>
            <a:schemeClr val="bg1">
              <a:lumMod val="95000"/>
            </a:schemeClr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nl-BE" altLang="en-US">
                <a:cs typeface="Arial" charset="0"/>
              </a:rPr>
              <a:t>Ack.</a:t>
            </a:r>
            <a:endParaRPr lang="en-GB" altLang="en-US">
              <a:cs typeface="Arial" charset="0"/>
            </a:endParaRPr>
          </a:p>
        </p:txBody>
      </p:sp>
      <p:sp>
        <p:nvSpPr>
          <p:cNvPr id="5128" name="TextBox 5">
            <a:extLst>
              <a:ext uri="{FF2B5EF4-FFF2-40B4-BE49-F238E27FC236}">
                <a16:creationId xmlns:a16="http://schemas.microsoft.com/office/drawing/2014/main" id="{D430F39C-CD6C-2663-323F-B401E439D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1962150"/>
            <a:ext cx="3825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nl-BE" altLang="en-US" sz="1600" b="1"/>
              <a:t>t1</a:t>
            </a:r>
            <a:endParaRPr lang="en-GB" altLang="en-US" sz="1600" b="1"/>
          </a:p>
        </p:txBody>
      </p:sp>
      <p:sp>
        <p:nvSpPr>
          <p:cNvPr id="5129" name="TextBox 20">
            <a:extLst>
              <a:ext uri="{FF2B5EF4-FFF2-40B4-BE49-F238E27FC236}">
                <a16:creationId xmlns:a16="http://schemas.microsoft.com/office/drawing/2014/main" id="{04F66223-1792-AFC8-7814-D7655126D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3825" y="1955800"/>
            <a:ext cx="3825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nl-BE" altLang="en-US" sz="1600" b="1"/>
              <a:t>t2</a:t>
            </a:r>
            <a:endParaRPr lang="en-GB" altLang="en-US" sz="1600" b="1"/>
          </a:p>
        </p:txBody>
      </p:sp>
      <p:cxnSp>
        <p:nvCxnSpPr>
          <p:cNvPr id="5130" name="Straight Connector 10">
            <a:extLst>
              <a:ext uri="{FF2B5EF4-FFF2-40B4-BE49-F238E27FC236}">
                <a16:creationId xmlns:a16="http://schemas.microsoft.com/office/drawing/2014/main" id="{2D816665-B16A-41E5-C6ED-527C72827AC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73238" y="2312988"/>
            <a:ext cx="0" cy="608012"/>
          </a:xfrm>
          <a:prstGeom prst="line">
            <a:avLst/>
          </a:prstGeom>
          <a:noFill/>
          <a:ln w="2857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1" name="Straight Connector 10">
            <a:extLst>
              <a:ext uri="{FF2B5EF4-FFF2-40B4-BE49-F238E27FC236}">
                <a16:creationId xmlns:a16="http://schemas.microsoft.com/office/drawing/2014/main" id="{8BAEF1BB-D124-57BB-775D-DE66AEDCEC2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59750" y="2314575"/>
            <a:ext cx="0" cy="608013"/>
          </a:xfrm>
          <a:prstGeom prst="line">
            <a:avLst/>
          </a:prstGeom>
          <a:noFill/>
          <a:ln w="2857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2" name="Straight Arrow Connector 13">
            <a:extLst>
              <a:ext uri="{FF2B5EF4-FFF2-40B4-BE49-F238E27FC236}">
                <a16:creationId xmlns:a16="http://schemas.microsoft.com/office/drawing/2014/main" id="{4AE20540-F487-EF8E-4A50-C112EE12B6F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7050" y="2617788"/>
            <a:ext cx="6291263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Cube 3">
            <a:extLst>
              <a:ext uri="{FF2B5EF4-FFF2-40B4-BE49-F238E27FC236}">
                <a16:creationId xmlns:a16="http://schemas.microsoft.com/office/drawing/2014/main" id="{5C7E648E-F4C4-031D-5980-08C8FEF8F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1538288"/>
            <a:ext cx="1368425" cy="755650"/>
          </a:xfrm>
          <a:prstGeom prst="cube">
            <a:avLst>
              <a:gd name="adj" fmla="val 25000"/>
            </a:avLst>
          </a:prstGeom>
          <a:solidFill>
            <a:schemeClr val="bg1">
              <a:lumMod val="95000"/>
            </a:schemeClr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nl-BE" altLang="en-US" dirty="0" err="1">
                <a:cs typeface="Arial" charset="0"/>
              </a:rPr>
              <a:t>Previous</a:t>
            </a:r>
            <a:endParaRPr lang="nl-BE" altLang="en-US">
              <a:cs typeface="Arial" charset="0"/>
            </a:endParaRPr>
          </a:p>
          <a:p>
            <a:pPr algn="ctr" eaLnBrk="1" hangingPunct="1">
              <a:defRPr/>
            </a:pPr>
            <a:r>
              <a:rPr lang="nl-BE" altLang="en-US">
                <a:cs typeface="Arial" charset="0"/>
              </a:rPr>
              <a:t>Ack.</a:t>
            </a:r>
            <a:endParaRPr lang="en-GB" altLang="en-US">
              <a:cs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ontent Placeholder 1">
            <a:extLst>
              <a:ext uri="{FF2B5EF4-FFF2-40B4-BE49-F238E27FC236}">
                <a16:creationId xmlns:a16="http://schemas.microsoft.com/office/drawing/2014/main" id="{86BA34C6-8B13-4F20-7CE3-1FDE8FA0E322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07950" y="3716338"/>
            <a:ext cx="8137525" cy="25923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de-DE" altLang="en-US" sz="1600"/>
              <a:t>KNX Telegram = Header + useful data</a:t>
            </a:r>
          </a:p>
          <a:p>
            <a:pPr eaLnBrk="1" hangingPunct="1"/>
            <a:endParaRPr lang="de-DE" altLang="en-US" sz="1600"/>
          </a:p>
          <a:p>
            <a:pPr lvl="1" eaLnBrk="1" hangingPunct="1"/>
            <a:r>
              <a:rPr lang="de-DE" altLang="en-US" sz="1600"/>
              <a:t>Header = bus specific data</a:t>
            </a:r>
          </a:p>
          <a:p>
            <a:pPr eaLnBrk="1" hangingPunct="1"/>
            <a:endParaRPr lang="de-DE" altLang="en-US" sz="2000"/>
          </a:p>
          <a:p>
            <a:pPr lvl="1" eaLnBrk="1" hangingPunct="1"/>
            <a:r>
              <a:rPr lang="de-DE" altLang="en-US" sz="1600"/>
              <a:t>Useful data = information of the event (e.g. pressing a push button in KNX).</a:t>
            </a:r>
          </a:p>
          <a:p>
            <a:pPr eaLnBrk="1" hangingPunct="1"/>
            <a:endParaRPr lang="de-DE" altLang="en-US" sz="1600"/>
          </a:p>
          <a:p>
            <a:pPr eaLnBrk="1" hangingPunct="1"/>
            <a:r>
              <a:rPr lang="de-DE" altLang="en-US" sz="1600"/>
              <a:t>Telegram consists of a sequence of characters</a:t>
            </a:r>
          </a:p>
          <a:p>
            <a:pPr eaLnBrk="1" hangingPunct="1"/>
            <a:endParaRPr lang="de-DE" altLang="en-US" sz="1600"/>
          </a:p>
          <a:p>
            <a:pPr eaLnBrk="1" hangingPunct="1"/>
            <a:endParaRPr lang="en-GB" altLang="en-US"/>
          </a:p>
        </p:txBody>
      </p:sp>
      <p:sp>
        <p:nvSpPr>
          <p:cNvPr id="4099" name="Title 2">
            <a:extLst>
              <a:ext uri="{FF2B5EF4-FFF2-40B4-BE49-F238E27FC236}">
                <a16:creationId xmlns:a16="http://schemas.microsoft.com/office/drawing/2014/main" id="{C7C30748-1613-A3FF-E9AA-6B89DDE2D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20713"/>
            <a:ext cx="6985000" cy="503237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nl-BE" altLang="nl-BE"/>
              <a:t>Structure of a telegram</a:t>
            </a:r>
            <a:endParaRPr lang="en-GB" altLang="nl-BE"/>
          </a:p>
        </p:txBody>
      </p:sp>
      <p:sp>
        <p:nvSpPr>
          <p:cNvPr id="4100" name="Rectangle 68">
            <a:extLst>
              <a:ext uri="{FF2B5EF4-FFF2-40B4-BE49-F238E27FC236}">
                <a16:creationId xmlns:a16="http://schemas.microsoft.com/office/drawing/2014/main" id="{7B96A261-CC90-EFA8-93A4-D449054B1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2781300"/>
            <a:ext cx="1147763" cy="258763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marL="87313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762000" eaLnBrk="0" hangingPunct="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de-DE" altLang="nl-BE" sz="1050" b="1">
                <a:solidFill>
                  <a:schemeClr val="tx2"/>
                </a:solidFill>
              </a:rPr>
              <a:t>1st character</a:t>
            </a:r>
          </a:p>
        </p:txBody>
      </p:sp>
      <p:grpSp>
        <p:nvGrpSpPr>
          <p:cNvPr id="6149" name="Group 2">
            <a:extLst>
              <a:ext uri="{FF2B5EF4-FFF2-40B4-BE49-F238E27FC236}">
                <a16:creationId xmlns:a16="http://schemas.microsoft.com/office/drawing/2014/main" id="{477BF33D-E498-31E4-D96C-E360A1943586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700213"/>
            <a:ext cx="8929688" cy="720725"/>
            <a:chOff x="35492" y="1699662"/>
            <a:chExt cx="8928697" cy="72177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1B36340-B862-12E3-8110-4D220CC7AE0F}"/>
                </a:ext>
              </a:extLst>
            </p:cNvPr>
            <p:cNvGrpSpPr/>
            <p:nvPr/>
          </p:nvGrpSpPr>
          <p:grpSpPr bwMode="auto">
            <a:xfrm>
              <a:off x="35492" y="1700213"/>
              <a:ext cx="117068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29" name="Cube 28">
                <a:extLst>
                  <a:ext uri="{FF2B5EF4-FFF2-40B4-BE49-F238E27FC236}">
                    <a16:creationId xmlns:a16="http://schemas.microsoft.com/office/drawing/2014/main" id="{4AFDEB1D-812A-2C61-28AB-1D8736684A44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D64EB6-57FC-CE3E-9699-A838E499D92B}"/>
                  </a:ext>
                </a:extLst>
              </p:cNvPr>
              <p:cNvSpPr txBox="1"/>
              <p:nvPr/>
            </p:nvSpPr>
            <p:spPr>
              <a:xfrm>
                <a:off x="2000184" y="2334279"/>
                <a:ext cx="1234326" cy="561495"/>
              </a:xfrm>
              <a:prstGeom prst="rect">
                <a:avLst/>
              </a:prstGeom>
              <a:grpFill/>
            </p:spPr>
            <p:txBody>
              <a:bodyPr lIns="0" tIns="46800" rIns="0" bIns="46800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15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Control field</a:t>
                </a:r>
              </a:p>
              <a:p>
                <a:pPr algn="ctr" eaLnBrk="1" hangingPunct="1">
                  <a:defRPr/>
                </a:pPr>
                <a:r>
                  <a:rPr lang="nl-BE" sz="115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15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CC2507A-BD42-F3C3-325C-FB5ACE686713}"/>
                </a:ext>
              </a:extLst>
            </p:cNvPr>
            <p:cNvGrpSpPr/>
            <p:nvPr/>
          </p:nvGrpSpPr>
          <p:grpSpPr bwMode="auto">
            <a:xfrm>
              <a:off x="1078937" y="1700213"/>
              <a:ext cx="1573130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26" name="Cube 25">
                <a:extLst>
                  <a:ext uri="{FF2B5EF4-FFF2-40B4-BE49-F238E27FC236}">
                    <a16:creationId xmlns:a16="http://schemas.microsoft.com/office/drawing/2014/main" id="{743BBC2A-9647-6A01-BE6A-7B397EDA0503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4B48434-E4BD-0EC4-0EBE-7E4D94FE4F34}"/>
                  </a:ext>
                </a:extLst>
              </p:cNvPr>
              <p:cNvSpPr txBox="1"/>
              <p:nvPr/>
            </p:nvSpPr>
            <p:spPr>
              <a:xfrm>
                <a:off x="1920787" y="2316376"/>
                <a:ext cx="1407311" cy="578031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Source address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</a:t>
                </a:r>
                <a:endParaRPr lang="en-GB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752CC7C-149E-A0E5-CB09-5D10FBA45AAF}"/>
                </a:ext>
              </a:extLst>
            </p:cNvPr>
            <p:cNvGrpSpPr/>
            <p:nvPr/>
          </p:nvGrpSpPr>
          <p:grpSpPr bwMode="auto">
            <a:xfrm>
              <a:off x="2526246" y="1699662"/>
              <a:ext cx="1528385" cy="721226"/>
              <a:chOff x="3559175" y="2051050"/>
              <a:chExt cx="1655763" cy="901700"/>
            </a:xfrm>
            <a:solidFill>
              <a:srgbClr val="369226"/>
            </a:solidFill>
          </p:grpSpPr>
          <p:sp>
            <p:nvSpPr>
              <p:cNvPr id="24" name="Cube 23">
                <a:extLst>
                  <a:ext uri="{FF2B5EF4-FFF2-40B4-BE49-F238E27FC236}">
                    <a16:creationId xmlns:a16="http://schemas.microsoft.com/office/drawing/2014/main" id="{77823D83-A884-B1DC-CE60-68F01561F315}"/>
                  </a:ext>
                </a:extLst>
              </p:cNvPr>
              <p:cNvSpPr/>
              <p:nvPr/>
            </p:nvSpPr>
            <p:spPr bwMode="auto">
              <a:xfrm>
                <a:off x="3559175" y="20510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ED5AE8-B4E0-FE26-288D-7FBA72582AD0}"/>
                  </a:ext>
                </a:extLst>
              </p:cNvPr>
              <p:cNvSpPr txBox="1"/>
              <p:nvPr/>
            </p:nvSpPr>
            <p:spPr>
              <a:xfrm>
                <a:off x="3575869" y="2303677"/>
                <a:ext cx="1437914" cy="500960"/>
              </a:xfrm>
              <a:prstGeom prst="rect">
                <a:avLst/>
              </a:prstGeom>
              <a:grpFill/>
            </p:spPr>
            <p:txBody>
              <a:bodyPr>
                <a:spAutoFit/>
              </a:bodyPr>
              <a:lstStyle/>
              <a:p>
                <a:pPr algn="ctr" eaLnBrk="1" hangingPunct="1">
                  <a:defRPr/>
                </a:pPr>
                <a:r>
                  <a:rPr lang="en-US" sz="900" b="1" dirty="0">
                    <a:solidFill>
                      <a:schemeClr val="bg1"/>
                    </a:solidFill>
                    <a:latin typeface="+mj-lt"/>
                    <a:cs typeface="Arial" charset="0"/>
                  </a:rPr>
                  <a:t>Destination</a:t>
                </a:r>
                <a:r>
                  <a:rPr lang="nl-BE" sz="900" b="1" dirty="0">
                    <a:solidFill>
                      <a:schemeClr val="bg1"/>
                    </a:solidFill>
                    <a:latin typeface="+mj-lt"/>
                    <a:cs typeface="Arial" charset="0"/>
                  </a:rPr>
                  <a:t> address</a:t>
                </a:r>
              </a:p>
              <a:p>
                <a:pPr algn="ctr" eaLnBrk="1" hangingPunct="1">
                  <a:defRPr/>
                </a:pPr>
                <a:r>
                  <a:rPr lang="nl-BE" sz="1100" b="1" dirty="0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 + 1 bit</a:t>
                </a:r>
                <a:endParaRPr lang="en-GB" sz="1200" b="1" dirty="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8166FF21-C24F-8926-C005-6BD82858F83D}"/>
                </a:ext>
              </a:extLst>
            </p:cNvPr>
            <p:cNvSpPr/>
            <p:nvPr/>
          </p:nvSpPr>
          <p:spPr bwMode="auto">
            <a:xfrm>
              <a:off x="3913325" y="1699662"/>
              <a:ext cx="1384146" cy="721777"/>
            </a:xfrm>
            <a:prstGeom prst="cube">
              <a:avLst/>
            </a:prstGeom>
            <a:solidFill>
              <a:srgbClr val="36922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r>
                <a:rPr lang="en-GB" sz="1200" b="1">
                  <a:solidFill>
                    <a:schemeClr val="bg1"/>
                  </a:solidFill>
                  <a:latin typeface="+mj-lt"/>
                  <a:cs typeface="Arial" charset="0"/>
                </a:rPr>
                <a:t>Routing counter 3 bit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07A769B-B7BE-3D19-BE15-281B10608DDC}"/>
                </a:ext>
              </a:extLst>
            </p:cNvPr>
            <p:cNvGrpSpPr/>
            <p:nvPr/>
          </p:nvGrpSpPr>
          <p:grpSpPr bwMode="auto">
            <a:xfrm>
              <a:off x="5180207" y="1700213"/>
              <a:ext cx="105430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2C4BF8CB-C90A-079B-7B6D-043072431E74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063C3C4-3FFB-6947-C4B4-5EEA25F1E6BF}"/>
                  </a:ext>
                </a:extLst>
              </p:cNvPr>
              <p:cNvSpPr txBox="1"/>
              <p:nvPr/>
            </p:nvSpPr>
            <p:spPr>
              <a:xfrm>
                <a:off x="1930597" y="2316376"/>
                <a:ext cx="1254933" cy="577304"/>
              </a:xfrm>
              <a:prstGeom prst="rect">
                <a:avLst/>
              </a:prstGeom>
              <a:grpFill/>
            </p:spPr>
            <p:txBody>
              <a:bodyPr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Length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4 bit</a:t>
                </a:r>
                <a:endParaRPr lang="en-GB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E6637C8-5E4E-6CDB-E4B5-0AFB331ABF90}"/>
                </a:ext>
              </a:extLst>
            </p:cNvPr>
            <p:cNvGrpSpPr/>
            <p:nvPr/>
          </p:nvGrpSpPr>
          <p:grpSpPr bwMode="auto">
            <a:xfrm>
              <a:off x="6117834" y="1699662"/>
              <a:ext cx="1626690" cy="721226"/>
              <a:chOff x="6332537" y="2038350"/>
              <a:chExt cx="1871266" cy="927100"/>
            </a:xfrm>
            <a:solidFill>
              <a:srgbClr val="369226"/>
            </a:solidFill>
          </p:grpSpPr>
          <p:sp>
            <p:nvSpPr>
              <p:cNvPr id="22" name="Cube 21">
                <a:extLst>
                  <a:ext uri="{FF2B5EF4-FFF2-40B4-BE49-F238E27FC236}">
                    <a16:creationId xmlns:a16="http://schemas.microsoft.com/office/drawing/2014/main" id="{88E725A5-D916-7A7C-355A-8C0231BE7354}"/>
                  </a:ext>
                </a:extLst>
              </p:cNvPr>
              <p:cNvSpPr/>
              <p:nvPr/>
            </p:nvSpPr>
            <p:spPr bwMode="auto">
              <a:xfrm>
                <a:off x="6332537" y="2038350"/>
                <a:ext cx="1871266" cy="9271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6FB0A15-535F-2608-9702-F3BB230226C8}"/>
                  </a:ext>
                </a:extLst>
              </p:cNvPr>
              <p:cNvSpPr txBox="1"/>
              <p:nvPr/>
            </p:nvSpPr>
            <p:spPr>
              <a:xfrm>
                <a:off x="6343097" y="2298092"/>
                <a:ext cx="1619237" cy="594313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Useful data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Up to 16 x 1 byte</a:t>
                </a:r>
                <a:endParaRPr lang="nl-BE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ECC71C2-CD0C-6F54-EC7F-896A30E9CDFE}"/>
                </a:ext>
              </a:extLst>
            </p:cNvPr>
            <p:cNvGrpSpPr/>
            <p:nvPr/>
          </p:nvGrpSpPr>
          <p:grpSpPr bwMode="auto">
            <a:xfrm>
              <a:off x="7596349" y="1700213"/>
              <a:ext cx="1367840" cy="721226"/>
              <a:chOff x="1995729" y="2063750"/>
              <a:chExt cx="1655763" cy="901700"/>
            </a:xfrm>
            <a:solidFill>
              <a:srgbClr val="369226"/>
            </a:solidFill>
          </p:grpSpPr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8CE4F501-B8C8-6757-5D6F-89470805B8D4}"/>
                  </a:ext>
                </a:extLst>
              </p:cNvPr>
              <p:cNvSpPr/>
              <p:nvPr/>
            </p:nvSpPr>
            <p:spPr bwMode="auto">
              <a:xfrm>
                <a:off x="1995729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4E07EAE-3455-E77A-70A0-3532855065E9}"/>
                  </a:ext>
                </a:extLst>
              </p:cNvPr>
              <p:cNvSpPr txBox="1"/>
              <p:nvPr/>
            </p:nvSpPr>
            <p:spPr>
              <a:xfrm>
                <a:off x="2038053" y="2412309"/>
                <a:ext cx="1351957" cy="461843"/>
              </a:xfrm>
              <a:prstGeom prst="rect">
                <a:avLst/>
              </a:prstGeom>
              <a:grpFill/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Check byte</a:t>
                </a:r>
                <a:endParaRPr lang="nl-BE" sz="8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2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</p:grpSp>
      <p:grpSp>
        <p:nvGrpSpPr>
          <p:cNvPr id="6150" name="Group 208">
            <a:extLst>
              <a:ext uri="{FF2B5EF4-FFF2-40B4-BE49-F238E27FC236}">
                <a16:creationId xmlns:a16="http://schemas.microsoft.com/office/drawing/2014/main" id="{43088B14-1752-2782-0611-E99B2821DE03}"/>
              </a:ext>
            </a:extLst>
          </p:cNvPr>
          <p:cNvGrpSpPr>
            <a:grpSpLocks/>
          </p:cNvGrpSpPr>
          <p:nvPr/>
        </p:nvGrpSpPr>
        <p:grpSpPr bwMode="auto">
          <a:xfrm>
            <a:off x="180975" y="2563813"/>
            <a:ext cx="8928100" cy="476250"/>
            <a:chOff x="107504" y="2564904"/>
            <a:chExt cx="8928992" cy="475437"/>
          </a:xfrm>
        </p:grpSpPr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21C2AD54-2C7D-90DE-9D47-A6E0C83EDC07}"/>
                </a:ext>
              </a:extLst>
            </p:cNvPr>
            <p:cNvGrpSpPr/>
            <p:nvPr/>
          </p:nvGrpSpPr>
          <p:grpSpPr>
            <a:xfrm>
              <a:off x="107504" y="2636912"/>
              <a:ext cx="8627656" cy="166532"/>
              <a:chOff x="107504" y="2974586"/>
              <a:chExt cx="8627656" cy="166532"/>
            </a:xfrm>
            <a:solidFill>
              <a:srgbClr val="D6E3BC"/>
            </a:solidFill>
          </p:grpSpPr>
          <p:grpSp>
            <p:nvGrpSpPr>
              <p:cNvPr id="91" name="Group 33">
                <a:extLst>
                  <a:ext uri="{FF2B5EF4-FFF2-40B4-BE49-F238E27FC236}">
                    <a16:creationId xmlns:a16="http://schemas.microsoft.com/office/drawing/2014/main" id="{971CE71F-E675-40E4-5770-68DF056801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7504" y="2974586"/>
                <a:ext cx="812976" cy="166531"/>
                <a:chOff x="3299235" y="854075"/>
                <a:chExt cx="2815417" cy="667152"/>
              </a:xfrm>
              <a:grpFill/>
            </p:grpSpPr>
            <p:grpSp>
              <p:nvGrpSpPr>
                <p:cNvPr id="92" name="Group 46">
                  <a:extLst>
                    <a:ext uri="{FF2B5EF4-FFF2-40B4-BE49-F238E27FC236}">
                      <a16:creationId xmlns:a16="http://schemas.microsoft.com/office/drawing/2014/main" id="{78876C11-62CF-1FA4-DEE3-3BE785B5B92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98" name="Cube 97">
                    <a:extLst>
                      <a:ext uri="{FF2B5EF4-FFF2-40B4-BE49-F238E27FC236}">
                        <a16:creationId xmlns:a16="http://schemas.microsoft.com/office/drawing/2014/main" id="{A234558D-0D0E-F39E-1F7B-1C5118404A9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99" name="Cube 98">
                    <a:extLst>
                      <a:ext uri="{FF2B5EF4-FFF2-40B4-BE49-F238E27FC236}">
                        <a16:creationId xmlns:a16="http://schemas.microsoft.com/office/drawing/2014/main" id="{A659B115-A58F-52DF-6333-C385BFF0210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00" name="Cube 99">
                    <a:extLst>
                      <a:ext uri="{FF2B5EF4-FFF2-40B4-BE49-F238E27FC236}">
                        <a16:creationId xmlns:a16="http://schemas.microsoft.com/office/drawing/2014/main" id="{FFC267E9-C909-8B85-3E96-8A5A83929E2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01" name="Cube 100">
                    <a:extLst>
                      <a:ext uri="{FF2B5EF4-FFF2-40B4-BE49-F238E27FC236}">
                        <a16:creationId xmlns:a16="http://schemas.microsoft.com/office/drawing/2014/main" id="{05B5B132-9771-F899-34AA-2B4CE4A70C6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93" name="Group 47">
                  <a:extLst>
                    <a:ext uri="{FF2B5EF4-FFF2-40B4-BE49-F238E27FC236}">
                      <a16:creationId xmlns:a16="http://schemas.microsoft.com/office/drawing/2014/main" id="{DF017B13-7485-6C0D-2926-A8D27EF1BE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128" y="854075"/>
                  <a:ext cx="1463524" cy="666750"/>
                  <a:chOff x="188165" y="4127500"/>
                  <a:chExt cx="1463503" cy="666750"/>
                </a:xfrm>
                <a:grpFill/>
              </p:grpSpPr>
              <p:sp>
                <p:nvSpPr>
                  <p:cNvPr id="94" name="Cube 93">
                    <a:extLst>
                      <a:ext uri="{FF2B5EF4-FFF2-40B4-BE49-F238E27FC236}">
                        <a16:creationId xmlns:a16="http://schemas.microsoft.com/office/drawing/2014/main" id="{78094380-9332-6E78-EE07-F7F51D9BD92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5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95" name="Cube 94">
                    <a:extLst>
                      <a:ext uri="{FF2B5EF4-FFF2-40B4-BE49-F238E27FC236}">
                        <a16:creationId xmlns:a16="http://schemas.microsoft.com/office/drawing/2014/main" id="{25B2E496-600E-0C5B-C46B-EC18F37748E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96" name="Cube 95">
                    <a:extLst>
                      <a:ext uri="{FF2B5EF4-FFF2-40B4-BE49-F238E27FC236}">
                        <a16:creationId xmlns:a16="http://schemas.microsoft.com/office/drawing/2014/main" id="{6700D11C-B001-DCB6-48E6-5814B0B6174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97" name="Cube 96">
                    <a:extLst>
                      <a:ext uri="{FF2B5EF4-FFF2-40B4-BE49-F238E27FC236}">
                        <a16:creationId xmlns:a16="http://schemas.microsoft.com/office/drawing/2014/main" id="{4C737DFE-B621-FAAE-E1A6-BB1BFD06252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  <p:grpSp>
            <p:nvGrpSpPr>
              <p:cNvPr id="102" name="Group 33">
                <a:extLst>
                  <a:ext uri="{FF2B5EF4-FFF2-40B4-BE49-F238E27FC236}">
                    <a16:creationId xmlns:a16="http://schemas.microsoft.com/office/drawing/2014/main" id="{05A9FE1D-EE2F-56A8-2679-74B02ED2DA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5802" y="2974586"/>
                <a:ext cx="812976" cy="166531"/>
                <a:chOff x="3299235" y="854075"/>
                <a:chExt cx="2815417" cy="667152"/>
              </a:xfrm>
              <a:grpFill/>
            </p:grpSpPr>
            <p:grpSp>
              <p:nvGrpSpPr>
                <p:cNvPr id="103" name="Group 46">
                  <a:extLst>
                    <a:ext uri="{FF2B5EF4-FFF2-40B4-BE49-F238E27FC236}">
                      <a16:creationId xmlns:a16="http://schemas.microsoft.com/office/drawing/2014/main" id="{29D01C0E-FED6-B46C-4181-668E101664D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109" name="Cube 108">
                    <a:extLst>
                      <a:ext uri="{FF2B5EF4-FFF2-40B4-BE49-F238E27FC236}">
                        <a16:creationId xmlns:a16="http://schemas.microsoft.com/office/drawing/2014/main" id="{19BE5254-0C76-CCF6-8BA2-205355F3933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10" name="Cube 109">
                    <a:extLst>
                      <a:ext uri="{FF2B5EF4-FFF2-40B4-BE49-F238E27FC236}">
                        <a16:creationId xmlns:a16="http://schemas.microsoft.com/office/drawing/2014/main" id="{AFAD603F-0A40-7D21-7B2F-77C5A9860E1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11" name="Cube 110">
                    <a:extLst>
                      <a:ext uri="{FF2B5EF4-FFF2-40B4-BE49-F238E27FC236}">
                        <a16:creationId xmlns:a16="http://schemas.microsoft.com/office/drawing/2014/main" id="{4B81DC77-BE64-7E86-4398-DD1871A3C22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12" name="Cube 111">
                    <a:extLst>
                      <a:ext uri="{FF2B5EF4-FFF2-40B4-BE49-F238E27FC236}">
                        <a16:creationId xmlns:a16="http://schemas.microsoft.com/office/drawing/2014/main" id="{7B34E4A5-339E-3B9A-BA20-4D69770029B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104" name="Group 47">
                  <a:extLst>
                    <a:ext uri="{FF2B5EF4-FFF2-40B4-BE49-F238E27FC236}">
                      <a16:creationId xmlns:a16="http://schemas.microsoft.com/office/drawing/2014/main" id="{310D7A6E-1DEC-5FBC-B9CC-616A5906E4D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128" y="854075"/>
                  <a:ext cx="1463524" cy="666750"/>
                  <a:chOff x="188165" y="4127500"/>
                  <a:chExt cx="1463503" cy="666750"/>
                </a:xfrm>
                <a:grpFill/>
              </p:grpSpPr>
              <p:sp>
                <p:nvSpPr>
                  <p:cNvPr id="105" name="Cube 104">
                    <a:extLst>
                      <a:ext uri="{FF2B5EF4-FFF2-40B4-BE49-F238E27FC236}">
                        <a16:creationId xmlns:a16="http://schemas.microsoft.com/office/drawing/2014/main" id="{B7159C5B-0ADE-4865-887D-645203263D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5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06" name="Cube 105">
                    <a:extLst>
                      <a:ext uri="{FF2B5EF4-FFF2-40B4-BE49-F238E27FC236}">
                        <a16:creationId xmlns:a16="http://schemas.microsoft.com/office/drawing/2014/main" id="{D77ED900-55CB-E920-6E9F-911D4399B05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07" name="Cube 106">
                    <a:extLst>
                      <a:ext uri="{FF2B5EF4-FFF2-40B4-BE49-F238E27FC236}">
                        <a16:creationId xmlns:a16="http://schemas.microsoft.com/office/drawing/2014/main" id="{9718059D-F3FE-F27A-CC0A-D57A8953C2B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08" name="Cube 107">
                    <a:extLst>
                      <a:ext uri="{FF2B5EF4-FFF2-40B4-BE49-F238E27FC236}">
                        <a16:creationId xmlns:a16="http://schemas.microsoft.com/office/drawing/2014/main" id="{412268C7-80D5-B52E-451A-C1DEC9FC812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  <p:grpSp>
            <p:nvGrpSpPr>
              <p:cNvPr id="113" name="Group 33">
                <a:extLst>
                  <a:ext uri="{FF2B5EF4-FFF2-40B4-BE49-F238E27FC236}">
                    <a16:creationId xmlns:a16="http://schemas.microsoft.com/office/drawing/2014/main" id="{262C2FAA-FC46-89A8-B764-C1A8858262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4100" y="2974605"/>
                <a:ext cx="812976" cy="166513"/>
                <a:chOff x="3299235" y="854150"/>
                <a:chExt cx="2815417" cy="667080"/>
              </a:xfrm>
              <a:grpFill/>
            </p:grpSpPr>
            <p:grpSp>
              <p:nvGrpSpPr>
                <p:cNvPr id="114" name="Group 46">
                  <a:extLst>
                    <a:ext uri="{FF2B5EF4-FFF2-40B4-BE49-F238E27FC236}">
                      <a16:creationId xmlns:a16="http://schemas.microsoft.com/office/drawing/2014/main" id="{A4FC1B73-53A8-9731-BAF5-F07342DC862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120" name="Cube 119">
                    <a:extLst>
                      <a:ext uri="{FF2B5EF4-FFF2-40B4-BE49-F238E27FC236}">
                        <a16:creationId xmlns:a16="http://schemas.microsoft.com/office/drawing/2014/main" id="{EB2AB53D-383B-896E-B577-CC64898F419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21" name="Cube 120">
                    <a:extLst>
                      <a:ext uri="{FF2B5EF4-FFF2-40B4-BE49-F238E27FC236}">
                        <a16:creationId xmlns:a16="http://schemas.microsoft.com/office/drawing/2014/main" id="{FA2BD59A-FC37-D783-88FA-0846FF7F87A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22" name="Cube 121">
                    <a:extLst>
                      <a:ext uri="{FF2B5EF4-FFF2-40B4-BE49-F238E27FC236}">
                        <a16:creationId xmlns:a16="http://schemas.microsoft.com/office/drawing/2014/main" id="{7AB298CE-EAB7-2B8C-F1EF-2836050790C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23" name="Cube 122">
                    <a:extLst>
                      <a:ext uri="{FF2B5EF4-FFF2-40B4-BE49-F238E27FC236}">
                        <a16:creationId xmlns:a16="http://schemas.microsoft.com/office/drawing/2014/main" id="{D6AE1450-D7E8-01A7-171F-9342A52255D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115" name="Group 47">
                  <a:extLst>
                    <a:ext uri="{FF2B5EF4-FFF2-40B4-BE49-F238E27FC236}">
                      <a16:creationId xmlns:a16="http://schemas.microsoft.com/office/drawing/2014/main" id="{C6E410FF-4919-8E2D-684F-4CA8B518BE4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049" y="854150"/>
                  <a:ext cx="1463603" cy="667080"/>
                  <a:chOff x="188086" y="4127575"/>
                  <a:chExt cx="1463582" cy="667080"/>
                </a:xfrm>
                <a:grpFill/>
              </p:grpSpPr>
              <p:sp>
                <p:nvSpPr>
                  <p:cNvPr id="116" name="Cube 115">
                    <a:extLst>
                      <a:ext uri="{FF2B5EF4-FFF2-40B4-BE49-F238E27FC236}">
                        <a16:creationId xmlns:a16="http://schemas.microsoft.com/office/drawing/2014/main" id="{61C963DA-1904-76BD-7726-2B627E6F96B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6" y="4127575"/>
                    <a:ext cx="464357" cy="667080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17" name="Cube 116">
                    <a:extLst>
                      <a:ext uri="{FF2B5EF4-FFF2-40B4-BE49-F238E27FC236}">
                        <a16:creationId xmlns:a16="http://schemas.microsoft.com/office/drawing/2014/main" id="{66C184BA-17A3-A9A6-0D1B-9698C6AB019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18" name="Cube 117">
                    <a:extLst>
                      <a:ext uri="{FF2B5EF4-FFF2-40B4-BE49-F238E27FC236}">
                        <a16:creationId xmlns:a16="http://schemas.microsoft.com/office/drawing/2014/main" id="{4DA7FF06-CFC8-D2C6-DF8E-C2141D1A5B3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19" name="Cube 118">
                    <a:extLst>
                      <a:ext uri="{FF2B5EF4-FFF2-40B4-BE49-F238E27FC236}">
                        <a16:creationId xmlns:a16="http://schemas.microsoft.com/office/drawing/2014/main" id="{B067976E-5867-E9A3-68F2-0CF3D02952F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  <p:grpSp>
            <p:nvGrpSpPr>
              <p:cNvPr id="124" name="Group 33">
                <a:extLst>
                  <a:ext uri="{FF2B5EF4-FFF2-40B4-BE49-F238E27FC236}">
                    <a16:creationId xmlns:a16="http://schemas.microsoft.com/office/drawing/2014/main" id="{672890FE-6884-D9F3-EE22-DAD709F23A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12398" y="2974586"/>
                <a:ext cx="812976" cy="166531"/>
                <a:chOff x="3299235" y="854075"/>
                <a:chExt cx="2815417" cy="667152"/>
              </a:xfrm>
              <a:grpFill/>
            </p:grpSpPr>
            <p:grpSp>
              <p:nvGrpSpPr>
                <p:cNvPr id="125" name="Group 46">
                  <a:extLst>
                    <a:ext uri="{FF2B5EF4-FFF2-40B4-BE49-F238E27FC236}">
                      <a16:creationId xmlns:a16="http://schemas.microsoft.com/office/drawing/2014/main" id="{55BF6DEC-1D6A-E207-B67A-43A59A67263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131" name="Cube 130">
                    <a:extLst>
                      <a:ext uri="{FF2B5EF4-FFF2-40B4-BE49-F238E27FC236}">
                        <a16:creationId xmlns:a16="http://schemas.microsoft.com/office/drawing/2014/main" id="{68884574-3977-085B-6BCD-35F6B0E5610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32" name="Cube 131">
                    <a:extLst>
                      <a:ext uri="{FF2B5EF4-FFF2-40B4-BE49-F238E27FC236}">
                        <a16:creationId xmlns:a16="http://schemas.microsoft.com/office/drawing/2014/main" id="{8ABFEA5B-3358-8176-47BF-9EB8F5D97E1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33" name="Cube 132">
                    <a:extLst>
                      <a:ext uri="{FF2B5EF4-FFF2-40B4-BE49-F238E27FC236}">
                        <a16:creationId xmlns:a16="http://schemas.microsoft.com/office/drawing/2014/main" id="{9B40E9A7-8937-81DC-832A-397851B5F7C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34" name="Cube 133">
                    <a:extLst>
                      <a:ext uri="{FF2B5EF4-FFF2-40B4-BE49-F238E27FC236}">
                        <a16:creationId xmlns:a16="http://schemas.microsoft.com/office/drawing/2014/main" id="{2197B4F9-8A35-1138-393E-720DB311010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126" name="Group 47">
                  <a:extLst>
                    <a:ext uri="{FF2B5EF4-FFF2-40B4-BE49-F238E27FC236}">
                      <a16:creationId xmlns:a16="http://schemas.microsoft.com/office/drawing/2014/main" id="{9589F92A-B077-1731-8F9B-4C5F5ED68E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128" y="854075"/>
                  <a:ext cx="1463524" cy="666750"/>
                  <a:chOff x="188165" y="4127500"/>
                  <a:chExt cx="1463503" cy="666750"/>
                </a:xfrm>
                <a:grpFill/>
              </p:grpSpPr>
              <p:sp>
                <p:nvSpPr>
                  <p:cNvPr id="127" name="Cube 126">
                    <a:extLst>
                      <a:ext uri="{FF2B5EF4-FFF2-40B4-BE49-F238E27FC236}">
                        <a16:creationId xmlns:a16="http://schemas.microsoft.com/office/drawing/2014/main" id="{72489852-5257-14D7-1CD3-7B7845FB88A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5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28" name="Cube 127">
                    <a:extLst>
                      <a:ext uri="{FF2B5EF4-FFF2-40B4-BE49-F238E27FC236}">
                        <a16:creationId xmlns:a16="http://schemas.microsoft.com/office/drawing/2014/main" id="{B62D3B09-466D-3676-41B7-F829C023B3D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29" name="Cube 128">
                    <a:extLst>
                      <a:ext uri="{FF2B5EF4-FFF2-40B4-BE49-F238E27FC236}">
                        <a16:creationId xmlns:a16="http://schemas.microsoft.com/office/drawing/2014/main" id="{0142AD87-65D9-D2B2-6005-1EE850F296C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30" name="Cube 129">
                    <a:extLst>
                      <a:ext uri="{FF2B5EF4-FFF2-40B4-BE49-F238E27FC236}">
                        <a16:creationId xmlns:a16="http://schemas.microsoft.com/office/drawing/2014/main" id="{970CF3BF-FB8D-E690-D60A-C64AACB5BEE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  <p:grpSp>
            <p:nvGrpSpPr>
              <p:cNvPr id="135" name="Group 33">
                <a:extLst>
                  <a:ext uri="{FF2B5EF4-FFF2-40B4-BE49-F238E27FC236}">
                    <a16:creationId xmlns:a16="http://schemas.microsoft.com/office/drawing/2014/main" id="{83CC37F9-E847-EE12-C20C-4F95C25983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0696" y="2974586"/>
                <a:ext cx="812976" cy="166531"/>
                <a:chOff x="3299235" y="854075"/>
                <a:chExt cx="2815417" cy="667152"/>
              </a:xfrm>
              <a:grpFill/>
            </p:grpSpPr>
            <p:grpSp>
              <p:nvGrpSpPr>
                <p:cNvPr id="136" name="Group 46">
                  <a:extLst>
                    <a:ext uri="{FF2B5EF4-FFF2-40B4-BE49-F238E27FC236}">
                      <a16:creationId xmlns:a16="http://schemas.microsoft.com/office/drawing/2014/main" id="{DE2E2012-8501-1968-519B-FF4012115F8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142" name="Cube 141">
                    <a:extLst>
                      <a:ext uri="{FF2B5EF4-FFF2-40B4-BE49-F238E27FC236}">
                        <a16:creationId xmlns:a16="http://schemas.microsoft.com/office/drawing/2014/main" id="{D7507183-D558-3989-850C-41C5FE35125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43" name="Cube 142">
                    <a:extLst>
                      <a:ext uri="{FF2B5EF4-FFF2-40B4-BE49-F238E27FC236}">
                        <a16:creationId xmlns:a16="http://schemas.microsoft.com/office/drawing/2014/main" id="{CDEF4771-9C56-CE43-B264-7CDB9F28551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44" name="Cube 143">
                    <a:extLst>
                      <a:ext uri="{FF2B5EF4-FFF2-40B4-BE49-F238E27FC236}">
                        <a16:creationId xmlns:a16="http://schemas.microsoft.com/office/drawing/2014/main" id="{3F8C40BB-834F-C188-45A1-539492C4F10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45" name="Cube 144">
                    <a:extLst>
                      <a:ext uri="{FF2B5EF4-FFF2-40B4-BE49-F238E27FC236}">
                        <a16:creationId xmlns:a16="http://schemas.microsoft.com/office/drawing/2014/main" id="{BD5B8F6E-E5D9-D18B-26BE-5E42EF76E9A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137" name="Group 47">
                  <a:extLst>
                    <a:ext uri="{FF2B5EF4-FFF2-40B4-BE49-F238E27FC236}">
                      <a16:creationId xmlns:a16="http://schemas.microsoft.com/office/drawing/2014/main" id="{04F51693-7253-07F2-37EB-2196A9CB3E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128" y="854075"/>
                  <a:ext cx="1463524" cy="666750"/>
                  <a:chOff x="188165" y="4127500"/>
                  <a:chExt cx="1463503" cy="666750"/>
                </a:xfrm>
                <a:grpFill/>
              </p:grpSpPr>
              <p:sp>
                <p:nvSpPr>
                  <p:cNvPr id="138" name="Cube 137">
                    <a:extLst>
                      <a:ext uri="{FF2B5EF4-FFF2-40B4-BE49-F238E27FC236}">
                        <a16:creationId xmlns:a16="http://schemas.microsoft.com/office/drawing/2014/main" id="{B632F9AC-C526-8B86-0CB1-75F08BA818D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5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39" name="Cube 138">
                    <a:extLst>
                      <a:ext uri="{FF2B5EF4-FFF2-40B4-BE49-F238E27FC236}">
                        <a16:creationId xmlns:a16="http://schemas.microsoft.com/office/drawing/2014/main" id="{E9F67610-FB8D-AE7D-01E3-A9136F00172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40" name="Cube 139">
                    <a:extLst>
                      <a:ext uri="{FF2B5EF4-FFF2-40B4-BE49-F238E27FC236}">
                        <a16:creationId xmlns:a16="http://schemas.microsoft.com/office/drawing/2014/main" id="{C8324434-3CA3-67EA-1A6E-0FDFE4A6B40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41" name="Cube 140">
                    <a:extLst>
                      <a:ext uri="{FF2B5EF4-FFF2-40B4-BE49-F238E27FC236}">
                        <a16:creationId xmlns:a16="http://schemas.microsoft.com/office/drawing/2014/main" id="{E1C51255-325E-5EE8-ACD3-53E4BD4CAB0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  <p:grpSp>
            <p:nvGrpSpPr>
              <p:cNvPr id="146" name="Group 33">
                <a:extLst>
                  <a:ext uri="{FF2B5EF4-FFF2-40B4-BE49-F238E27FC236}">
                    <a16:creationId xmlns:a16="http://schemas.microsoft.com/office/drawing/2014/main" id="{C1D45323-A504-654C-ADC1-A9B13C416A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48994" y="2974586"/>
                <a:ext cx="812976" cy="166531"/>
                <a:chOff x="3299235" y="854075"/>
                <a:chExt cx="2815417" cy="667152"/>
              </a:xfrm>
              <a:grpFill/>
            </p:grpSpPr>
            <p:grpSp>
              <p:nvGrpSpPr>
                <p:cNvPr id="147" name="Group 46">
                  <a:extLst>
                    <a:ext uri="{FF2B5EF4-FFF2-40B4-BE49-F238E27FC236}">
                      <a16:creationId xmlns:a16="http://schemas.microsoft.com/office/drawing/2014/main" id="{8BD28496-2690-9692-20E9-539272C2D22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153" name="Cube 152">
                    <a:extLst>
                      <a:ext uri="{FF2B5EF4-FFF2-40B4-BE49-F238E27FC236}">
                        <a16:creationId xmlns:a16="http://schemas.microsoft.com/office/drawing/2014/main" id="{EF2BF0DA-6011-850A-CE8A-91DBF4FA33B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54" name="Cube 153">
                    <a:extLst>
                      <a:ext uri="{FF2B5EF4-FFF2-40B4-BE49-F238E27FC236}">
                        <a16:creationId xmlns:a16="http://schemas.microsoft.com/office/drawing/2014/main" id="{04C82850-5647-F4E1-B39C-B08E9C90A6A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55" name="Cube 154">
                    <a:extLst>
                      <a:ext uri="{FF2B5EF4-FFF2-40B4-BE49-F238E27FC236}">
                        <a16:creationId xmlns:a16="http://schemas.microsoft.com/office/drawing/2014/main" id="{6E76B2A4-D261-0839-600B-82F33524C49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56" name="Cube 155">
                    <a:extLst>
                      <a:ext uri="{FF2B5EF4-FFF2-40B4-BE49-F238E27FC236}">
                        <a16:creationId xmlns:a16="http://schemas.microsoft.com/office/drawing/2014/main" id="{E0770157-3F14-D3B4-A86B-B9A52E7C0A1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148" name="Group 47">
                  <a:extLst>
                    <a:ext uri="{FF2B5EF4-FFF2-40B4-BE49-F238E27FC236}">
                      <a16:creationId xmlns:a16="http://schemas.microsoft.com/office/drawing/2014/main" id="{3D58D2D0-BB87-446A-F5F2-5B68B347CB4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128" y="854075"/>
                  <a:ext cx="1463524" cy="666750"/>
                  <a:chOff x="188165" y="4127500"/>
                  <a:chExt cx="1463503" cy="666750"/>
                </a:xfrm>
                <a:grpFill/>
              </p:grpSpPr>
              <p:sp>
                <p:nvSpPr>
                  <p:cNvPr id="149" name="Cube 148">
                    <a:extLst>
                      <a:ext uri="{FF2B5EF4-FFF2-40B4-BE49-F238E27FC236}">
                        <a16:creationId xmlns:a16="http://schemas.microsoft.com/office/drawing/2014/main" id="{28F8D08E-0E94-0F2A-D4A1-818E0952B8A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5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50" name="Cube 149">
                    <a:extLst>
                      <a:ext uri="{FF2B5EF4-FFF2-40B4-BE49-F238E27FC236}">
                        <a16:creationId xmlns:a16="http://schemas.microsoft.com/office/drawing/2014/main" id="{6293FF9C-A122-6A3B-48AE-14B88F6AF65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51" name="Cube 150">
                    <a:extLst>
                      <a:ext uri="{FF2B5EF4-FFF2-40B4-BE49-F238E27FC236}">
                        <a16:creationId xmlns:a16="http://schemas.microsoft.com/office/drawing/2014/main" id="{BE700222-2D9C-8458-E474-1891D8EF2EF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52" name="Cube 151">
                    <a:extLst>
                      <a:ext uri="{FF2B5EF4-FFF2-40B4-BE49-F238E27FC236}">
                        <a16:creationId xmlns:a16="http://schemas.microsoft.com/office/drawing/2014/main" id="{27948F59-17EA-11B8-3147-A4D0588FF4F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  <p:grpSp>
            <p:nvGrpSpPr>
              <p:cNvPr id="157" name="Group 33">
                <a:extLst>
                  <a:ext uri="{FF2B5EF4-FFF2-40B4-BE49-F238E27FC236}">
                    <a16:creationId xmlns:a16="http://schemas.microsoft.com/office/drawing/2014/main" id="{D4E8F813-F1CF-2D1E-C1DA-1D45D9EDB7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17292" y="2974586"/>
                <a:ext cx="812976" cy="166531"/>
                <a:chOff x="3299235" y="854075"/>
                <a:chExt cx="2815417" cy="667152"/>
              </a:xfrm>
              <a:grpFill/>
            </p:grpSpPr>
            <p:grpSp>
              <p:nvGrpSpPr>
                <p:cNvPr id="158" name="Group 46">
                  <a:extLst>
                    <a:ext uri="{FF2B5EF4-FFF2-40B4-BE49-F238E27FC236}">
                      <a16:creationId xmlns:a16="http://schemas.microsoft.com/office/drawing/2014/main" id="{125E00F8-545C-D340-45CC-2B6F352B841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164" name="Cube 163">
                    <a:extLst>
                      <a:ext uri="{FF2B5EF4-FFF2-40B4-BE49-F238E27FC236}">
                        <a16:creationId xmlns:a16="http://schemas.microsoft.com/office/drawing/2014/main" id="{740E9D3D-1366-9E67-F119-E2A28D737E0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65" name="Cube 164">
                    <a:extLst>
                      <a:ext uri="{FF2B5EF4-FFF2-40B4-BE49-F238E27FC236}">
                        <a16:creationId xmlns:a16="http://schemas.microsoft.com/office/drawing/2014/main" id="{9957ADE4-C7D3-2D0E-E548-3CDF676FF43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66" name="Cube 165">
                    <a:extLst>
                      <a:ext uri="{FF2B5EF4-FFF2-40B4-BE49-F238E27FC236}">
                        <a16:creationId xmlns:a16="http://schemas.microsoft.com/office/drawing/2014/main" id="{F1DFFDF1-E50C-A0C4-45EC-ADE048C3D5B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67" name="Cube 166">
                    <a:extLst>
                      <a:ext uri="{FF2B5EF4-FFF2-40B4-BE49-F238E27FC236}">
                        <a16:creationId xmlns:a16="http://schemas.microsoft.com/office/drawing/2014/main" id="{5F644253-3981-03F7-9E56-9E20B870411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159" name="Group 47">
                  <a:extLst>
                    <a:ext uri="{FF2B5EF4-FFF2-40B4-BE49-F238E27FC236}">
                      <a16:creationId xmlns:a16="http://schemas.microsoft.com/office/drawing/2014/main" id="{FAFBD734-0A8A-E00B-4155-E969D9A0BB4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128" y="854075"/>
                  <a:ext cx="1463524" cy="666750"/>
                  <a:chOff x="188165" y="4127500"/>
                  <a:chExt cx="1463503" cy="666750"/>
                </a:xfrm>
                <a:grpFill/>
              </p:grpSpPr>
              <p:sp>
                <p:nvSpPr>
                  <p:cNvPr id="160" name="Cube 159">
                    <a:extLst>
                      <a:ext uri="{FF2B5EF4-FFF2-40B4-BE49-F238E27FC236}">
                        <a16:creationId xmlns:a16="http://schemas.microsoft.com/office/drawing/2014/main" id="{87C91749-ED59-3E4D-7F0F-2B59FF699C9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5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61" name="Cube 160">
                    <a:extLst>
                      <a:ext uri="{FF2B5EF4-FFF2-40B4-BE49-F238E27FC236}">
                        <a16:creationId xmlns:a16="http://schemas.microsoft.com/office/drawing/2014/main" id="{8036202D-6621-0052-8BF2-83CD23FFDAF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62" name="Cube 161">
                    <a:extLst>
                      <a:ext uri="{FF2B5EF4-FFF2-40B4-BE49-F238E27FC236}">
                        <a16:creationId xmlns:a16="http://schemas.microsoft.com/office/drawing/2014/main" id="{2B28968B-3DEE-2FFD-4829-5942C93C0FC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63" name="Cube 162">
                    <a:extLst>
                      <a:ext uri="{FF2B5EF4-FFF2-40B4-BE49-F238E27FC236}">
                        <a16:creationId xmlns:a16="http://schemas.microsoft.com/office/drawing/2014/main" id="{BB1C1FB1-6185-D10C-7CEA-7DEC118AC5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  <p:grpSp>
            <p:nvGrpSpPr>
              <p:cNvPr id="168" name="Group 33">
                <a:extLst>
                  <a:ext uri="{FF2B5EF4-FFF2-40B4-BE49-F238E27FC236}">
                    <a16:creationId xmlns:a16="http://schemas.microsoft.com/office/drawing/2014/main" id="{94015471-CEEA-ABFB-4D22-24364F55DF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85590" y="2974586"/>
                <a:ext cx="812976" cy="166531"/>
                <a:chOff x="3299235" y="854075"/>
                <a:chExt cx="2815417" cy="667152"/>
              </a:xfrm>
              <a:grpFill/>
            </p:grpSpPr>
            <p:grpSp>
              <p:nvGrpSpPr>
                <p:cNvPr id="169" name="Group 46">
                  <a:extLst>
                    <a:ext uri="{FF2B5EF4-FFF2-40B4-BE49-F238E27FC236}">
                      <a16:creationId xmlns:a16="http://schemas.microsoft.com/office/drawing/2014/main" id="{3815491E-2928-ACC2-22EF-99E36306E6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175" name="Cube 174">
                    <a:extLst>
                      <a:ext uri="{FF2B5EF4-FFF2-40B4-BE49-F238E27FC236}">
                        <a16:creationId xmlns:a16="http://schemas.microsoft.com/office/drawing/2014/main" id="{C2828839-0C18-3405-B638-67D64BD6337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76" name="Cube 175">
                    <a:extLst>
                      <a:ext uri="{FF2B5EF4-FFF2-40B4-BE49-F238E27FC236}">
                        <a16:creationId xmlns:a16="http://schemas.microsoft.com/office/drawing/2014/main" id="{4CDD8186-9108-9602-9F02-1A0CDF02509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77" name="Cube 176">
                    <a:extLst>
                      <a:ext uri="{FF2B5EF4-FFF2-40B4-BE49-F238E27FC236}">
                        <a16:creationId xmlns:a16="http://schemas.microsoft.com/office/drawing/2014/main" id="{71757E72-7589-CABC-3057-8983431BEDD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78" name="Cube 177">
                    <a:extLst>
                      <a:ext uri="{FF2B5EF4-FFF2-40B4-BE49-F238E27FC236}">
                        <a16:creationId xmlns:a16="http://schemas.microsoft.com/office/drawing/2014/main" id="{0403F152-6A64-218C-8BBB-42B3E512E37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170" name="Group 47">
                  <a:extLst>
                    <a:ext uri="{FF2B5EF4-FFF2-40B4-BE49-F238E27FC236}">
                      <a16:creationId xmlns:a16="http://schemas.microsoft.com/office/drawing/2014/main" id="{CEE2B75B-3521-CB4A-E47A-3C982A73EAD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128" y="854075"/>
                  <a:ext cx="1463524" cy="666750"/>
                  <a:chOff x="188165" y="4127500"/>
                  <a:chExt cx="1463503" cy="666750"/>
                </a:xfrm>
                <a:grpFill/>
              </p:grpSpPr>
              <p:sp>
                <p:nvSpPr>
                  <p:cNvPr id="171" name="Cube 170">
                    <a:extLst>
                      <a:ext uri="{FF2B5EF4-FFF2-40B4-BE49-F238E27FC236}">
                        <a16:creationId xmlns:a16="http://schemas.microsoft.com/office/drawing/2014/main" id="{30B927CC-9982-FE81-4A58-76B5F92EA60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5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72" name="Cube 171">
                    <a:extLst>
                      <a:ext uri="{FF2B5EF4-FFF2-40B4-BE49-F238E27FC236}">
                        <a16:creationId xmlns:a16="http://schemas.microsoft.com/office/drawing/2014/main" id="{F75F5C17-06BC-BF43-6200-FD867138F29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73" name="Cube 172">
                    <a:extLst>
                      <a:ext uri="{FF2B5EF4-FFF2-40B4-BE49-F238E27FC236}">
                        <a16:creationId xmlns:a16="http://schemas.microsoft.com/office/drawing/2014/main" id="{783F6F78-C5CD-1AFF-116D-29CAADE4E8D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74" name="Cube 173">
                    <a:extLst>
                      <a:ext uri="{FF2B5EF4-FFF2-40B4-BE49-F238E27FC236}">
                        <a16:creationId xmlns:a16="http://schemas.microsoft.com/office/drawing/2014/main" id="{B39F117F-3E16-5DA5-1458-BC9F4BDB19B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  <p:grpSp>
            <p:nvGrpSpPr>
              <p:cNvPr id="179" name="Group 33">
                <a:extLst>
                  <a:ext uri="{FF2B5EF4-FFF2-40B4-BE49-F238E27FC236}">
                    <a16:creationId xmlns:a16="http://schemas.microsoft.com/office/drawing/2014/main" id="{1CE90B85-D388-5CCA-780E-82A5A2E78B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053888" y="2974586"/>
                <a:ext cx="812976" cy="166531"/>
                <a:chOff x="3299235" y="854075"/>
                <a:chExt cx="2815417" cy="667152"/>
              </a:xfrm>
              <a:grpFill/>
            </p:grpSpPr>
            <p:grpSp>
              <p:nvGrpSpPr>
                <p:cNvPr id="180" name="Group 46">
                  <a:extLst>
                    <a:ext uri="{FF2B5EF4-FFF2-40B4-BE49-F238E27FC236}">
                      <a16:creationId xmlns:a16="http://schemas.microsoft.com/office/drawing/2014/main" id="{3FF5A60D-467B-F069-A122-3843868F5A5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186" name="Cube 185">
                    <a:extLst>
                      <a:ext uri="{FF2B5EF4-FFF2-40B4-BE49-F238E27FC236}">
                        <a16:creationId xmlns:a16="http://schemas.microsoft.com/office/drawing/2014/main" id="{8309A7D4-46DE-4F7D-AE58-AA76112C693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87" name="Cube 186">
                    <a:extLst>
                      <a:ext uri="{FF2B5EF4-FFF2-40B4-BE49-F238E27FC236}">
                        <a16:creationId xmlns:a16="http://schemas.microsoft.com/office/drawing/2014/main" id="{A57D0F76-8803-717D-5878-E526C178A70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88" name="Cube 187">
                    <a:extLst>
                      <a:ext uri="{FF2B5EF4-FFF2-40B4-BE49-F238E27FC236}">
                        <a16:creationId xmlns:a16="http://schemas.microsoft.com/office/drawing/2014/main" id="{15FF0A21-BB37-157E-557C-A1AEA0AEEA8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89" name="Cube 188">
                    <a:extLst>
                      <a:ext uri="{FF2B5EF4-FFF2-40B4-BE49-F238E27FC236}">
                        <a16:creationId xmlns:a16="http://schemas.microsoft.com/office/drawing/2014/main" id="{F04828E6-ADA2-D485-3E76-6BBA1FDE206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181" name="Group 47">
                  <a:extLst>
                    <a:ext uri="{FF2B5EF4-FFF2-40B4-BE49-F238E27FC236}">
                      <a16:creationId xmlns:a16="http://schemas.microsoft.com/office/drawing/2014/main" id="{3D16E001-F603-6442-A877-FFA9384F5D2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128" y="854075"/>
                  <a:ext cx="1463524" cy="666750"/>
                  <a:chOff x="188165" y="4127500"/>
                  <a:chExt cx="1463503" cy="666750"/>
                </a:xfrm>
                <a:grpFill/>
              </p:grpSpPr>
              <p:sp>
                <p:nvSpPr>
                  <p:cNvPr id="182" name="Cube 181">
                    <a:extLst>
                      <a:ext uri="{FF2B5EF4-FFF2-40B4-BE49-F238E27FC236}">
                        <a16:creationId xmlns:a16="http://schemas.microsoft.com/office/drawing/2014/main" id="{5F06D4AE-FDBB-8069-E793-E5C94920452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5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83" name="Cube 182">
                    <a:extLst>
                      <a:ext uri="{FF2B5EF4-FFF2-40B4-BE49-F238E27FC236}">
                        <a16:creationId xmlns:a16="http://schemas.microsoft.com/office/drawing/2014/main" id="{D6083CB8-1B2B-863D-F2E9-1A4FA57B0A9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84" name="Cube 183">
                    <a:extLst>
                      <a:ext uri="{FF2B5EF4-FFF2-40B4-BE49-F238E27FC236}">
                        <a16:creationId xmlns:a16="http://schemas.microsoft.com/office/drawing/2014/main" id="{8671F029-D528-4522-A96A-DA3C93AD488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85" name="Cube 184">
                    <a:extLst>
                      <a:ext uri="{FF2B5EF4-FFF2-40B4-BE49-F238E27FC236}">
                        <a16:creationId xmlns:a16="http://schemas.microsoft.com/office/drawing/2014/main" id="{631CA1F4-4623-2282-4FD1-1DAC2422619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  <p:grpSp>
            <p:nvGrpSpPr>
              <p:cNvPr id="190" name="Group 33">
                <a:extLst>
                  <a:ext uri="{FF2B5EF4-FFF2-40B4-BE49-F238E27FC236}">
                    <a16:creationId xmlns:a16="http://schemas.microsoft.com/office/drawing/2014/main" id="{7E18F885-2D3B-ADF1-92C5-4933FA863F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22184" y="2974586"/>
                <a:ext cx="812976" cy="166531"/>
                <a:chOff x="3299235" y="854075"/>
                <a:chExt cx="2815417" cy="667152"/>
              </a:xfrm>
              <a:grpFill/>
            </p:grpSpPr>
            <p:grpSp>
              <p:nvGrpSpPr>
                <p:cNvPr id="191" name="Group 46">
                  <a:extLst>
                    <a:ext uri="{FF2B5EF4-FFF2-40B4-BE49-F238E27FC236}">
                      <a16:creationId xmlns:a16="http://schemas.microsoft.com/office/drawing/2014/main" id="{EC2E696E-BB60-4CB0-3212-35ABFF721FD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99235" y="854150"/>
                  <a:ext cx="1463604" cy="667077"/>
                  <a:chOff x="188591" y="4127575"/>
                  <a:chExt cx="1463583" cy="667077"/>
                </a:xfrm>
                <a:grpFill/>
              </p:grpSpPr>
              <p:sp>
                <p:nvSpPr>
                  <p:cNvPr id="197" name="Cube 196">
                    <a:extLst>
                      <a:ext uri="{FF2B5EF4-FFF2-40B4-BE49-F238E27FC236}">
                        <a16:creationId xmlns:a16="http://schemas.microsoft.com/office/drawing/2014/main" id="{64A83674-A1DD-65F5-5144-030DFDEF85F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591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98" name="Cube 197">
                    <a:extLst>
                      <a:ext uri="{FF2B5EF4-FFF2-40B4-BE49-F238E27FC236}">
                        <a16:creationId xmlns:a16="http://schemas.microsoft.com/office/drawing/2014/main" id="{37BA8408-12CB-C910-89FE-8136C54AC91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239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99" name="Cube 198">
                    <a:extLst>
                      <a:ext uri="{FF2B5EF4-FFF2-40B4-BE49-F238E27FC236}">
                        <a16:creationId xmlns:a16="http://schemas.microsoft.com/office/drawing/2014/main" id="{D77552CD-A3BE-A122-DBCE-A7028A25167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2448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200" name="Cube 199">
                    <a:extLst>
                      <a:ext uri="{FF2B5EF4-FFF2-40B4-BE49-F238E27FC236}">
                        <a16:creationId xmlns:a16="http://schemas.microsoft.com/office/drawing/2014/main" id="{E844342D-D3EB-FAD5-6D08-07441E51909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6097" y="4127575"/>
                    <a:ext cx="466077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  <p:grpSp>
              <p:nvGrpSpPr>
                <p:cNvPr id="192" name="Group 47">
                  <a:extLst>
                    <a:ext uri="{FF2B5EF4-FFF2-40B4-BE49-F238E27FC236}">
                      <a16:creationId xmlns:a16="http://schemas.microsoft.com/office/drawing/2014/main" id="{54323640-7148-A9CD-95F2-B2382191DAD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51128" y="854075"/>
                  <a:ext cx="1463524" cy="666750"/>
                  <a:chOff x="188165" y="4127500"/>
                  <a:chExt cx="1463503" cy="666750"/>
                </a:xfrm>
                <a:grpFill/>
              </p:grpSpPr>
              <p:sp>
                <p:nvSpPr>
                  <p:cNvPr id="193" name="Cube 192">
                    <a:extLst>
                      <a:ext uri="{FF2B5EF4-FFF2-40B4-BE49-F238E27FC236}">
                        <a16:creationId xmlns:a16="http://schemas.microsoft.com/office/drawing/2014/main" id="{52647325-5BEC-0CEA-4472-007386F2C5E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085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94" name="Cube 193">
                    <a:extLst>
                      <a:ext uri="{FF2B5EF4-FFF2-40B4-BE49-F238E27FC236}">
                        <a16:creationId xmlns:a16="http://schemas.microsoft.com/office/drawing/2014/main" id="{1016E14C-A55F-37AC-E857-6F4CB70857B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734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95" name="Cube 194">
                    <a:extLst>
                      <a:ext uri="{FF2B5EF4-FFF2-40B4-BE49-F238E27FC236}">
                        <a16:creationId xmlns:a16="http://schemas.microsoft.com/office/drawing/2014/main" id="{6611C53E-2A33-BAB1-9AFA-5C12AF2E228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53663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  <p:sp>
                <p:nvSpPr>
                  <p:cNvPr id="196" name="Cube 195">
                    <a:extLst>
                      <a:ext uri="{FF2B5EF4-FFF2-40B4-BE49-F238E27FC236}">
                        <a16:creationId xmlns:a16="http://schemas.microsoft.com/office/drawing/2014/main" id="{537E954D-E1B5-E41C-23E6-8966F1D04C5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7312" y="4127575"/>
                    <a:ext cx="464356" cy="667077"/>
                  </a:xfrm>
                  <a:prstGeom prst="cube">
                    <a:avLst/>
                  </a:prstGeom>
                  <a:grp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defRPr/>
                    </a:pPr>
                    <a:endParaRPr lang="en-GB" sz="900">
                      <a:solidFill>
                        <a:schemeClr val="bg1"/>
                      </a:solidFill>
                      <a:latin typeface="+mj-lt"/>
                      <a:cs typeface="Arial" charset="0"/>
                    </a:endParaRPr>
                  </a:p>
                </p:txBody>
              </p:sp>
            </p:grpSp>
          </p:grpSp>
        </p:grpSp>
        <p:sp>
          <p:nvSpPr>
            <p:cNvPr id="4105" name="Rectangle 68">
              <a:extLst>
                <a:ext uri="{FF2B5EF4-FFF2-40B4-BE49-F238E27FC236}">
                  <a16:creationId xmlns:a16="http://schemas.microsoft.com/office/drawing/2014/main" id="{9ACAC83E-B2EE-58F5-F064-9D3A35F28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269" y="2782020"/>
              <a:ext cx="1195507" cy="258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88" tIns="44450" rIns="90488" bIns="44450">
              <a:spAutoFit/>
            </a:bodyPr>
            <a:lstStyle>
              <a:lvl1pPr marL="87313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de-DE" altLang="nl-BE" sz="1050" b="1">
                  <a:solidFill>
                    <a:schemeClr val="tx2"/>
                  </a:solidFill>
                </a:rPr>
                <a:t>2nd character</a:t>
              </a:r>
            </a:p>
          </p:txBody>
        </p:sp>
        <p:sp>
          <p:nvSpPr>
            <p:cNvPr id="4106" name="Rectangle 68">
              <a:extLst>
                <a:ext uri="{FF2B5EF4-FFF2-40B4-BE49-F238E27FC236}">
                  <a16:creationId xmlns:a16="http://schemas.microsoft.com/office/drawing/2014/main" id="{D694883E-6C92-B39F-AE89-8A4574260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1987" y="2782020"/>
              <a:ext cx="1163754" cy="258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88" tIns="44450" rIns="90488" bIns="44450">
              <a:spAutoFit/>
            </a:bodyPr>
            <a:lstStyle>
              <a:lvl1pPr marL="87313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defTabSz="762000" eaLnBrk="0" hangingPunct="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de-DE" altLang="nl-BE" sz="1050" b="1">
                  <a:solidFill>
                    <a:schemeClr val="tx2"/>
                  </a:solidFill>
                </a:rPr>
                <a:t>3rd character</a:t>
              </a:r>
            </a:p>
          </p:txBody>
        </p:sp>
        <p:sp>
          <p:nvSpPr>
            <p:cNvPr id="6155" name="Rectangle 68">
              <a:extLst>
                <a:ext uri="{FF2B5EF4-FFF2-40B4-BE49-F238E27FC236}">
                  <a16:creationId xmlns:a16="http://schemas.microsoft.com/office/drawing/2014/main" id="{2D9D2134-842F-886F-E92D-D3E60BA3E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3563" y="2760423"/>
              <a:ext cx="41229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87313" defTabSz="76200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76200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76200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76200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76200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de-DE" altLang="nl-BE" sz="1100" b="1">
                  <a:solidFill>
                    <a:schemeClr val="tx2"/>
                  </a:solidFill>
                </a:rPr>
                <a:t>…</a:t>
              </a:r>
            </a:p>
          </p:txBody>
        </p:sp>
        <p:sp>
          <p:nvSpPr>
            <p:cNvPr id="6156" name="Rectangle 68">
              <a:extLst>
                <a:ext uri="{FF2B5EF4-FFF2-40B4-BE49-F238E27FC236}">
                  <a16:creationId xmlns:a16="http://schemas.microsoft.com/office/drawing/2014/main" id="{274845B9-8FB7-5437-D21F-08A352CC9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6456" y="2564904"/>
              <a:ext cx="36004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marL="87313" defTabSz="76200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76200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76200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76200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762000"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1238" algn="l"/>
                  <a:tab pos="4575175" algn="l"/>
                  <a:tab pos="9726613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de-DE" altLang="nl-BE" sz="1100" b="1">
                  <a:solidFill>
                    <a:schemeClr val="tx2"/>
                  </a:solidFill>
                </a:rPr>
                <a:t>…</a:t>
              </a:r>
            </a:p>
          </p:txBody>
        </p:sp>
      </p:grpSp>
      <p:pic>
        <p:nvPicPr>
          <p:cNvPr id="6151" name="Picture 2" descr="Z:\Icons, symbols\magnifying glass.png">
            <a:extLst>
              <a:ext uri="{FF2B5EF4-FFF2-40B4-BE49-F238E27FC236}">
                <a16:creationId xmlns:a16="http://schemas.microsoft.com/office/drawing/2014/main" id="{AD15DEC6-15E4-E524-B7DF-A4785AB1C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0" y="2281238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2">
            <a:extLst>
              <a:ext uri="{FF2B5EF4-FFF2-40B4-BE49-F238E27FC236}">
                <a16:creationId xmlns:a16="http://schemas.microsoft.com/office/drawing/2014/main" id="{4284D03D-235F-D67D-A607-6FA42AE80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925" y="890759"/>
            <a:ext cx="6985000" cy="503237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nl-BE" altLang="nl-BE" dirty="0"/>
              <a:t>Telegram – Time </a:t>
            </a:r>
            <a:r>
              <a:rPr lang="nl-BE" altLang="nl-BE" dirty="0" err="1"/>
              <a:t>requirement</a:t>
            </a:r>
            <a:endParaRPr lang="en-GB" altLang="nl-BE" dirty="0"/>
          </a:p>
        </p:txBody>
      </p:sp>
      <p:sp>
        <p:nvSpPr>
          <p:cNvPr id="26" name="Content Placeholder 1">
            <a:extLst>
              <a:ext uri="{FF2B5EF4-FFF2-40B4-BE49-F238E27FC236}">
                <a16:creationId xmlns:a16="http://schemas.microsoft.com/office/drawing/2014/main" id="{E34C66A5-D299-5A5A-9F64-0E61765D17B5}"/>
              </a:ext>
            </a:extLst>
          </p:cNvPr>
          <p:cNvSpPr txBox="1">
            <a:spLocks/>
          </p:cNvSpPr>
          <p:nvPr/>
        </p:nvSpPr>
        <p:spPr>
          <a:xfrm>
            <a:off x="303213" y="3284538"/>
            <a:ext cx="8137525" cy="3024187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eaLnBrk="1" hangingPunct="1">
              <a:defRPr/>
            </a:pPr>
            <a:r>
              <a:rPr lang="de-DE" altLang="en-US" sz="1600" kern="0" dirty="0"/>
              <a:t>Transmission </a:t>
            </a:r>
            <a:r>
              <a:rPr lang="de-DE" altLang="en-US" sz="1600" kern="0" dirty="0" err="1"/>
              <a:t>speed</a:t>
            </a:r>
            <a:r>
              <a:rPr lang="de-DE" altLang="en-US" sz="1600" kern="0" dirty="0"/>
              <a:t> = 9600 </a:t>
            </a:r>
            <a:r>
              <a:rPr lang="de-DE" altLang="en-US" sz="1600" kern="0" dirty="0" err="1"/>
              <a:t>bit</a:t>
            </a:r>
            <a:r>
              <a:rPr lang="de-DE" altLang="en-US" sz="1600" kern="0" dirty="0"/>
              <a:t>/s</a:t>
            </a:r>
          </a:p>
          <a:p>
            <a:pPr eaLnBrk="1" hangingPunct="1">
              <a:defRPr/>
            </a:pPr>
            <a:r>
              <a:rPr lang="de-DE" altLang="en-US" sz="1600" kern="0" dirty="0" err="1"/>
              <a:t>One</a:t>
            </a:r>
            <a:r>
              <a:rPr lang="de-DE" altLang="en-US" sz="1600" kern="0" dirty="0"/>
              <a:t> </a:t>
            </a:r>
            <a:r>
              <a:rPr lang="de-DE" altLang="en-US" sz="1600" kern="0" dirty="0" err="1"/>
              <a:t>bit</a:t>
            </a:r>
            <a:r>
              <a:rPr lang="de-DE" altLang="en-US" sz="1600" kern="0" dirty="0"/>
              <a:t> </a:t>
            </a:r>
            <a:r>
              <a:rPr lang="de-DE" altLang="en-US" sz="1600" kern="0" dirty="0" err="1"/>
              <a:t>occupies</a:t>
            </a:r>
            <a:r>
              <a:rPr lang="de-DE" altLang="en-US" sz="1600" kern="0" dirty="0"/>
              <a:t> </a:t>
            </a:r>
            <a:r>
              <a:rPr lang="de-DE" altLang="en-US" sz="1600" kern="0" dirty="0" err="1"/>
              <a:t>the</a:t>
            </a:r>
            <a:r>
              <a:rPr lang="de-DE" altLang="en-US" sz="1600" kern="0" dirty="0"/>
              <a:t> </a:t>
            </a:r>
            <a:r>
              <a:rPr lang="de-DE" altLang="en-US" sz="1600" kern="0" dirty="0" err="1"/>
              <a:t>bus</a:t>
            </a:r>
            <a:r>
              <a:rPr lang="de-DE" altLang="en-US" sz="1600" kern="0" dirty="0"/>
              <a:t> </a:t>
            </a:r>
            <a:r>
              <a:rPr lang="de-DE" altLang="en-US" sz="1600" kern="0" dirty="0">
                <a:sym typeface="Wingdings" panose="05000000000000000000" pitchFamily="2" charset="2"/>
              </a:rPr>
              <a:t> 1/9600 s = 104 µs</a:t>
            </a:r>
          </a:p>
          <a:p>
            <a:pPr eaLnBrk="1" hangingPunct="1">
              <a:defRPr/>
            </a:pPr>
            <a:r>
              <a:rPr lang="de-DE" altLang="en-US" sz="1600" kern="0" dirty="0" err="1">
                <a:sym typeface="Wingdings" panose="05000000000000000000" pitchFamily="2" charset="2"/>
              </a:rPr>
              <a:t>One</a:t>
            </a:r>
            <a:r>
              <a:rPr lang="de-DE" altLang="en-US" sz="1600" kern="0" dirty="0">
                <a:sym typeface="Wingdings" panose="05000000000000000000" pitchFamily="2" charset="2"/>
              </a:rPr>
              <a:t> </a:t>
            </a:r>
            <a:r>
              <a:rPr lang="de-DE" altLang="en-US" sz="1600" kern="0" dirty="0" err="1">
                <a:sym typeface="Wingdings" panose="05000000000000000000" pitchFamily="2" charset="2"/>
              </a:rPr>
              <a:t>character</a:t>
            </a:r>
            <a:r>
              <a:rPr lang="de-DE" altLang="en-US" sz="1600" kern="0" dirty="0">
                <a:sym typeface="Wingdings" panose="05000000000000000000" pitchFamily="2" charset="2"/>
              </a:rPr>
              <a:t>:</a:t>
            </a:r>
            <a:endParaRPr lang="de-DE" altLang="en-US" sz="1600" kern="0" dirty="0"/>
          </a:p>
          <a:p>
            <a:pPr lvl="1" eaLnBrk="1" hangingPunct="1">
              <a:defRPr/>
            </a:pPr>
            <a:r>
              <a:rPr lang="de-DE" altLang="en-US" sz="1600" kern="0" dirty="0"/>
              <a:t>1 Startbit ST</a:t>
            </a:r>
          </a:p>
          <a:p>
            <a:pPr lvl="1" eaLnBrk="1" hangingPunct="1">
              <a:defRPr/>
            </a:pPr>
            <a:r>
              <a:rPr lang="de-DE" altLang="en-US" sz="1600" kern="0" dirty="0"/>
              <a:t>1 Stoppbit SP</a:t>
            </a:r>
          </a:p>
          <a:p>
            <a:pPr lvl="1" eaLnBrk="1" hangingPunct="1">
              <a:defRPr/>
            </a:pPr>
            <a:r>
              <a:rPr lang="de-DE" altLang="en-US" sz="1600" kern="0" dirty="0"/>
              <a:t>1 </a:t>
            </a:r>
            <a:r>
              <a:rPr lang="de-DE" altLang="en-US" sz="1600" kern="0" dirty="0" err="1"/>
              <a:t>Paritybit</a:t>
            </a:r>
            <a:r>
              <a:rPr lang="de-DE" altLang="en-US" sz="1600" kern="0" dirty="0"/>
              <a:t> P</a:t>
            </a:r>
          </a:p>
          <a:p>
            <a:pPr lvl="1" eaLnBrk="1" hangingPunct="1">
              <a:defRPr/>
            </a:pPr>
            <a:r>
              <a:rPr lang="de-DE" altLang="en-US" sz="1600" kern="0" dirty="0"/>
              <a:t>8 </a:t>
            </a:r>
            <a:r>
              <a:rPr lang="de-DE" altLang="en-US" sz="1600" kern="0" dirty="0" err="1"/>
              <a:t>bit</a:t>
            </a:r>
            <a:r>
              <a:rPr lang="de-DE" altLang="en-US" sz="1600" kern="0" dirty="0"/>
              <a:t> Information D0 bis D7</a:t>
            </a:r>
          </a:p>
          <a:p>
            <a:pPr lvl="1" eaLnBrk="1" hangingPunct="1">
              <a:defRPr/>
            </a:pPr>
            <a:r>
              <a:rPr lang="de-DE" altLang="en-US" sz="1600" kern="0" dirty="0"/>
              <a:t>2 Bit Pausenzeit</a:t>
            </a:r>
          </a:p>
          <a:p>
            <a:pPr lvl="1" eaLnBrk="1" hangingPunct="1">
              <a:defRPr/>
            </a:pPr>
            <a:r>
              <a:rPr lang="de-DE" altLang="en-US" sz="1600" kern="0" dirty="0"/>
              <a:t>= 1,35 </a:t>
            </a:r>
            <a:r>
              <a:rPr lang="de-DE" altLang="en-US" sz="1600" kern="0" dirty="0" err="1"/>
              <a:t>ms</a:t>
            </a:r>
            <a:r>
              <a:rPr lang="de-DE" altLang="en-US" sz="1600" kern="0" dirty="0"/>
              <a:t> pro Zeichen</a:t>
            </a:r>
          </a:p>
        </p:txBody>
      </p:sp>
      <p:sp>
        <p:nvSpPr>
          <p:cNvPr id="7172" name="Parallelogram 8">
            <a:extLst>
              <a:ext uri="{FF2B5EF4-FFF2-40B4-BE49-F238E27FC236}">
                <a16:creationId xmlns:a16="http://schemas.microsoft.com/office/drawing/2014/main" id="{40942072-A4A4-596C-8B24-C5A7C3E7A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" y="1962150"/>
            <a:ext cx="9193213" cy="333375"/>
          </a:xfrm>
          <a:prstGeom prst="parallelogram">
            <a:avLst>
              <a:gd name="adj" fmla="val 105964"/>
            </a:avLst>
          </a:prstGeom>
          <a:solidFill>
            <a:srgbClr val="D6E3BC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600" b="1"/>
          </a:p>
        </p:txBody>
      </p:sp>
      <p:grpSp>
        <p:nvGrpSpPr>
          <p:cNvPr id="7173" name="Group 105">
            <a:extLst>
              <a:ext uri="{FF2B5EF4-FFF2-40B4-BE49-F238E27FC236}">
                <a16:creationId xmlns:a16="http://schemas.microsoft.com/office/drawing/2014/main" id="{1EB289F3-4236-868F-BDBB-B74F3CD5F001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628775"/>
            <a:ext cx="8137525" cy="1274763"/>
            <a:chOff x="611262" y="3451623"/>
            <a:chExt cx="8137625" cy="1275170"/>
          </a:xfrm>
        </p:grpSpPr>
        <p:sp>
          <p:nvSpPr>
            <p:cNvPr id="29" name="Cube 4">
              <a:extLst>
                <a:ext uri="{FF2B5EF4-FFF2-40B4-BE49-F238E27FC236}">
                  <a16:creationId xmlns:a16="http://schemas.microsoft.com/office/drawing/2014/main" id="{76D1B06A-120F-EB77-2D5C-0C4166497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262" y="3451623"/>
              <a:ext cx="1317641" cy="666963"/>
            </a:xfrm>
            <a:prstGeom prst="cube">
              <a:avLst>
                <a:gd name="adj" fmla="val 25000"/>
              </a:avLst>
            </a:prstGeom>
            <a:solidFill>
              <a:schemeClr val="bg1">
                <a:lumMod val="95000"/>
              </a:schemeClr>
            </a:solidFill>
            <a:ln w="28575" algn="ctr">
              <a:solidFill>
                <a:schemeClr val="tx1"/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GB" altLang="en-US">
                <a:cs typeface="Arial" charset="0"/>
              </a:endParaRPr>
            </a:p>
          </p:txBody>
        </p:sp>
        <p:grpSp>
          <p:nvGrpSpPr>
            <p:cNvPr id="7175" name="Group 97">
              <a:extLst>
                <a:ext uri="{FF2B5EF4-FFF2-40B4-BE49-F238E27FC236}">
                  <a16:creationId xmlns:a16="http://schemas.microsoft.com/office/drawing/2014/main" id="{70F4AFC5-31AC-0668-4C9F-3EE08C3CFF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3688" y="3451624"/>
              <a:ext cx="5818761" cy="666751"/>
              <a:chOff x="1921591" y="3451624"/>
              <a:chExt cx="5818761" cy="666751"/>
            </a:xfrm>
          </p:grpSpPr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6C8F0C1-3ED1-A7F6-7313-1F87E00A48A2}"/>
                  </a:ext>
                </a:extLst>
              </p:cNvPr>
              <p:cNvSpPr/>
              <p:nvPr/>
            </p:nvSpPr>
            <p:spPr bwMode="auto">
              <a:xfrm>
                <a:off x="1921704" y="3451623"/>
                <a:ext cx="633420" cy="666963"/>
              </a:xfrm>
              <a:prstGeom prst="cube">
                <a:avLst/>
              </a:prstGeom>
              <a:solidFill>
                <a:srgbClr val="0C4B9D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600">
                    <a:solidFill>
                      <a:schemeClr val="bg1"/>
                    </a:solidFill>
                    <a:latin typeface="+mj-lt"/>
                    <a:cs typeface="Arial" charset="0"/>
                  </a:rPr>
                  <a:t>ST</a:t>
                </a:r>
                <a:endParaRPr lang="en-GB" sz="8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grpSp>
            <p:nvGrpSpPr>
              <p:cNvPr id="7182" name="Group 96">
                <a:extLst>
                  <a:ext uri="{FF2B5EF4-FFF2-40B4-BE49-F238E27FC236}">
                    <a16:creationId xmlns:a16="http://schemas.microsoft.com/office/drawing/2014/main" id="{FF12982F-74D0-FDFF-3440-E535A201EA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9752" y="3451624"/>
                <a:ext cx="5400600" cy="666751"/>
                <a:chOff x="2339752" y="3451624"/>
                <a:chExt cx="5400600" cy="666751"/>
              </a:xfrm>
            </p:grpSpPr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C40D3918-F5F1-FC2B-6CBD-9AB15CDEB825}"/>
                    </a:ext>
                  </a:extLst>
                </p:cNvPr>
                <p:cNvSpPr/>
                <p:nvPr/>
              </p:nvSpPr>
              <p:spPr bwMode="auto">
                <a:xfrm>
                  <a:off x="2339221" y="3451623"/>
                  <a:ext cx="633421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D0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DDFD9030-D4EC-2772-244A-54EF90A4CA59}"/>
                    </a:ext>
                  </a:extLst>
                </p:cNvPr>
                <p:cNvSpPr/>
                <p:nvPr/>
              </p:nvSpPr>
              <p:spPr bwMode="auto">
                <a:xfrm>
                  <a:off x="2771026" y="3451623"/>
                  <a:ext cx="635008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D1</a:t>
                  </a:r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F23806C9-DEFF-21B6-C9BF-2B170FD59B5B}"/>
                    </a:ext>
                  </a:extLst>
                </p:cNvPr>
                <p:cNvSpPr/>
                <p:nvPr/>
              </p:nvSpPr>
              <p:spPr bwMode="auto">
                <a:xfrm>
                  <a:off x="3202832" y="3451623"/>
                  <a:ext cx="635008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D2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10F49E83-B7E4-0E78-F87F-78D7219E763A}"/>
                    </a:ext>
                  </a:extLst>
                </p:cNvPr>
                <p:cNvSpPr/>
                <p:nvPr/>
              </p:nvSpPr>
              <p:spPr bwMode="auto">
                <a:xfrm>
                  <a:off x="3634637" y="3451623"/>
                  <a:ext cx="635008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D3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B6C9FE25-3975-52B1-35A3-FADDEB24785D}"/>
                    </a:ext>
                  </a:extLst>
                </p:cNvPr>
                <p:cNvSpPr/>
                <p:nvPr/>
              </p:nvSpPr>
              <p:spPr bwMode="auto">
                <a:xfrm>
                  <a:off x="4068030" y="3451623"/>
                  <a:ext cx="633420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D4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6860E905-4C3D-0B0E-3861-01EF2825A48D}"/>
                    </a:ext>
                  </a:extLst>
                </p:cNvPr>
                <p:cNvSpPr/>
                <p:nvPr/>
              </p:nvSpPr>
              <p:spPr bwMode="auto">
                <a:xfrm>
                  <a:off x="4499836" y="3451623"/>
                  <a:ext cx="633420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D5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C48DBF99-B8C5-449D-B9A7-B83F4E61D233}"/>
                    </a:ext>
                  </a:extLst>
                </p:cNvPr>
                <p:cNvSpPr/>
                <p:nvPr/>
              </p:nvSpPr>
              <p:spPr bwMode="auto">
                <a:xfrm>
                  <a:off x="4953866" y="3451623"/>
                  <a:ext cx="633420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D6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EC8FFC7B-7D79-C915-10DF-3C4277F25258}"/>
                    </a:ext>
                  </a:extLst>
                </p:cNvPr>
                <p:cNvSpPr/>
                <p:nvPr/>
              </p:nvSpPr>
              <p:spPr bwMode="auto">
                <a:xfrm>
                  <a:off x="5363447" y="3451623"/>
                  <a:ext cx="635008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D7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E52ED235-A651-45B2-DAE0-B48A6A968EEB}"/>
                    </a:ext>
                  </a:extLst>
                </p:cNvPr>
                <p:cNvSpPr/>
                <p:nvPr/>
              </p:nvSpPr>
              <p:spPr bwMode="auto">
                <a:xfrm>
                  <a:off x="5844464" y="3451623"/>
                  <a:ext cx="633421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P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BDC53F5C-C3D0-8CED-2A06-A1377E39179F}"/>
                    </a:ext>
                  </a:extLst>
                </p:cNvPr>
                <p:cNvSpPr/>
                <p:nvPr/>
              </p:nvSpPr>
              <p:spPr bwMode="auto">
                <a:xfrm>
                  <a:off x="6300083" y="3451623"/>
                  <a:ext cx="633420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SP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BD24C1CB-3787-6BFB-BB03-1DAF68B44207}"/>
                    </a:ext>
                  </a:extLst>
                </p:cNvPr>
                <p:cNvSpPr/>
                <p:nvPr/>
              </p:nvSpPr>
              <p:spPr bwMode="auto">
                <a:xfrm>
                  <a:off x="6752526" y="3451623"/>
                  <a:ext cx="987437" cy="666963"/>
                </a:xfrm>
                <a:prstGeom prst="cube">
                  <a:avLst/>
                </a:prstGeom>
                <a:solidFill>
                  <a:srgbClr val="0C4B9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6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Pause</a:t>
                  </a:r>
                  <a:endParaRPr lang="en-GB" sz="8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</p:grpSp>
        </p:grpSp>
        <p:cxnSp>
          <p:nvCxnSpPr>
            <p:cNvPr id="7176" name="Straight Connector 10">
              <a:extLst>
                <a:ext uri="{FF2B5EF4-FFF2-40B4-BE49-F238E27FC236}">
                  <a16:creationId xmlns:a16="http://schemas.microsoft.com/office/drawing/2014/main" id="{1836904C-9222-11E1-F563-2E2D25F3ED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763491" y="4118781"/>
              <a:ext cx="0" cy="608012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7" name="Straight Connector 10">
              <a:extLst>
                <a:ext uri="{FF2B5EF4-FFF2-40B4-BE49-F238E27FC236}">
                  <a16:creationId xmlns:a16="http://schemas.microsoft.com/office/drawing/2014/main" id="{CBB4F397-8FD9-FB9D-94B7-BF40333801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452626" y="4118781"/>
              <a:ext cx="0" cy="608012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8" name="Straight Arrow Connector 102">
              <a:extLst>
                <a:ext uri="{FF2B5EF4-FFF2-40B4-BE49-F238E27FC236}">
                  <a16:creationId xmlns:a16="http://schemas.microsoft.com/office/drawing/2014/main" id="{8BD326FD-32D2-1E14-62E5-4797A603728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763492" y="4293096"/>
              <a:ext cx="5689135" cy="0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79" name="Text Box 209">
              <a:extLst>
                <a:ext uri="{FF2B5EF4-FFF2-40B4-BE49-F238E27FC236}">
                  <a16:creationId xmlns:a16="http://schemas.microsoft.com/office/drawing/2014/main" id="{3B9F5E56-1C20-4AC9-CBD9-957C56BBAB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5800" y="4357124"/>
              <a:ext cx="4442360" cy="369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de-DE" altLang="en-US" b="1">
                  <a:solidFill>
                    <a:srgbClr val="000000"/>
                  </a:solidFill>
                </a:rPr>
                <a:t>Transmission time character: 1,35 ms</a:t>
              </a:r>
            </a:p>
          </p:txBody>
        </p:sp>
        <p:sp>
          <p:nvSpPr>
            <p:cNvPr id="35" name="Cube 4">
              <a:extLst>
                <a:ext uri="{FF2B5EF4-FFF2-40B4-BE49-F238E27FC236}">
                  <a16:creationId xmlns:a16="http://schemas.microsoft.com/office/drawing/2014/main" id="{85D947A0-0033-3A6F-F47C-62FF429D8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1246" y="3451623"/>
              <a:ext cx="1317641" cy="666963"/>
            </a:xfrm>
            <a:prstGeom prst="cube">
              <a:avLst>
                <a:gd name="adj" fmla="val 25000"/>
              </a:avLst>
            </a:prstGeom>
            <a:solidFill>
              <a:schemeClr val="bg1">
                <a:lumMod val="95000"/>
              </a:schemeClr>
            </a:solidFill>
            <a:ln w="28575" algn="ctr">
              <a:solidFill>
                <a:schemeClr val="tx1"/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GB" altLang="en-US">
                <a:cs typeface="Arial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2">
            <a:extLst>
              <a:ext uri="{FF2B5EF4-FFF2-40B4-BE49-F238E27FC236}">
                <a16:creationId xmlns:a16="http://schemas.microsoft.com/office/drawing/2014/main" id="{5AB15817-66DD-EEBF-066C-B0B6C8ABE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269" y="828085"/>
            <a:ext cx="6985000" cy="503237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nl-BE" altLang="nl-BE" dirty="0"/>
              <a:t>Telegram – Time </a:t>
            </a:r>
            <a:r>
              <a:rPr lang="nl-BE" altLang="nl-BE" dirty="0" err="1"/>
              <a:t>requirement</a:t>
            </a:r>
            <a:endParaRPr lang="en-GB" altLang="nl-BE" dirty="0"/>
          </a:p>
        </p:txBody>
      </p:sp>
      <p:grpSp>
        <p:nvGrpSpPr>
          <p:cNvPr id="8195" name="Group 14">
            <a:extLst>
              <a:ext uri="{FF2B5EF4-FFF2-40B4-BE49-F238E27FC236}">
                <a16:creationId xmlns:a16="http://schemas.microsoft.com/office/drawing/2014/main" id="{9EBCBC65-5B63-58A3-A3E3-07D189F88396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557338"/>
            <a:ext cx="8497888" cy="1512887"/>
            <a:chOff x="251520" y="1556792"/>
            <a:chExt cx="8496944" cy="1511802"/>
          </a:xfrm>
        </p:grpSpPr>
        <p:sp>
          <p:nvSpPr>
            <p:cNvPr id="8197" name="Text Box 209">
              <a:extLst>
                <a:ext uri="{FF2B5EF4-FFF2-40B4-BE49-F238E27FC236}">
                  <a16:creationId xmlns:a16="http://schemas.microsoft.com/office/drawing/2014/main" id="{173D7ECF-6714-75A3-B096-9BB7B6FC90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7646" y="2699438"/>
              <a:ext cx="4634152" cy="36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de-DE" altLang="en-US" b="1">
                  <a:solidFill>
                    <a:srgbClr val="000000"/>
                  </a:solidFill>
                </a:rPr>
                <a:t>Transmission time telegram: 20 to 40 ms</a:t>
              </a:r>
            </a:p>
          </p:txBody>
        </p:sp>
        <p:sp>
          <p:nvSpPr>
            <p:cNvPr id="8198" name="Parallelogram 8">
              <a:extLst>
                <a:ext uri="{FF2B5EF4-FFF2-40B4-BE49-F238E27FC236}">
                  <a16:creationId xmlns:a16="http://schemas.microsoft.com/office/drawing/2014/main" id="{BCBCE759-10B3-94A2-64F8-7EB509C17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520" y="2008499"/>
              <a:ext cx="8496944" cy="305595"/>
            </a:xfrm>
            <a:prstGeom prst="parallelogram">
              <a:avLst>
                <a:gd name="adj" fmla="val 159104"/>
              </a:avLst>
            </a:prstGeom>
            <a:solidFill>
              <a:srgbClr val="D6E3BC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 sz="1600" b="1"/>
            </a:p>
          </p:txBody>
        </p:sp>
        <p:sp>
          <p:nvSpPr>
            <p:cNvPr id="18" name="Cube 4">
              <a:extLst>
                <a:ext uri="{FF2B5EF4-FFF2-40B4-BE49-F238E27FC236}">
                  <a16:creationId xmlns:a16="http://schemas.microsoft.com/office/drawing/2014/main" id="{011F3F80-CEBD-2F21-8F85-32961AEB3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826" y="1556792"/>
              <a:ext cx="1319065" cy="756694"/>
            </a:xfrm>
            <a:prstGeom prst="cube">
              <a:avLst>
                <a:gd name="adj" fmla="val 25000"/>
              </a:avLst>
            </a:prstGeom>
            <a:solidFill>
              <a:schemeClr val="bg1">
                <a:lumMod val="95000"/>
              </a:schemeClr>
            </a:solidFill>
            <a:ln w="28575" algn="ctr">
              <a:solidFill>
                <a:schemeClr val="tx1"/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GB" altLang="en-US">
                <a:cs typeface="Arial" charset="0"/>
              </a:endParaRPr>
            </a:p>
          </p:txBody>
        </p:sp>
        <p:sp>
          <p:nvSpPr>
            <p:cNvPr id="8200" name="Cube 2">
              <a:extLst>
                <a:ext uri="{FF2B5EF4-FFF2-40B4-BE49-F238E27FC236}">
                  <a16:creationId xmlns:a16="http://schemas.microsoft.com/office/drawing/2014/main" id="{E8662D86-B28B-EB7F-B903-9E43FBBC7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809" y="1556792"/>
              <a:ext cx="3868391" cy="756508"/>
            </a:xfrm>
            <a:prstGeom prst="cube">
              <a:avLst>
                <a:gd name="adj" fmla="val 25000"/>
              </a:avLst>
            </a:prstGeom>
            <a:solidFill>
              <a:srgbClr val="0C4B9D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nl-BE" altLang="en-US" sz="1600" b="1">
                  <a:solidFill>
                    <a:schemeClr val="bg1"/>
                  </a:solidFill>
                </a:rPr>
                <a:t>Telegram</a:t>
              </a:r>
              <a:endParaRPr lang="en-GB" altLang="en-US" sz="1600" b="1">
                <a:solidFill>
                  <a:schemeClr val="bg1"/>
                </a:solidFill>
              </a:endParaRPr>
            </a:p>
          </p:txBody>
        </p:sp>
        <p:sp>
          <p:nvSpPr>
            <p:cNvPr id="20" name="Cube 3">
              <a:extLst>
                <a:ext uri="{FF2B5EF4-FFF2-40B4-BE49-F238E27FC236}">
                  <a16:creationId xmlns:a16="http://schemas.microsoft.com/office/drawing/2014/main" id="{CD05C35C-1232-1455-3C13-07F4F8ECC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9076" y="1556792"/>
              <a:ext cx="1174620" cy="756694"/>
            </a:xfrm>
            <a:prstGeom prst="cube">
              <a:avLst>
                <a:gd name="adj" fmla="val 25000"/>
              </a:avLst>
            </a:prstGeom>
            <a:solidFill>
              <a:schemeClr val="bg1">
                <a:lumMod val="95000"/>
              </a:schemeClr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nl-BE" altLang="en-US">
                  <a:cs typeface="Arial" charset="0"/>
                </a:rPr>
                <a:t>Ack.</a:t>
              </a:r>
              <a:endParaRPr lang="en-GB" altLang="en-US">
                <a:cs typeface="Arial" charset="0"/>
              </a:endParaRPr>
            </a:p>
          </p:txBody>
        </p:sp>
        <p:sp>
          <p:nvSpPr>
            <p:cNvPr id="8202" name="TextBox 5">
              <a:extLst>
                <a:ext uri="{FF2B5EF4-FFF2-40B4-BE49-F238E27FC236}">
                  <a16:creationId xmlns:a16="http://schemas.microsoft.com/office/drawing/2014/main" id="{3FFF0A3E-64C8-8338-F6CB-E1990F7A8B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1197" y="1962462"/>
              <a:ext cx="38258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nl-BE" altLang="en-US" sz="1600" b="1"/>
                <a:t>t1</a:t>
              </a:r>
              <a:endParaRPr lang="en-GB" altLang="en-US" sz="1600" b="1"/>
            </a:p>
          </p:txBody>
        </p:sp>
        <p:sp>
          <p:nvSpPr>
            <p:cNvPr id="8203" name="TextBox 20">
              <a:extLst>
                <a:ext uri="{FF2B5EF4-FFF2-40B4-BE49-F238E27FC236}">
                  <a16:creationId xmlns:a16="http://schemas.microsoft.com/office/drawing/2014/main" id="{64694D49-8D68-01F7-3B0B-A38D3D555A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4147" y="1956112"/>
              <a:ext cx="38258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nl-BE" altLang="en-US" sz="1600" b="1"/>
                <a:t>t2</a:t>
              </a:r>
              <a:endParaRPr lang="en-GB" altLang="en-US" sz="1600" b="1"/>
            </a:p>
          </p:txBody>
        </p:sp>
        <p:cxnSp>
          <p:nvCxnSpPr>
            <p:cNvPr id="8204" name="Straight Connector 10">
              <a:extLst>
                <a:ext uri="{FF2B5EF4-FFF2-40B4-BE49-F238E27FC236}">
                  <a16:creationId xmlns:a16="http://schemas.microsoft.com/office/drawing/2014/main" id="{7666FC63-8918-FB4C-1CD6-ACCFBAC0CA6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692215" y="2313300"/>
              <a:ext cx="0" cy="608012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05" name="Straight Connector 10">
              <a:extLst>
                <a:ext uri="{FF2B5EF4-FFF2-40B4-BE49-F238E27FC236}">
                  <a16:creationId xmlns:a16="http://schemas.microsoft.com/office/drawing/2014/main" id="{F6622523-E859-BAC9-FB3B-C71360FA9C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100215" y="2314095"/>
              <a:ext cx="0" cy="608012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06" name="Straight Arrow Connector 24">
              <a:extLst>
                <a:ext uri="{FF2B5EF4-FFF2-40B4-BE49-F238E27FC236}">
                  <a16:creationId xmlns:a16="http://schemas.microsoft.com/office/drawing/2014/main" id="{71B6FC87-B26B-5A20-A8A4-161032D1F0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797372" y="2617306"/>
              <a:ext cx="6230843" cy="795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2D423A1-4C5D-B4BC-40C9-961C7EB01679}"/>
              </a:ext>
            </a:extLst>
          </p:cNvPr>
          <p:cNvSpPr txBox="1">
            <a:spLocks/>
          </p:cNvSpPr>
          <p:nvPr/>
        </p:nvSpPr>
        <p:spPr>
          <a:xfrm>
            <a:off x="267208" y="3070225"/>
            <a:ext cx="8137525" cy="3240087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eaLnBrk="1" hangingPunct="1">
              <a:defRPr/>
            </a:pPr>
            <a:r>
              <a:rPr lang="de-DE" altLang="en-US" sz="1600" kern="0" dirty="0" err="1"/>
              <a:t>Depending</a:t>
            </a:r>
            <a:r>
              <a:rPr lang="de-DE" altLang="en-US" sz="1600" kern="0" dirty="0"/>
              <a:t> on </a:t>
            </a:r>
            <a:r>
              <a:rPr lang="de-DE" altLang="en-US" sz="1600" kern="0" dirty="0" err="1"/>
              <a:t>the</a:t>
            </a:r>
            <a:r>
              <a:rPr lang="de-DE" altLang="en-US" sz="1600" kern="0" dirty="0"/>
              <a:t> </a:t>
            </a:r>
            <a:r>
              <a:rPr lang="de-DE" altLang="en-US" sz="1600" kern="0" dirty="0" err="1"/>
              <a:t>useful</a:t>
            </a:r>
            <a:r>
              <a:rPr lang="de-DE" altLang="en-US" sz="1600" kern="0" dirty="0"/>
              <a:t> </a:t>
            </a:r>
            <a:r>
              <a:rPr lang="de-DE" altLang="en-US" sz="1600" kern="0" dirty="0" err="1"/>
              <a:t>data</a:t>
            </a:r>
            <a:endParaRPr lang="de-DE" altLang="en-US" sz="1600" kern="0" dirty="0"/>
          </a:p>
          <a:p>
            <a:pPr lvl="1" eaLnBrk="1" hangingPunct="1">
              <a:defRPr/>
            </a:pPr>
            <a:r>
              <a:rPr lang="de-DE" altLang="en-US" sz="1200" kern="0" dirty="0" err="1"/>
              <a:t>Length</a:t>
            </a:r>
            <a:r>
              <a:rPr lang="de-DE" altLang="en-US" sz="1200" kern="0" dirty="0"/>
              <a:t> of </a:t>
            </a:r>
            <a:r>
              <a:rPr lang="de-DE" altLang="en-US" sz="1200" kern="0" dirty="0" err="1"/>
              <a:t>the</a:t>
            </a:r>
            <a:r>
              <a:rPr lang="de-DE" altLang="en-US" sz="1200" kern="0" dirty="0"/>
              <a:t> </a:t>
            </a:r>
            <a:r>
              <a:rPr lang="de-DE" altLang="en-US" sz="1200" kern="0" dirty="0" err="1"/>
              <a:t>telegram</a:t>
            </a:r>
            <a:r>
              <a:rPr lang="de-DE" altLang="en-US" sz="1200" kern="0" dirty="0"/>
              <a:t>: 8 </a:t>
            </a:r>
            <a:r>
              <a:rPr lang="de-DE" altLang="en-US" sz="1200" kern="0" dirty="0" err="1"/>
              <a:t>to</a:t>
            </a:r>
            <a:r>
              <a:rPr lang="de-DE" altLang="en-US" sz="1200" kern="0" dirty="0"/>
              <a:t> 23 </a:t>
            </a:r>
            <a:r>
              <a:rPr lang="de-DE" altLang="en-US" sz="1200" kern="0" dirty="0" err="1"/>
              <a:t>characters</a:t>
            </a:r>
            <a:endParaRPr lang="de-DE" altLang="en-US" sz="1200" kern="0" dirty="0"/>
          </a:p>
          <a:p>
            <a:pPr eaLnBrk="1" hangingPunct="1">
              <a:defRPr/>
            </a:pPr>
            <a:r>
              <a:rPr lang="de-DE" altLang="en-US" sz="1600" kern="0" dirty="0" err="1"/>
              <a:t>Acknowledgement</a:t>
            </a:r>
            <a:endParaRPr lang="de-DE" altLang="en-US" sz="1600" kern="0" dirty="0"/>
          </a:p>
          <a:p>
            <a:pPr lvl="1" eaLnBrk="1" hangingPunct="1">
              <a:defRPr/>
            </a:pPr>
            <a:r>
              <a:rPr lang="de-DE" altLang="en-US" sz="1200" kern="0" dirty="0"/>
              <a:t>1 </a:t>
            </a:r>
            <a:r>
              <a:rPr lang="de-DE" altLang="en-US" sz="1200" kern="0" dirty="0" err="1"/>
              <a:t>character</a:t>
            </a:r>
            <a:endParaRPr lang="de-DE" altLang="en-US" sz="1200" kern="0" dirty="0"/>
          </a:p>
          <a:p>
            <a:pPr eaLnBrk="1" hangingPunct="1">
              <a:defRPr/>
            </a:pPr>
            <a:r>
              <a:rPr lang="de-DE" altLang="en-US" sz="1600" kern="0" dirty="0">
                <a:sym typeface="Wingdings" panose="05000000000000000000" pitchFamily="2" charset="2"/>
              </a:rPr>
              <a:t>t1 Bus </a:t>
            </a:r>
            <a:r>
              <a:rPr lang="de-DE" altLang="en-US" sz="1600" kern="0" dirty="0" err="1">
                <a:sym typeface="Wingdings" panose="05000000000000000000" pitchFamily="2" charset="2"/>
              </a:rPr>
              <a:t>free</a:t>
            </a:r>
            <a:r>
              <a:rPr lang="de-DE" altLang="en-US" sz="1600" kern="0" dirty="0">
                <a:sym typeface="Wingdings" panose="05000000000000000000" pitchFamily="2" charset="2"/>
              </a:rPr>
              <a:t> time</a:t>
            </a:r>
          </a:p>
          <a:p>
            <a:pPr lvl="1" eaLnBrk="1" hangingPunct="1">
              <a:defRPr/>
            </a:pPr>
            <a:r>
              <a:rPr lang="de-DE" altLang="en-US" sz="1200" kern="0" dirty="0">
                <a:sym typeface="Wingdings" panose="05000000000000000000" pitchFamily="2" charset="2"/>
              </a:rPr>
              <a:t>50 </a:t>
            </a:r>
            <a:r>
              <a:rPr lang="de-DE" altLang="en-US" sz="1200" kern="0" dirty="0" err="1">
                <a:sym typeface="Wingdings" panose="05000000000000000000" pitchFamily="2" charset="2"/>
              </a:rPr>
              <a:t>bit</a:t>
            </a:r>
            <a:endParaRPr lang="de-DE" altLang="en-US" sz="1200" kern="0" dirty="0">
              <a:sym typeface="Wingdings" panose="05000000000000000000" pitchFamily="2" charset="2"/>
            </a:endParaRPr>
          </a:p>
          <a:p>
            <a:pPr eaLnBrk="1" hangingPunct="1">
              <a:defRPr/>
            </a:pPr>
            <a:r>
              <a:rPr lang="de-DE" altLang="en-US" sz="1600" kern="0" dirty="0">
                <a:sym typeface="Wingdings" panose="05000000000000000000" pitchFamily="2" charset="2"/>
              </a:rPr>
              <a:t>t2 Pause </a:t>
            </a:r>
            <a:r>
              <a:rPr lang="de-DE" altLang="en-US" sz="1600" kern="0" dirty="0" err="1">
                <a:sym typeface="Wingdings" panose="05000000000000000000" pitchFamily="2" charset="2"/>
              </a:rPr>
              <a:t>until</a:t>
            </a:r>
            <a:r>
              <a:rPr lang="de-DE" altLang="en-US" sz="1600" kern="0" dirty="0">
                <a:sym typeface="Wingdings" panose="05000000000000000000" pitchFamily="2" charset="2"/>
              </a:rPr>
              <a:t> </a:t>
            </a:r>
            <a:r>
              <a:rPr lang="de-DE" altLang="en-US" sz="1600" kern="0" dirty="0" err="1">
                <a:sym typeface="Wingdings" panose="05000000000000000000" pitchFamily="2" charset="2"/>
              </a:rPr>
              <a:t>acknowledgement</a:t>
            </a:r>
            <a:endParaRPr lang="de-DE" altLang="en-US" sz="1600" kern="0" dirty="0">
              <a:sym typeface="Wingdings" panose="05000000000000000000" pitchFamily="2" charset="2"/>
            </a:endParaRPr>
          </a:p>
          <a:p>
            <a:pPr lvl="1" eaLnBrk="1" hangingPunct="1">
              <a:defRPr/>
            </a:pPr>
            <a:r>
              <a:rPr lang="de-DE" altLang="en-US" sz="1200" kern="0" dirty="0">
                <a:sym typeface="Wingdings" panose="05000000000000000000" pitchFamily="2" charset="2"/>
              </a:rPr>
              <a:t>13 </a:t>
            </a:r>
            <a:r>
              <a:rPr lang="de-DE" altLang="en-US" sz="1200" kern="0" dirty="0" err="1">
                <a:sym typeface="Wingdings" panose="05000000000000000000" pitchFamily="2" charset="2"/>
              </a:rPr>
              <a:t>bit</a:t>
            </a:r>
            <a:endParaRPr lang="de-DE" altLang="en-US" sz="1200" kern="0" dirty="0">
              <a:sym typeface="Wingdings" panose="05000000000000000000" pitchFamily="2" charset="2"/>
            </a:endParaRPr>
          </a:p>
          <a:p>
            <a:pPr marL="457200" lvl="1" indent="0" eaLnBrk="1" hangingPunct="1">
              <a:buFontTx/>
              <a:buNone/>
              <a:defRPr/>
            </a:pPr>
            <a:r>
              <a:rPr lang="de-DE" altLang="en-US" sz="1200" kern="0" dirty="0">
                <a:sym typeface="Wingdings" panose="05000000000000000000" pitchFamily="2" charset="2"/>
              </a:rPr>
              <a:t>=================================</a:t>
            </a:r>
          </a:p>
          <a:p>
            <a:pPr eaLnBrk="1" hangingPunct="1">
              <a:defRPr/>
            </a:pPr>
            <a:r>
              <a:rPr lang="de-DE" altLang="en-US" sz="1600" kern="0" dirty="0" err="1">
                <a:sym typeface="Wingdings" panose="05000000000000000000" pitchFamily="2" charset="2"/>
              </a:rPr>
              <a:t>Occupation</a:t>
            </a:r>
            <a:r>
              <a:rPr lang="de-DE" altLang="en-US" sz="1600" kern="0" dirty="0">
                <a:sym typeface="Wingdings" panose="05000000000000000000" pitchFamily="2" charset="2"/>
              </a:rPr>
              <a:t> of </a:t>
            </a:r>
            <a:r>
              <a:rPr lang="de-DE" altLang="en-US" sz="1600" kern="0" dirty="0" err="1">
                <a:sym typeface="Wingdings" panose="05000000000000000000" pitchFamily="2" charset="2"/>
              </a:rPr>
              <a:t>bus</a:t>
            </a:r>
            <a:r>
              <a:rPr lang="de-DE" altLang="en-US" sz="1600" kern="0" dirty="0">
                <a:sym typeface="Wingdings" panose="05000000000000000000" pitchFamily="2" charset="2"/>
              </a:rPr>
              <a:t>: 20 </a:t>
            </a:r>
            <a:r>
              <a:rPr lang="de-DE" altLang="en-US" sz="1600" kern="0" dirty="0" err="1">
                <a:sym typeface="Wingdings" panose="05000000000000000000" pitchFamily="2" charset="2"/>
              </a:rPr>
              <a:t>to</a:t>
            </a:r>
            <a:r>
              <a:rPr lang="de-DE" altLang="en-US" sz="1600" kern="0" dirty="0">
                <a:sym typeface="Wingdings" panose="05000000000000000000" pitchFamily="2" charset="2"/>
              </a:rPr>
              <a:t> 40 ms</a:t>
            </a:r>
          </a:p>
          <a:p>
            <a:pPr eaLnBrk="1" hangingPunct="1">
              <a:defRPr/>
            </a:pPr>
            <a:r>
              <a:rPr lang="de-DE" altLang="en-US" sz="1600" kern="0" dirty="0">
                <a:sym typeface="Wingdings" panose="05000000000000000000" pitchFamily="2" charset="2"/>
              </a:rPr>
              <a:t>Most </a:t>
            </a:r>
            <a:r>
              <a:rPr lang="de-DE" altLang="en-US" sz="1600" kern="0" dirty="0" err="1">
                <a:sym typeface="Wingdings" panose="05000000000000000000" pitchFamily="2" charset="2"/>
              </a:rPr>
              <a:t>common</a:t>
            </a:r>
            <a:r>
              <a:rPr lang="de-DE" altLang="en-US" sz="1600" kern="0" dirty="0">
                <a:sym typeface="Wingdings" panose="05000000000000000000" pitchFamily="2" charset="2"/>
              </a:rPr>
              <a:t> </a:t>
            </a:r>
            <a:r>
              <a:rPr lang="de-DE" altLang="en-US" sz="1600" kern="0" dirty="0" err="1">
                <a:sym typeface="Wingdings" panose="05000000000000000000" pitchFamily="2" charset="2"/>
              </a:rPr>
              <a:t>telegrams</a:t>
            </a:r>
            <a:r>
              <a:rPr lang="de-DE" altLang="en-US" sz="1600" kern="0" dirty="0">
                <a:sym typeface="Wingdings" panose="05000000000000000000" pitchFamily="2" charset="2"/>
              </a:rPr>
              <a:t>: 20 ms</a:t>
            </a:r>
          </a:p>
          <a:p>
            <a:pPr eaLnBrk="1" hangingPunct="1">
              <a:defRPr/>
            </a:pPr>
            <a:r>
              <a:rPr lang="de-DE" altLang="en-US" sz="1800" kern="0" dirty="0">
                <a:sym typeface="Wingdings" panose="05000000000000000000" pitchFamily="2" charset="2"/>
              </a:rPr>
              <a:t>Maximum </a:t>
            </a:r>
            <a:r>
              <a:rPr lang="de-DE" altLang="en-US" sz="1800" kern="0" dirty="0" err="1">
                <a:sym typeface="Wingdings" panose="05000000000000000000" pitchFamily="2" charset="2"/>
              </a:rPr>
              <a:t>number</a:t>
            </a:r>
            <a:r>
              <a:rPr lang="de-DE" altLang="en-US" sz="1800" kern="0" dirty="0">
                <a:sym typeface="Wingdings" panose="05000000000000000000" pitchFamily="2" charset="2"/>
              </a:rPr>
              <a:t> of </a:t>
            </a:r>
            <a:r>
              <a:rPr lang="de-DE" altLang="en-US" sz="1800" kern="0" dirty="0" err="1">
                <a:sym typeface="Wingdings" panose="05000000000000000000" pitchFamily="2" charset="2"/>
              </a:rPr>
              <a:t>telegrams</a:t>
            </a:r>
            <a:r>
              <a:rPr lang="de-DE" altLang="en-US" sz="1800" kern="0" dirty="0">
                <a:sym typeface="Wingdings" panose="05000000000000000000" pitchFamily="2" charset="2"/>
              </a:rPr>
              <a:t> per </a:t>
            </a:r>
            <a:r>
              <a:rPr lang="de-DE" altLang="en-US" sz="1800" kern="0" dirty="0" err="1">
                <a:sym typeface="Wingdings" panose="05000000000000000000" pitchFamily="2" charset="2"/>
              </a:rPr>
              <a:t>second</a:t>
            </a:r>
            <a:r>
              <a:rPr lang="de-DE" altLang="en-US" sz="1800" kern="0" dirty="0">
                <a:sym typeface="Wingdings" panose="05000000000000000000" pitchFamily="2" charset="2"/>
              </a:rPr>
              <a:t>: 50 </a:t>
            </a:r>
            <a:r>
              <a:rPr lang="de-DE" altLang="en-US" sz="1800" kern="0" dirty="0" err="1">
                <a:sym typeface="Wingdings" panose="05000000000000000000" pitchFamily="2" charset="2"/>
              </a:rPr>
              <a:t>or</a:t>
            </a:r>
            <a:r>
              <a:rPr lang="de-DE" altLang="en-US" sz="1800" kern="0" dirty="0">
                <a:sym typeface="Wingdings" panose="05000000000000000000" pitchFamily="2" charset="2"/>
              </a:rPr>
              <a:t> 25</a:t>
            </a:r>
          </a:p>
          <a:p>
            <a:pPr eaLnBrk="1" hangingPunct="1">
              <a:defRPr/>
            </a:pPr>
            <a:endParaRPr lang="de-DE" altLang="en-US" sz="1600" kern="0" dirty="0">
              <a:sym typeface="Wingdings" panose="05000000000000000000" pitchFamily="2" charset="2"/>
            </a:endParaRPr>
          </a:p>
          <a:p>
            <a:pPr lvl="1" eaLnBrk="1" hangingPunct="1">
              <a:defRPr/>
            </a:pPr>
            <a:endParaRPr lang="de-DE" altLang="en-US" sz="1200" kern="0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2">
            <a:extLst>
              <a:ext uri="{FF2B5EF4-FFF2-40B4-BE49-F238E27FC236}">
                <a16:creationId xmlns:a16="http://schemas.microsoft.com/office/drawing/2014/main" id="{F383AD6D-F0C0-72BC-458E-344F67CEA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269" y="855312"/>
            <a:ext cx="6985000" cy="503237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nl-BE" altLang="nl-BE" dirty="0" err="1"/>
              <a:t>Telegramm</a:t>
            </a:r>
            <a:r>
              <a:rPr lang="nl-BE" altLang="nl-BE" dirty="0"/>
              <a:t> - </a:t>
            </a:r>
            <a:r>
              <a:rPr lang="nl-BE" altLang="nl-BE" dirty="0" err="1"/>
              <a:t>Acknowledgement</a:t>
            </a:r>
            <a:r>
              <a:rPr lang="nl-BE" altLang="nl-BE" dirty="0"/>
              <a:t> </a:t>
            </a:r>
            <a:endParaRPr lang="en-GB" altLang="nl-BE" dirty="0"/>
          </a:p>
        </p:txBody>
      </p:sp>
      <p:sp>
        <p:nvSpPr>
          <p:cNvPr id="9219" name="Parallelogram 8">
            <a:extLst>
              <a:ext uri="{FF2B5EF4-FFF2-40B4-BE49-F238E27FC236}">
                <a16:creationId xmlns:a16="http://schemas.microsoft.com/office/drawing/2014/main" id="{11B1D241-214F-226E-A450-1F8EE8DBC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009775"/>
            <a:ext cx="8497888" cy="304800"/>
          </a:xfrm>
          <a:prstGeom prst="parallelogram">
            <a:avLst>
              <a:gd name="adj" fmla="val 159537"/>
            </a:avLst>
          </a:prstGeom>
          <a:solidFill>
            <a:srgbClr val="D6E3BC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600" b="1"/>
          </a:p>
        </p:txBody>
      </p:sp>
      <p:sp>
        <p:nvSpPr>
          <p:cNvPr id="7" name="Cube 4">
            <a:extLst>
              <a:ext uri="{FF2B5EF4-FFF2-40B4-BE49-F238E27FC236}">
                <a16:creationId xmlns:a16="http://schemas.microsoft.com/office/drawing/2014/main" id="{AE484891-65CA-F4A5-E960-3DD40466A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3" y="1557338"/>
            <a:ext cx="1319212" cy="755650"/>
          </a:xfrm>
          <a:prstGeom prst="cube">
            <a:avLst>
              <a:gd name="adj" fmla="val 25000"/>
            </a:avLst>
          </a:prstGeom>
          <a:solidFill>
            <a:schemeClr val="bg1">
              <a:lumMod val="95000"/>
            </a:schemeClr>
          </a:solidFill>
          <a:ln w="28575" algn="ctr">
            <a:solidFill>
              <a:schemeClr val="tx1"/>
            </a:solidFill>
            <a:prstDash val="sysDash"/>
            <a:round/>
            <a:headEnd/>
            <a:tailEnd/>
          </a:ln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GB" altLang="en-US">
              <a:cs typeface="Arial" charset="0"/>
            </a:endParaRPr>
          </a:p>
        </p:txBody>
      </p:sp>
      <p:sp>
        <p:nvSpPr>
          <p:cNvPr id="9221" name="Cube 2">
            <a:extLst>
              <a:ext uri="{FF2B5EF4-FFF2-40B4-BE49-F238E27FC236}">
                <a16:creationId xmlns:a16="http://schemas.microsoft.com/office/drawing/2014/main" id="{5E4706AF-5B37-D303-CA6B-08F1E0F77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8" y="1557338"/>
            <a:ext cx="3868737" cy="755650"/>
          </a:xfrm>
          <a:prstGeom prst="cube">
            <a:avLst>
              <a:gd name="adj" fmla="val 25000"/>
            </a:avLst>
          </a:prstGeom>
          <a:solidFill>
            <a:srgbClr val="0C4B9D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nl-BE" altLang="en-US" sz="1600" b="1">
                <a:solidFill>
                  <a:schemeClr val="bg1"/>
                </a:solidFill>
              </a:rPr>
              <a:t>Telegram</a:t>
            </a:r>
            <a:endParaRPr lang="en-GB" altLang="en-US" sz="1600" b="1">
              <a:solidFill>
                <a:schemeClr val="bg1"/>
              </a:solidFill>
            </a:endParaRPr>
          </a:p>
        </p:txBody>
      </p:sp>
      <p:sp>
        <p:nvSpPr>
          <p:cNvPr id="9" name="Cube 3">
            <a:extLst>
              <a:ext uri="{FF2B5EF4-FFF2-40B4-BE49-F238E27FC236}">
                <a16:creationId xmlns:a16="http://schemas.microsoft.com/office/drawing/2014/main" id="{2BA93000-2AF5-8335-E419-FFC51D06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9138" y="1557338"/>
            <a:ext cx="1174750" cy="755650"/>
          </a:xfrm>
          <a:prstGeom prst="cube">
            <a:avLst>
              <a:gd name="adj" fmla="val 25000"/>
            </a:avLst>
          </a:prstGeom>
          <a:solidFill>
            <a:schemeClr val="bg1">
              <a:lumMod val="95000"/>
            </a:schemeClr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nl-BE" altLang="en-US">
                <a:cs typeface="Arial" charset="0"/>
              </a:rPr>
              <a:t>Ack.</a:t>
            </a:r>
            <a:endParaRPr lang="en-GB" altLang="en-US">
              <a:cs typeface="Arial" charset="0"/>
            </a:endParaRPr>
          </a:p>
        </p:txBody>
      </p:sp>
      <p:sp>
        <p:nvSpPr>
          <p:cNvPr id="9223" name="TextBox 5">
            <a:extLst>
              <a:ext uri="{FF2B5EF4-FFF2-40B4-BE49-F238E27FC236}">
                <a16:creationId xmlns:a16="http://schemas.microsoft.com/office/drawing/2014/main" id="{B0655107-AEEB-1249-D884-D81D75D26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1963738"/>
            <a:ext cx="3825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nl-BE" altLang="en-US" sz="1600" b="1"/>
              <a:t>t1</a:t>
            </a:r>
            <a:endParaRPr lang="en-GB" altLang="en-US" sz="1600" b="1"/>
          </a:p>
        </p:txBody>
      </p:sp>
      <p:sp>
        <p:nvSpPr>
          <p:cNvPr id="9224" name="TextBox 20">
            <a:extLst>
              <a:ext uri="{FF2B5EF4-FFF2-40B4-BE49-F238E27FC236}">
                <a16:creationId xmlns:a16="http://schemas.microsoft.com/office/drawing/2014/main" id="{5F21B49F-AF94-E731-C4AA-EAA12C24A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3825" y="1957388"/>
            <a:ext cx="3825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nl-BE" altLang="en-US" sz="1600" b="1"/>
              <a:t>t2</a:t>
            </a:r>
            <a:endParaRPr lang="en-GB" altLang="en-US" sz="1600" b="1"/>
          </a:p>
        </p:txBody>
      </p:sp>
      <p:graphicFrame>
        <p:nvGraphicFramePr>
          <p:cNvPr id="16" name="Tabelle 90">
            <a:extLst>
              <a:ext uri="{FF2B5EF4-FFF2-40B4-BE49-F238E27FC236}">
                <a16:creationId xmlns:a16="http://schemas.microsoft.com/office/drawing/2014/main" id="{254EDEC0-5A14-560D-E3D1-1447C6767E8E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2998788"/>
          <a:ext cx="8785224" cy="167957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78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5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6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3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459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10293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7</a:t>
                      </a:r>
                    </a:p>
                  </a:txBody>
                  <a:tcPr marL="91451" marR="91451" marT="45701" marB="45701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6 </a:t>
                      </a:r>
                    </a:p>
                  </a:txBody>
                  <a:tcPr marL="91451" marR="91451" marT="45701" marB="45701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5</a:t>
                      </a:r>
                    </a:p>
                  </a:txBody>
                  <a:tcPr marL="91451" marR="91451" marT="45701" marB="45701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4</a:t>
                      </a:r>
                    </a:p>
                  </a:txBody>
                  <a:tcPr marL="91451" marR="91451" marT="45701" marB="45701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3</a:t>
                      </a:r>
                    </a:p>
                  </a:txBody>
                  <a:tcPr marL="91451" marR="91451" marT="45701" marB="45701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2 </a:t>
                      </a:r>
                    </a:p>
                  </a:txBody>
                  <a:tcPr marL="91451" marR="91451" marT="45701" marB="45701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1</a:t>
                      </a:r>
                    </a:p>
                  </a:txBody>
                  <a:tcPr marL="91451" marR="91451" marT="45701" marB="45701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0</a:t>
                      </a:r>
                    </a:p>
                  </a:txBody>
                  <a:tcPr marL="91451" marR="91451" marT="45701" marB="45701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Reading</a:t>
                      </a:r>
                      <a:r>
                        <a:rPr lang="de-DE" sz="1500" b="1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direction of the data bits</a:t>
                      </a:r>
                      <a:endParaRPr lang="de-DE" sz="15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51" marR="91451" marT="45701" marB="45701" anchor="ctr">
                    <a:solidFill>
                      <a:srgbClr val="369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285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51" marR="91451" marT="45701" marB="45701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51" marR="91451" marT="45701" marB="45701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51" marR="91451" marT="45701" marB="45701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51" marR="91451" marT="45701" marB="45701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51" marR="91451" marT="45701" marB="45701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51" marR="91451" marT="45701" marB="45701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51" marR="91451" marT="45701" marB="45701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51" marR="91451" marT="45701" marB="45701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BUSY = Device</a:t>
                      </a:r>
                      <a:r>
                        <a:rPr lang="de-DE" sz="1600" b="1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unable to process new information</a:t>
                      </a:r>
                      <a:endParaRPr lang="de-DE" sz="16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51" marR="91451" marT="45701" marB="4570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42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51" marR="91451" marT="45701" marB="45701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51" marR="91451" marT="45701" marB="45701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51" marR="91451" marT="45701" marB="45701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51" marR="91451" marT="45701" marB="45701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51" marR="91451" marT="45701" marB="45701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51" marR="91451" marT="45701" marB="45701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51" marR="91451" marT="45701" marB="45701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51" marR="91451" marT="45701" marB="45701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NACK = Reception incorrect</a:t>
                      </a:r>
                    </a:p>
                  </a:txBody>
                  <a:tcPr marL="91451" marR="91451" marT="45701" marB="45701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954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51" marR="91451" marT="45701" marB="4570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51" marR="91451" marT="45701" marB="4570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51" marR="91451" marT="45701" marB="4570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51" marR="91451" marT="45701" marB="4570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51" marR="91451" marT="45701" marB="4570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51" marR="91451" marT="45701" marB="4570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51" marR="91451" marT="45701" marB="4570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51" marR="91451" marT="45701" marB="4570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ACK = Reception correct</a:t>
                      </a:r>
                    </a:p>
                  </a:txBody>
                  <a:tcPr marL="91451" marR="91451" marT="45701" marB="4570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269" name="Right Arrow 1">
            <a:extLst>
              <a:ext uri="{FF2B5EF4-FFF2-40B4-BE49-F238E27FC236}">
                <a16:creationId xmlns:a16="http://schemas.microsoft.com/office/drawing/2014/main" id="{89A46882-C966-7AC6-B9D1-126EF1F6EB98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524750" y="2852738"/>
            <a:ext cx="582613" cy="292100"/>
          </a:xfrm>
          <a:prstGeom prst="rightArrow">
            <a:avLst>
              <a:gd name="adj1" fmla="val 50000"/>
              <a:gd name="adj2" fmla="val 50252"/>
            </a:avLst>
          </a:prstGeom>
          <a:solidFill>
            <a:srgbClr val="0C4B9D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nl-BE" altLang="en-US" sz="1600" b="1">
              <a:solidFill>
                <a:schemeClr val="bg1"/>
              </a:solidFill>
            </a:endParaRPr>
          </a:p>
        </p:txBody>
      </p:sp>
      <p:pic>
        <p:nvPicPr>
          <p:cNvPr id="9270" name="Picture 2" descr="Z:\Icons, symbols\magnifying glass.png">
            <a:extLst>
              <a:ext uri="{FF2B5EF4-FFF2-40B4-BE49-F238E27FC236}">
                <a16:creationId xmlns:a16="http://schemas.microsoft.com/office/drawing/2014/main" id="{BC85DDCF-52A0-C6E1-0605-1D78979B5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52109">
            <a:off x="6183313" y="1246188"/>
            <a:ext cx="2098675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2">
            <a:extLst>
              <a:ext uri="{FF2B5EF4-FFF2-40B4-BE49-F238E27FC236}">
                <a16:creationId xmlns:a16="http://schemas.microsoft.com/office/drawing/2014/main" id="{E7B6D0E3-8E0E-394A-4DCB-BAAFA7AF7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966" y="852720"/>
            <a:ext cx="6985000" cy="503237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nl-BE" altLang="nl-BE" dirty="0"/>
              <a:t>Telegram – </a:t>
            </a:r>
            <a:r>
              <a:rPr lang="nl-BE" altLang="nl-BE" dirty="0" err="1"/>
              <a:t>Numbering</a:t>
            </a:r>
            <a:r>
              <a:rPr lang="nl-BE" altLang="nl-BE" dirty="0"/>
              <a:t> systems</a:t>
            </a:r>
            <a:endParaRPr lang="en-GB" altLang="nl-BE" dirty="0"/>
          </a:p>
        </p:txBody>
      </p:sp>
      <p:graphicFrame>
        <p:nvGraphicFramePr>
          <p:cNvPr id="4" name="Tabelle 106">
            <a:extLst>
              <a:ext uri="{FF2B5EF4-FFF2-40B4-BE49-F238E27FC236}">
                <a16:creationId xmlns:a16="http://schemas.microsoft.com/office/drawing/2014/main" id="{691C993D-3DEA-6014-E070-21C8B0F07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700239"/>
              </p:ext>
            </p:extLst>
          </p:nvPr>
        </p:nvGraphicFramePr>
        <p:xfrm>
          <a:off x="995966" y="1517805"/>
          <a:ext cx="7154864" cy="1443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8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8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53"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latin typeface="+mn-lt"/>
                        </a:rPr>
                        <a:t>Numbering system</a:t>
                      </a:r>
                      <a:endParaRPr lang="de-DE" sz="1600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latin typeface="+mn-lt"/>
                        </a:rPr>
                        <a:t>Decimal</a:t>
                      </a:r>
                      <a:endParaRPr lang="de-DE" sz="1600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latin typeface="+mn-lt"/>
                        </a:rPr>
                        <a:t>Binary</a:t>
                      </a:r>
                      <a:endParaRPr lang="de-DE" sz="1600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latin typeface="+mn-lt"/>
                        </a:rPr>
                        <a:t>Hexadecimal</a:t>
                      </a:r>
                      <a:endParaRPr lang="de-DE" sz="1600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 anchor="ctr">
                    <a:solidFill>
                      <a:srgbClr val="369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339">
                <a:tc>
                  <a:txBody>
                    <a:bodyPr/>
                    <a:lstStyle/>
                    <a:p>
                      <a:r>
                        <a:rPr lang="de-DE" sz="1600" b="1">
                          <a:latin typeface="+mn-lt"/>
                        </a:rPr>
                        <a:t>Base</a:t>
                      </a:r>
                      <a:endParaRPr lang="de-DE" sz="1600" b="1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>
                          <a:latin typeface="+mn-lt"/>
                        </a:rPr>
                        <a:t>10</a:t>
                      </a:r>
                      <a:endParaRPr lang="de-DE" sz="1600" b="1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>
                          <a:latin typeface="+mn-lt"/>
                        </a:rPr>
                        <a:t>2</a:t>
                      </a:r>
                      <a:endParaRPr lang="de-DE" sz="1600" b="1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>
                          <a:latin typeface="+mn-lt"/>
                        </a:rPr>
                        <a:t>16</a:t>
                      </a:r>
                      <a:endParaRPr lang="de-DE" sz="1600" b="1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546">
                <a:tc>
                  <a:txBody>
                    <a:bodyPr/>
                    <a:lstStyle/>
                    <a:p>
                      <a:r>
                        <a:rPr lang="de-DE" sz="1600" b="1" dirty="0">
                          <a:latin typeface="+mn-lt"/>
                        </a:rPr>
                        <a:t>Digits</a:t>
                      </a:r>
                      <a:endParaRPr lang="de-DE" sz="1600" b="1" dirty="0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>
                          <a:latin typeface="+mn-lt"/>
                        </a:rPr>
                        <a:t>0, 1, 2…9</a:t>
                      </a:r>
                      <a:endParaRPr lang="de-DE" sz="1600" b="1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>
                          <a:latin typeface="+mn-lt"/>
                        </a:rPr>
                        <a:t>0,1</a:t>
                      </a:r>
                      <a:endParaRPr lang="de-DE" sz="1600" b="1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 dirty="0">
                          <a:latin typeface="+mn-lt"/>
                        </a:rPr>
                        <a:t>0, 1…9, A, B…F</a:t>
                      </a:r>
                      <a:endParaRPr lang="de-DE" sz="1600" b="1" dirty="0">
                        <a:latin typeface="+mn-lt"/>
                        <a:cs typeface="Arial" pitchFamily="34" charset="0"/>
                      </a:endParaRPr>
                    </a:p>
                  </a:txBody>
                  <a:tcPr marL="91442" marR="91442" marT="45706" marB="45706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7785A75-7A4D-914E-0179-49316D951726}"/>
              </a:ext>
            </a:extLst>
          </p:cNvPr>
          <p:cNvSpPr txBox="1">
            <a:spLocks/>
          </p:cNvSpPr>
          <p:nvPr/>
        </p:nvSpPr>
        <p:spPr>
          <a:xfrm>
            <a:off x="303213" y="3284538"/>
            <a:ext cx="8137525" cy="2808287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eaLnBrk="1" hangingPunct="1">
              <a:defRPr/>
            </a:pPr>
            <a:r>
              <a:rPr lang="de-DE" altLang="en-US" sz="1600" kern="0"/>
              <a:t>Numbering system: Base + digit</a:t>
            </a:r>
          </a:p>
          <a:p>
            <a:pPr lvl="1" eaLnBrk="1" hangingPunct="1">
              <a:defRPr/>
            </a:pPr>
            <a:r>
              <a:rPr lang="de-DE" altLang="en-US" sz="1200" kern="0"/>
              <a:t>Largest digit = smaller than the base by 1</a:t>
            </a:r>
          </a:p>
          <a:p>
            <a:pPr eaLnBrk="1" hangingPunct="1">
              <a:defRPr/>
            </a:pPr>
            <a:r>
              <a:rPr lang="de-DE" altLang="en-US" sz="1600" kern="0"/>
              <a:t>Numbering systems</a:t>
            </a:r>
          </a:p>
          <a:p>
            <a:pPr lvl="1" eaLnBrk="1" hangingPunct="1">
              <a:defRPr/>
            </a:pPr>
            <a:r>
              <a:rPr lang="de-DE" altLang="en-US" sz="1200" kern="0"/>
              <a:t>Decimal = Most common numbering system</a:t>
            </a:r>
          </a:p>
          <a:p>
            <a:pPr lvl="1" eaLnBrk="1" hangingPunct="1">
              <a:defRPr/>
            </a:pPr>
            <a:r>
              <a:rPr lang="de-DE" altLang="en-US" sz="1200" kern="0"/>
              <a:t>Binary</a:t>
            </a:r>
          </a:p>
          <a:p>
            <a:pPr lvl="2" eaLnBrk="1" hangingPunct="1">
              <a:defRPr/>
            </a:pPr>
            <a:r>
              <a:rPr lang="de-DE" altLang="en-US" sz="1400" kern="0"/>
              <a:t>Important for computing</a:t>
            </a:r>
          </a:p>
          <a:p>
            <a:pPr lvl="2" eaLnBrk="1" hangingPunct="1">
              <a:defRPr/>
            </a:pPr>
            <a:r>
              <a:rPr lang="de-DE" altLang="en-US" sz="1400" kern="0"/>
              <a:t>Two states of a memory location (0,1)</a:t>
            </a:r>
          </a:p>
          <a:p>
            <a:pPr lvl="2" eaLnBrk="1" hangingPunct="1">
              <a:defRPr/>
            </a:pPr>
            <a:r>
              <a:rPr lang="de-DE" altLang="en-US" sz="1400" kern="0"/>
              <a:t>Content memory location = bit</a:t>
            </a:r>
          </a:p>
          <a:p>
            <a:pPr lvl="1" eaLnBrk="1" hangingPunct="1">
              <a:defRPr/>
            </a:pPr>
            <a:r>
              <a:rPr lang="de-DE" altLang="en-US" sz="1200" kern="0"/>
              <a:t>Hexadecimal</a:t>
            </a:r>
          </a:p>
          <a:p>
            <a:pPr lvl="2" eaLnBrk="1" hangingPunct="1">
              <a:defRPr/>
            </a:pPr>
            <a:r>
              <a:rPr lang="de-DE" altLang="en-US" sz="1400" kern="0"/>
              <a:t>One location = 4 bits of the binary system</a:t>
            </a:r>
          </a:p>
          <a:p>
            <a:pPr lvl="2" eaLnBrk="1" hangingPunct="1">
              <a:defRPr/>
            </a:pPr>
            <a:r>
              <a:rPr lang="de-DE" altLang="en-US" sz="1400" kern="0"/>
              <a:t>Clearer representation of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2">
            <a:extLst>
              <a:ext uri="{FF2B5EF4-FFF2-40B4-BE49-F238E27FC236}">
                <a16:creationId xmlns:a16="http://schemas.microsoft.com/office/drawing/2014/main" id="{F409F5CC-A245-C3D7-6E6D-56DA3A232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939802"/>
            <a:ext cx="6985000" cy="503237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nl-BE" altLang="nl-BE" dirty="0"/>
              <a:t>Telegram – Data formats</a:t>
            </a:r>
            <a:endParaRPr lang="en-GB" altLang="nl-BE" dirty="0"/>
          </a:p>
        </p:txBody>
      </p:sp>
      <p:graphicFrame>
        <p:nvGraphicFramePr>
          <p:cNvPr id="4" name="Tabelle 45">
            <a:extLst>
              <a:ext uri="{FF2B5EF4-FFF2-40B4-BE49-F238E27FC236}">
                <a16:creationId xmlns:a16="http://schemas.microsoft.com/office/drawing/2014/main" id="{9294CADE-C648-0E10-751B-C37C7A042849}"/>
              </a:ext>
            </a:extLst>
          </p:cNvPr>
          <p:cNvGraphicFramePr>
            <a:graphicFrameLocks noGrp="1"/>
          </p:cNvGraphicFramePr>
          <p:nvPr/>
        </p:nvGraphicFramePr>
        <p:xfrm>
          <a:off x="611188" y="1550988"/>
          <a:ext cx="7848600" cy="31019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6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1548"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latin typeface="Arial" pitchFamily="34" charset="0"/>
                          <a:cs typeface="Arial" pitchFamily="34" charset="0"/>
                        </a:rPr>
                        <a:t>Size of data</a:t>
                      </a:r>
                    </a:p>
                  </a:txBody>
                  <a:tcPr marL="91443" marR="91443" marT="45710" marB="45710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latin typeface="Arial" pitchFamily="34" charset="0"/>
                          <a:cs typeface="Arial" pitchFamily="34" charset="0"/>
                        </a:rPr>
                        <a:t>Representable</a:t>
                      </a:r>
                      <a:r>
                        <a:rPr lang="de-DE" sz="1400" baseline="0">
                          <a:latin typeface="Arial" pitchFamily="34" charset="0"/>
                          <a:cs typeface="Arial" pitchFamily="34" charset="0"/>
                        </a:rPr>
                        <a:t> values</a:t>
                      </a:r>
                      <a:endParaRPr lang="de-DE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10" marB="45710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latin typeface="Arial" pitchFamily="34" charset="0"/>
                          <a:cs typeface="Arial" pitchFamily="34" charset="0"/>
                        </a:rPr>
                        <a:t>Term in digital technology</a:t>
                      </a:r>
                    </a:p>
                  </a:txBody>
                  <a:tcPr marL="91443" marR="91443" marT="45710" marB="45710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latin typeface="Arial" pitchFamily="34" charset="0"/>
                          <a:cs typeface="Arial" pitchFamily="34" charset="0"/>
                        </a:rPr>
                        <a:t>KNX Application</a:t>
                      </a:r>
                      <a:r>
                        <a:rPr lang="de-DE" sz="1400" baseline="0">
                          <a:latin typeface="Arial" pitchFamily="34" charset="0"/>
                          <a:cs typeface="Arial" pitchFamily="34" charset="0"/>
                        </a:rPr>
                        <a:t> (selection)</a:t>
                      </a:r>
                      <a:endParaRPr lang="de-DE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10" marB="45710" anchor="ctr">
                    <a:solidFill>
                      <a:srgbClr val="369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1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1 bit</a:t>
                      </a:r>
                    </a:p>
                  </a:txBody>
                  <a:tcPr marL="91443" marR="91443" marT="45710" marB="4571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3" marR="91443" marT="45710" marB="4571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Bit</a:t>
                      </a:r>
                    </a:p>
                  </a:txBody>
                  <a:tcPr marL="91443" marR="91443" marT="45710" marB="4571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Switching</a:t>
                      </a:r>
                    </a:p>
                  </a:txBody>
                  <a:tcPr marL="91443" marR="91443" marT="45710" marB="45710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56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2 bit</a:t>
                      </a:r>
                    </a:p>
                  </a:txBody>
                  <a:tcPr marL="91443" marR="91443" marT="45710" marB="4571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3" marR="91443" marT="45710" marB="4571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10" marB="4571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Priority</a:t>
                      </a:r>
                    </a:p>
                  </a:txBody>
                  <a:tcPr marL="91443" marR="91443" marT="45710" marB="4571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056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4 bit</a:t>
                      </a:r>
                    </a:p>
                  </a:txBody>
                  <a:tcPr marL="91443" marR="91443" marT="45710" marB="4571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16</a:t>
                      </a:r>
                    </a:p>
                  </a:txBody>
                  <a:tcPr marL="91443" marR="91443" marT="45710" marB="4571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Tetrad, nibble</a:t>
                      </a:r>
                    </a:p>
                  </a:txBody>
                  <a:tcPr marL="91443" marR="91443" marT="45710" marB="4571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Dimming</a:t>
                      </a:r>
                    </a:p>
                  </a:txBody>
                  <a:tcPr marL="91443" marR="91443" marT="45710" marB="45710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056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8 bit</a:t>
                      </a:r>
                    </a:p>
                  </a:txBody>
                  <a:tcPr marL="91443" marR="91443" marT="45710" marB="4571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256</a:t>
                      </a:r>
                    </a:p>
                  </a:txBody>
                  <a:tcPr marL="91443" marR="91443" marT="45710" marB="4571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Byte</a:t>
                      </a:r>
                    </a:p>
                  </a:txBody>
                  <a:tcPr marL="91443" marR="91443" marT="45710" marB="4571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8-bit value</a:t>
                      </a:r>
                    </a:p>
                  </a:txBody>
                  <a:tcPr marL="91443" marR="91443" marT="45710" marB="4571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056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16 bit</a:t>
                      </a:r>
                    </a:p>
                  </a:txBody>
                  <a:tcPr marL="91443" marR="91443" marT="45710" marB="4571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65.536</a:t>
                      </a:r>
                    </a:p>
                  </a:txBody>
                  <a:tcPr marL="91443" marR="91443" marT="45710" marB="4571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Word</a:t>
                      </a:r>
                    </a:p>
                  </a:txBody>
                  <a:tcPr marL="91443" marR="91443" marT="45710" marB="4571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Floating</a:t>
                      </a:r>
                      <a:r>
                        <a:rPr lang="de-DE" sz="1600" b="1" baseline="0">
                          <a:latin typeface="Arial" pitchFamily="34" charset="0"/>
                          <a:cs typeface="Arial" pitchFamily="34" charset="0"/>
                        </a:rPr>
                        <a:t> point</a:t>
                      </a:r>
                      <a:endParaRPr lang="de-DE" sz="16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10" marB="45710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056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32 bit</a:t>
                      </a:r>
                    </a:p>
                  </a:txBody>
                  <a:tcPr marL="91443" marR="91443" marT="45710" marB="4571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4.294.967.296</a:t>
                      </a:r>
                    </a:p>
                  </a:txBody>
                  <a:tcPr marL="91443" marR="91443" marT="45710" marB="4571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Double</a:t>
                      </a:r>
                      <a:r>
                        <a:rPr lang="de-DE" sz="1600" b="1" baseline="0">
                          <a:latin typeface="Arial" pitchFamily="34" charset="0"/>
                          <a:cs typeface="Arial" pitchFamily="34" charset="0"/>
                        </a:rPr>
                        <a:t> word</a:t>
                      </a:r>
                      <a:endParaRPr lang="de-DE" sz="16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10" marB="4571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Counter</a:t>
                      </a:r>
                    </a:p>
                  </a:txBody>
                  <a:tcPr marL="91443" marR="91443" marT="45710" marB="4571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6721402-3677-D110-FF97-B7A7342FFFB2}"/>
              </a:ext>
            </a:extLst>
          </p:cNvPr>
          <p:cNvSpPr txBox="1">
            <a:spLocks/>
          </p:cNvSpPr>
          <p:nvPr/>
        </p:nvSpPr>
        <p:spPr>
          <a:xfrm>
            <a:off x="827088" y="4868863"/>
            <a:ext cx="7345362" cy="93662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eaLnBrk="1" hangingPunct="1">
              <a:defRPr/>
            </a:pPr>
            <a:r>
              <a:rPr lang="de-DE" altLang="en-US" sz="1600" kern="0"/>
              <a:t>Data format</a:t>
            </a:r>
          </a:p>
          <a:p>
            <a:pPr lvl="1" eaLnBrk="1" hangingPunct="1">
              <a:defRPr/>
            </a:pPr>
            <a:r>
              <a:rPr lang="de-DE" altLang="en-US" sz="1200" kern="0"/>
              <a:t>For processing data</a:t>
            </a:r>
          </a:p>
          <a:p>
            <a:pPr lvl="1" eaLnBrk="1" hangingPunct="1">
              <a:defRPr/>
            </a:pPr>
            <a:r>
              <a:rPr lang="de-DE" altLang="en-US" sz="1200" kern="0"/>
              <a:t>Representation of the contents of the data in binary, hexadecimal or decimal.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2">
            <a:extLst>
              <a:ext uri="{FF2B5EF4-FFF2-40B4-BE49-F238E27FC236}">
                <a16:creationId xmlns:a16="http://schemas.microsoft.com/office/drawing/2014/main" id="{A1BA8DA9-7417-CFBB-C2DA-60AC76791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933" y="680530"/>
            <a:ext cx="6985000" cy="503237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nl-BE" altLang="nl-BE"/>
              <a:t>Number conversions</a:t>
            </a:r>
            <a:endParaRPr lang="en-GB" altLang="nl-BE"/>
          </a:p>
        </p:txBody>
      </p:sp>
      <p:grpSp>
        <p:nvGrpSpPr>
          <p:cNvPr id="5" name="Group 259">
            <a:extLst>
              <a:ext uri="{FF2B5EF4-FFF2-40B4-BE49-F238E27FC236}">
                <a16:creationId xmlns:a16="http://schemas.microsoft.com/office/drawing/2014/main" id="{F4E89572-B989-146A-8C44-1BA35B4699F3}"/>
              </a:ext>
            </a:extLst>
          </p:cNvPr>
          <p:cNvGrpSpPr>
            <a:grpSpLocks/>
          </p:cNvGrpSpPr>
          <p:nvPr/>
        </p:nvGrpSpPr>
        <p:grpSpPr bwMode="auto">
          <a:xfrm>
            <a:off x="347663" y="1247775"/>
            <a:ext cx="3929062" cy="1000125"/>
            <a:chOff x="315" y="540"/>
            <a:chExt cx="2475" cy="630"/>
          </a:xfrm>
        </p:grpSpPr>
        <p:sp>
          <p:nvSpPr>
            <p:cNvPr id="6" name="Rectangle 243">
              <a:extLst>
                <a:ext uri="{FF2B5EF4-FFF2-40B4-BE49-F238E27FC236}">
                  <a16:creationId xmlns:a16="http://schemas.microsoft.com/office/drawing/2014/main" id="{07D99EE2-3FE9-DC67-6A49-67C5CE3DE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540"/>
              <a:ext cx="2272" cy="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altLang="en-US" sz="1800" kern="0">
                  <a:solidFill>
                    <a:srgbClr val="000000"/>
                  </a:solidFill>
                  <a:cs typeface="Arial" charset="0"/>
                </a:rPr>
                <a:t>Splitting into individual powers</a:t>
              </a:r>
            </a:p>
          </p:txBody>
        </p:sp>
        <p:grpSp>
          <p:nvGrpSpPr>
            <p:cNvPr id="12309" name="Group 257">
              <a:extLst>
                <a:ext uri="{FF2B5EF4-FFF2-40B4-BE49-F238E27FC236}">
                  <a16:creationId xmlns:a16="http://schemas.microsoft.com/office/drawing/2014/main" id="{3E440E8E-3A35-4325-F587-3E54302F84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" y="792"/>
              <a:ext cx="2475" cy="378"/>
              <a:chOff x="315" y="792"/>
              <a:chExt cx="2475" cy="378"/>
            </a:xfrm>
          </p:grpSpPr>
          <p:sp>
            <p:nvSpPr>
              <p:cNvPr id="8" name="Freeform 241">
                <a:extLst>
                  <a:ext uri="{FF2B5EF4-FFF2-40B4-BE49-F238E27FC236}">
                    <a16:creationId xmlns:a16="http://schemas.microsoft.com/office/drawing/2014/main" id="{7D71395B-AE20-5A2B-142B-FE4EDD618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" y="792"/>
                <a:ext cx="2475" cy="378"/>
              </a:xfrm>
              <a:custGeom>
                <a:avLst/>
                <a:gdLst>
                  <a:gd name="T0" fmla="*/ 0 w 2475"/>
                  <a:gd name="T1" fmla="*/ 0 h 222"/>
                  <a:gd name="T2" fmla="*/ 2474 w 2475"/>
                  <a:gd name="T3" fmla="*/ 0 h 222"/>
                  <a:gd name="T4" fmla="*/ 2474 w 2475"/>
                  <a:gd name="T5" fmla="*/ 221 h 222"/>
                  <a:gd name="T6" fmla="*/ 0 w 2475"/>
                  <a:gd name="T7" fmla="*/ 221 h 222"/>
                  <a:gd name="T8" fmla="*/ 0 w 2475"/>
                  <a:gd name="T9" fmla="*/ 0 h 2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75"/>
                  <a:gd name="T16" fmla="*/ 0 h 222"/>
                  <a:gd name="T17" fmla="*/ 2475 w 2475"/>
                  <a:gd name="T18" fmla="*/ 222 h 2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75" h="222">
                    <a:moveTo>
                      <a:pt x="0" y="0"/>
                    </a:moveTo>
                    <a:lnTo>
                      <a:pt x="2474" y="0"/>
                    </a:lnTo>
                    <a:lnTo>
                      <a:pt x="2474" y="221"/>
                    </a:lnTo>
                    <a:lnTo>
                      <a:pt x="0" y="22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369226"/>
              </a:solidFill>
              <a:ln w="12700" cap="rnd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de-DE" sz="1600" b="1" kern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9" name="Rectangle 245">
                <a:extLst>
                  <a:ext uri="{FF2B5EF4-FFF2-40B4-BE49-F238E27FC236}">
                    <a16:creationId xmlns:a16="http://schemas.microsoft.com/office/drawing/2014/main" id="{561BD5CE-F8CC-629F-AD75-0E6F6844FC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" y="803"/>
                <a:ext cx="2306" cy="3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de-DE" altLang="en-US" kern="0">
                    <a:solidFill>
                      <a:schemeClr val="bg1"/>
                    </a:solidFill>
                    <a:cs typeface="Arial" charset="0"/>
                  </a:rPr>
                  <a:t>Converting a binary or hexadecimal</a:t>
                </a: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de-DE" altLang="en-US" kern="0">
                    <a:solidFill>
                      <a:schemeClr val="bg1"/>
                    </a:solidFill>
                    <a:cs typeface="Arial" charset="0"/>
                  </a:rPr>
                  <a:t>number into a decimal number</a:t>
                </a:r>
              </a:p>
            </p:txBody>
          </p:sp>
        </p:grpSp>
      </p:grpSp>
      <p:grpSp>
        <p:nvGrpSpPr>
          <p:cNvPr id="10" name="Group 260">
            <a:extLst>
              <a:ext uri="{FF2B5EF4-FFF2-40B4-BE49-F238E27FC236}">
                <a16:creationId xmlns:a16="http://schemas.microsoft.com/office/drawing/2014/main" id="{C041C835-2722-4BD8-908A-BD2CA40DB293}"/>
              </a:ext>
            </a:extLst>
          </p:cNvPr>
          <p:cNvGrpSpPr>
            <a:grpSpLocks/>
          </p:cNvGrpSpPr>
          <p:nvPr/>
        </p:nvGrpSpPr>
        <p:grpSpPr bwMode="auto">
          <a:xfrm>
            <a:off x="4938713" y="1247775"/>
            <a:ext cx="3673475" cy="1000125"/>
            <a:chOff x="3311" y="540"/>
            <a:chExt cx="2314" cy="630"/>
          </a:xfrm>
        </p:grpSpPr>
        <p:sp>
          <p:nvSpPr>
            <p:cNvPr id="11" name="Rectangle 244">
              <a:extLst>
                <a:ext uri="{FF2B5EF4-FFF2-40B4-BE49-F238E27FC236}">
                  <a16:creationId xmlns:a16="http://schemas.microsoft.com/office/drawing/2014/main" id="{BA28B43A-55FF-F752-26A6-71F4B5471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0" y="540"/>
              <a:ext cx="1440" cy="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altLang="en-US" sz="1800" kern="0">
                  <a:solidFill>
                    <a:srgbClr val="000000"/>
                  </a:solidFill>
                  <a:cs typeface="Arial" charset="0"/>
                </a:rPr>
                <a:t>Dividing procedure</a:t>
              </a:r>
            </a:p>
          </p:txBody>
        </p:sp>
        <p:sp>
          <p:nvSpPr>
            <p:cNvPr id="14" name="Rectangle 246">
              <a:extLst>
                <a:ext uri="{FF2B5EF4-FFF2-40B4-BE49-F238E27FC236}">
                  <a16:creationId xmlns:a16="http://schemas.microsoft.com/office/drawing/2014/main" id="{7C182B35-F76E-678F-D386-72DC1DF93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1" y="803"/>
              <a:ext cx="2314" cy="367"/>
            </a:xfrm>
            <a:prstGeom prst="rect">
              <a:avLst/>
            </a:prstGeom>
            <a:solidFill>
              <a:srgbClr val="369226"/>
            </a:solidFill>
            <a:ln>
              <a:noFill/>
            </a:ln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762000">
                <a:defRPr sz="16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altLang="en-US" kern="0">
                  <a:solidFill>
                    <a:schemeClr val="bg1"/>
                  </a:solidFill>
                  <a:cs typeface="Arial" charset="0"/>
                </a:rPr>
                <a:t>Converting a decimal number into a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altLang="en-US" kern="0">
                  <a:solidFill>
                    <a:schemeClr val="bg1"/>
                  </a:solidFill>
                  <a:cs typeface="Arial" charset="0"/>
                </a:rPr>
                <a:t>binary or hexadecimal number</a:t>
              </a:r>
            </a:p>
          </p:txBody>
        </p:sp>
      </p:grpSp>
      <p:graphicFrame>
        <p:nvGraphicFramePr>
          <p:cNvPr id="17" name="Object 252">
            <a:hlinkClick r:id="" action="ppaction://ole?verb=0"/>
            <a:extLst>
              <a:ext uri="{FF2B5EF4-FFF2-40B4-BE49-F238E27FC236}">
                <a16:creationId xmlns:a16="http://schemas.microsoft.com/office/drawing/2014/main" id="{D78156FB-B797-27DA-F0B4-1271AF04EDBD}"/>
              </a:ext>
            </a:extLst>
          </p:cNvPr>
          <p:cNvGraphicFramePr>
            <a:graphicFrameLocks/>
          </p:cNvGraphicFramePr>
          <p:nvPr/>
        </p:nvGraphicFramePr>
        <p:xfrm>
          <a:off x="5021263" y="2276475"/>
          <a:ext cx="3943350" cy="276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945062" imgH="2856681" progId="Word.Document.8">
                  <p:embed/>
                </p:oleObj>
              </mc:Choice>
              <mc:Fallback>
                <p:oleObj name="Document" r:id="rId2" imgW="3945062" imgH="2856681" progId="Word.Document.8">
                  <p:embed/>
                  <p:pic>
                    <p:nvPicPr>
                      <p:cNvPr id="17" name="Object 25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D78156FB-B797-27DA-F0B4-1271AF04EDB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1263" y="2276475"/>
                        <a:ext cx="3943350" cy="276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53">
            <a:hlinkClick r:id="" action="ppaction://ole?verb=0"/>
            <a:extLst>
              <a:ext uri="{FF2B5EF4-FFF2-40B4-BE49-F238E27FC236}">
                <a16:creationId xmlns:a16="http://schemas.microsoft.com/office/drawing/2014/main" id="{D4B67585-CB80-B477-83F5-864172036960}"/>
              </a:ext>
            </a:extLst>
          </p:cNvPr>
          <p:cNvGraphicFramePr>
            <a:graphicFrameLocks/>
          </p:cNvGraphicFramePr>
          <p:nvPr/>
        </p:nvGraphicFramePr>
        <p:xfrm>
          <a:off x="552450" y="2238375"/>
          <a:ext cx="4038600" cy="253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4" imgW="4048506" imgH="2552700" progId="Word.Document.8">
                  <p:embed/>
                </p:oleObj>
              </mc:Choice>
              <mc:Fallback>
                <p:oleObj name="Dokument" r:id="rId4" imgW="4048506" imgH="2552700" progId="Word.Document.8">
                  <p:embed/>
                  <p:pic>
                    <p:nvPicPr>
                      <p:cNvPr id="18" name="Object 253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D4B67585-CB80-B477-83F5-86417203696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2238375"/>
                        <a:ext cx="4038600" cy="253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267">
            <a:extLst>
              <a:ext uri="{FF2B5EF4-FFF2-40B4-BE49-F238E27FC236}">
                <a16:creationId xmlns:a16="http://schemas.microsoft.com/office/drawing/2014/main" id="{E7A1632D-48D3-7FA4-2C27-C9B2824F9A2F}"/>
              </a:ext>
            </a:extLst>
          </p:cNvPr>
          <p:cNvGrpSpPr>
            <a:grpSpLocks/>
          </p:cNvGrpSpPr>
          <p:nvPr/>
        </p:nvGrpSpPr>
        <p:grpSpPr bwMode="auto">
          <a:xfrm>
            <a:off x="6773863" y="2343150"/>
            <a:ext cx="2092325" cy="2587625"/>
            <a:chOff x="4363" y="1230"/>
            <a:chExt cx="1318" cy="1630"/>
          </a:xfrm>
        </p:grpSpPr>
        <p:grpSp>
          <p:nvGrpSpPr>
            <p:cNvPr id="12299" name="Group 255">
              <a:extLst>
                <a:ext uri="{FF2B5EF4-FFF2-40B4-BE49-F238E27FC236}">
                  <a16:creationId xmlns:a16="http://schemas.microsoft.com/office/drawing/2014/main" id="{5DB54F40-B2C2-C091-9CFF-3ED20BE08E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48" y="1230"/>
              <a:ext cx="233" cy="1185"/>
              <a:chOff x="5448" y="1182"/>
              <a:chExt cx="233" cy="1185"/>
            </a:xfrm>
          </p:grpSpPr>
          <p:sp>
            <p:nvSpPr>
              <p:cNvPr id="24" name="Freeform 249">
                <a:extLst>
                  <a:ext uri="{FF2B5EF4-FFF2-40B4-BE49-F238E27FC236}">
                    <a16:creationId xmlns:a16="http://schemas.microsoft.com/office/drawing/2014/main" id="{7DB72561-DAC1-3F6D-3919-6E0A10EAA1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1" y="1210"/>
                <a:ext cx="2" cy="1157"/>
              </a:xfrm>
              <a:custGeom>
                <a:avLst/>
                <a:gdLst>
                  <a:gd name="T0" fmla="*/ 0 w 2"/>
                  <a:gd name="T1" fmla="*/ 0 h 1157"/>
                  <a:gd name="T2" fmla="*/ 1 w 2"/>
                  <a:gd name="T3" fmla="*/ 0 h 1157"/>
                  <a:gd name="T4" fmla="*/ 1 w 2"/>
                  <a:gd name="T5" fmla="*/ 1156 h 1157"/>
                  <a:gd name="T6" fmla="*/ 0 w 2"/>
                  <a:gd name="T7" fmla="*/ 1156 h 1157"/>
                  <a:gd name="T8" fmla="*/ 0 w 2"/>
                  <a:gd name="T9" fmla="*/ 0 h 11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"/>
                  <a:gd name="T16" fmla="*/ 0 h 1157"/>
                  <a:gd name="T17" fmla="*/ 2 w 2"/>
                  <a:gd name="T18" fmla="*/ 1157 h 11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" h="1157">
                    <a:moveTo>
                      <a:pt x="0" y="0"/>
                    </a:moveTo>
                    <a:lnTo>
                      <a:pt x="1" y="0"/>
                    </a:lnTo>
                    <a:lnTo>
                      <a:pt x="1" y="1156"/>
                    </a:lnTo>
                    <a:lnTo>
                      <a:pt x="0" y="115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600" b="1" kern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5" name="Freeform 250">
                <a:extLst>
                  <a:ext uri="{FF2B5EF4-FFF2-40B4-BE49-F238E27FC236}">
                    <a16:creationId xmlns:a16="http://schemas.microsoft.com/office/drawing/2014/main" id="{E011DF9A-18D4-7896-91EF-8FA57E16F3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48" y="1182"/>
                <a:ext cx="48" cy="51"/>
              </a:xfrm>
              <a:custGeom>
                <a:avLst/>
                <a:gdLst>
                  <a:gd name="T0" fmla="*/ 24 w 48"/>
                  <a:gd name="T1" fmla="*/ 0 h 51"/>
                  <a:gd name="T2" fmla="*/ 0 w 48"/>
                  <a:gd name="T3" fmla="*/ 50 h 51"/>
                  <a:gd name="T4" fmla="*/ 2 w 48"/>
                  <a:gd name="T5" fmla="*/ 50 h 51"/>
                  <a:gd name="T6" fmla="*/ 3 w 48"/>
                  <a:gd name="T7" fmla="*/ 49 h 51"/>
                  <a:gd name="T8" fmla="*/ 4 w 48"/>
                  <a:gd name="T9" fmla="*/ 48 h 51"/>
                  <a:gd name="T10" fmla="*/ 7 w 48"/>
                  <a:gd name="T11" fmla="*/ 47 h 51"/>
                  <a:gd name="T12" fmla="*/ 8 w 48"/>
                  <a:gd name="T13" fmla="*/ 47 h 51"/>
                  <a:gd name="T14" fmla="*/ 10 w 48"/>
                  <a:gd name="T15" fmla="*/ 47 h 51"/>
                  <a:gd name="T16" fmla="*/ 11 w 48"/>
                  <a:gd name="T17" fmla="*/ 46 h 51"/>
                  <a:gd name="T18" fmla="*/ 12 w 48"/>
                  <a:gd name="T19" fmla="*/ 46 h 51"/>
                  <a:gd name="T20" fmla="*/ 13 w 48"/>
                  <a:gd name="T21" fmla="*/ 46 h 51"/>
                  <a:gd name="T22" fmla="*/ 14 w 48"/>
                  <a:gd name="T23" fmla="*/ 46 h 51"/>
                  <a:gd name="T24" fmla="*/ 16 w 48"/>
                  <a:gd name="T25" fmla="*/ 46 h 51"/>
                  <a:gd name="T26" fmla="*/ 19 w 48"/>
                  <a:gd name="T27" fmla="*/ 45 h 51"/>
                  <a:gd name="T28" fmla="*/ 20 w 48"/>
                  <a:gd name="T29" fmla="*/ 45 h 51"/>
                  <a:gd name="T30" fmla="*/ 21 w 48"/>
                  <a:gd name="T31" fmla="*/ 45 h 51"/>
                  <a:gd name="T32" fmla="*/ 22 w 48"/>
                  <a:gd name="T33" fmla="*/ 45 h 51"/>
                  <a:gd name="T34" fmla="*/ 24 w 48"/>
                  <a:gd name="T35" fmla="*/ 45 h 51"/>
                  <a:gd name="T36" fmla="*/ 25 w 48"/>
                  <a:gd name="T37" fmla="*/ 45 h 51"/>
                  <a:gd name="T38" fmla="*/ 26 w 48"/>
                  <a:gd name="T39" fmla="*/ 45 h 51"/>
                  <a:gd name="T40" fmla="*/ 27 w 48"/>
                  <a:gd name="T41" fmla="*/ 45 h 51"/>
                  <a:gd name="T42" fmla="*/ 28 w 48"/>
                  <a:gd name="T43" fmla="*/ 45 h 51"/>
                  <a:gd name="T44" fmla="*/ 31 w 48"/>
                  <a:gd name="T45" fmla="*/ 46 h 51"/>
                  <a:gd name="T46" fmla="*/ 33 w 48"/>
                  <a:gd name="T47" fmla="*/ 46 h 51"/>
                  <a:gd name="T48" fmla="*/ 34 w 48"/>
                  <a:gd name="T49" fmla="*/ 46 h 51"/>
                  <a:gd name="T50" fmla="*/ 35 w 48"/>
                  <a:gd name="T51" fmla="*/ 46 h 51"/>
                  <a:gd name="T52" fmla="*/ 36 w 48"/>
                  <a:gd name="T53" fmla="*/ 46 h 51"/>
                  <a:gd name="T54" fmla="*/ 38 w 48"/>
                  <a:gd name="T55" fmla="*/ 47 h 51"/>
                  <a:gd name="T56" fmla="*/ 39 w 48"/>
                  <a:gd name="T57" fmla="*/ 47 h 51"/>
                  <a:gd name="T58" fmla="*/ 40 w 48"/>
                  <a:gd name="T59" fmla="*/ 47 h 51"/>
                  <a:gd name="T60" fmla="*/ 43 w 48"/>
                  <a:gd name="T61" fmla="*/ 48 h 51"/>
                  <a:gd name="T62" fmla="*/ 44 w 48"/>
                  <a:gd name="T63" fmla="*/ 49 h 51"/>
                  <a:gd name="T64" fmla="*/ 45 w 48"/>
                  <a:gd name="T65" fmla="*/ 50 h 51"/>
                  <a:gd name="T66" fmla="*/ 47 w 48"/>
                  <a:gd name="T67" fmla="*/ 50 h 51"/>
                  <a:gd name="T68" fmla="*/ 24 w 48"/>
                  <a:gd name="T69" fmla="*/ 0 h 5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8"/>
                  <a:gd name="T106" fmla="*/ 0 h 51"/>
                  <a:gd name="T107" fmla="*/ 48 w 48"/>
                  <a:gd name="T108" fmla="*/ 51 h 51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8" h="51">
                    <a:moveTo>
                      <a:pt x="24" y="0"/>
                    </a:moveTo>
                    <a:lnTo>
                      <a:pt x="0" y="50"/>
                    </a:lnTo>
                    <a:lnTo>
                      <a:pt x="2" y="50"/>
                    </a:lnTo>
                    <a:lnTo>
                      <a:pt x="3" y="49"/>
                    </a:lnTo>
                    <a:lnTo>
                      <a:pt x="4" y="48"/>
                    </a:lnTo>
                    <a:lnTo>
                      <a:pt x="7" y="47"/>
                    </a:lnTo>
                    <a:lnTo>
                      <a:pt x="8" y="47"/>
                    </a:lnTo>
                    <a:lnTo>
                      <a:pt x="10" y="47"/>
                    </a:lnTo>
                    <a:lnTo>
                      <a:pt x="11" y="46"/>
                    </a:lnTo>
                    <a:lnTo>
                      <a:pt x="12" y="46"/>
                    </a:lnTo>
                    <a:lnTo>
                      <a:pt x="13" y="46"/>
                    </a:lnTo>
                    <a:lnTo>
                      <a:pt x="14" y="46"/>
                    </a:lnTo>
                    <a:lnTo>
                      <a:pt x="16" y="46"/>
                    </a:lnTo>
                    <a:lnTo>
                      <a:pt x="19" y="45"/>
                    </a:lnTo>
                    <a:lnTo>
                      <a:pt x="20" y="45"/>
                    </a:lnTo>
                    <a:lnTo>
                      <a:pt x="21" y="45"/>
                    </a:lnTo>
                    <a:lnTo>
                      <a:pt x="22" y="45"/>
                    </a:lnTo>
                    <a:lnTo>
                      <a:pt x="24" y="45"/>
                    </a:lnTo>
                    <a:lnTo>
                      <a:pt x="25" y="45"/>
                    </a:lnTo>
                    <a:lnTo>
                      <a:pt x="26" y="45"/>
                    </a:lnTo>
                    <a:lnTo>
                      <a:pt x="27" y="45"/>
                    </a:lnTo>
                    <a:lnTo>
                      <a:pt x="28" y="45"/>
                    </a:lnTo>
                    <a:lnTo>
                      <a:pt x="31" y="46"/>
                    </a:lnTo>
                    <a:lnTo>
                      <a:pt x="33" y="46"/>
                    </a:lnTo>
                    <a:lnTo>
                      <a:pt x="34" y="46"/>
                    </a:lnTo>
                    <a:lnTo>
                      <a:pt x="35" y="46"/>
                    </a:lnTo>
                    <a:lnTo>
                      <a:pt x="36" y="46"/>
                    </a:lnTo>
                    <a:lnTo>
                      <a:pt x="38" y="47"/>
                    </a:lnTo>
                    <a:lnTo>
                      <a:pt x="39" y="47"/>
                    </a:lnTo>
                    <a:lnTo>
                      <a:pt x="40" y="47"/>
                    </a:lnTo>
                    <a:lnTo>
                      <a:pt x="43" y="48"/>
                    </a:lnTo>
                    <a:lnTo>
                      <a:pt x="44" y="49"/>
                    </a:lnTo>
                    <a:lnTo>
                      <a:pt x="45" y="50"/>
                    </a:lnTo>
                    <a:lnTo>
                      <a:pt x="47" y="5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FF0000"/>
              </a:solidFill>
              <a:ln w="12700" cap="rnd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600" b="1" kern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" name="Rectangle 251">
                <a:extLst>
                  <a:ext uri="{FF2B5EF4-FFF2-40B4-BE49-F238E27FC236}">
                    <a16:creationId xmlns:a16="http://schemas.microsoft.com/office/drawing/2014/main" id="{A0A1F4E7-2E88-FBD4-D3D5-C742D4E1EF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5179" y="1655"/>
                <a:ext cx="814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defTabSz="762000">
                  <a:defRPr sz="16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de-DE" altLang="en-US" sz="1400" kern="0">
                    <a:solidFill>
                      <a:srgbClr val="FF0000"/>
                    </a:solidFill>
                    <a:cs typeface="Arial" charset="0"/>
                  </a:rPr>
                  <a:t>Leserichtung</a:t>
                </a:r>
              </a:p>
            </p:txBody>
          </p:sp>
        </p:grpSp>
        <p:grpSp>
          <p:nvGrpSpPr>
            <p:cNvPr id="12300" name="Group 266">
              <a:extLst>
                <a:ext uri="{FF2B5EF4-FFF2-40B4-BE49-F238E27FC236}">
                  <a16:creationId xmlns:a16="http://schemas.microsoft.com/office/drawing/2014/main" id="{B07DFFB8-5A52-3A74-CBF5-327F20BC8DB1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V="1">
              <a:off x="4739" y="2437"/>
              <a:ext cx="47" cy="800"/>
              <a:chOff x="5772" y="2544"/>
              <a:chExt cx="48" cy="1185"/>
            </a:xfrm>
          </p:grpSpPr>
          <p:sp>
            <p:nvSpPr>
              <p:cNvPr id="22" name="Freeform 263">
                <a:extLst>
                  <a:ext uri="{FF2B5EF4-FFF2-40B4-BE49-F238E27FC236}">
                    <a16:creationId xmlns:a16="http://schemas.microsoft.com/office/drawing/2014/main" id="{3A352264-A978-FD08-310E-0EFFAE6AEC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6" y="2570"/>
                <a:ext cx="0" cy="1157"/>
              </a:xfrm>
              <a:custGeom>
                <a:avLst/>
                <a:gdLst>
                  <a:gd name="T0" fmla="*/ 0 w 2"/>
                  <a:gd name="T1" fmla="*/ 0 h 1157"/>
                  <a:gd name="T2" fmla="*/ 1 w 2"/>
                  <a:gd name="T3" fmla="*/ 0 h 1157"/>
                  <a:gd name="T4" fmla="*/ 1 w 2"/>
                  <a:gd name="T5" fmla="*/ 1156 h 1157"/>
                  <a:gd name="T6" fmla="*/ 0 w 2"/>
                  <a:gd name="T7" fmla="*/ 1156 h 1157"/>
                  <a:gd name="T8" fmla="*/ 0 w 2"/>
                  <a:gd name="T9" fmla="*/ 0 h 11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"/>
                  <a:gd name="T16" fmla="*/ 0 h 1157"/>
                  <a:gd name="T17" fmla="*/ 2 w 2"/>
                  <a:gd name="T18" fmla="*/ 1157 h 11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" h="1157">
                    <a:moveTo>
                      <a:pt x="0" y="0"/>
                    </a:moveTo>
                    <a:lnTo>
                      <a:pt x="1" y="0"/>
                    </a:lnTo>
                    <a:lnTo>
                      <a:pt x="1" y="1156"/>
                    </a:lnTo>
                    <a:lnTo>
                      <a:pt x="0" y="115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600" b="1" kern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3" name="Freeform 264">
                <a:extLst>
                  <a:ext uri="{FF2B5EF4-FFF2-40B4-BE49-F238E27FC236}">
                    <a16:creationId xmlns:a16="http://schemas.microsoft.com/office/drawing/2014/main" id="{D51CB709-A060-4022-F2C5-000C5AB82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9" y="2542"/>
                <a:ext cx="48" cy="49"/>
              </a:xfrm>
              <a:custGeom>
                <a:avLst/>
                <a:gdLst>
                  <a:gd name="T0" fmla="*/ 24 w 48"/>
                  <a:gd name="T1" fmla="*/ 0 h 51"/>
                  <a:gd name="T2" fmla="*/ 0 w 48"/>
                  <a:gd name="T3" fmla="*/ 50 h 51"/>
                  <a:gd name="T4" fmla="*/ 2 w 48"/>
                  <a:gd name="T5" fmla="*/ 50 h 51"/>
                  <a:gd name="T6" fmla="*/ 3 w 48"/>
                  <a:gd name="T7" fmla="*/ 49 h 51"/>
                  <a:gd name="T8" fmla="*/ 4 w 48"/>
                  <a:gd name="T9" fmla="*/ 48 h 51"/>
                  <a:gd name="T10" fmla="*/ 7 w 48"/>
                  <a:gd name="T11" fmla="*/ 47 h 51"/>
                  <a:gd name="T12" fmla="*/ 8 w 48"/>
                  <a:gd name="T13" fmla="*/ 47 h 51"/>
                  <a:gd name="T14" fmla="*/ 10 w 48"/>
                  <a:gd name="T15" fmla="*/ 47 h 51"/>
                  <a:gd name="T16" fmla="*/ 11 w 48"/>
                  <a:gd name="T17" fmla="*/ 46 h 51"/>
                  <a:gd name="T18" fmla="*/ 12 w 48"/>
                  <a:gd name="T19" fmla="*/ 46 h 51"/>
                  <a:gd name="T20" fmla="*/ 13 w 48"/>
                  <a:gd name="T21" fmla="*/ 46 h 51"/>
                  <a:gd name="T22" fmla="*/ 14 w 48"/>
                  <a:gd name="T23" fmla="*/ 46 h 51"/>
                  <a:gd name="T24" fmla="*/ 16 w 48"/>
                  <a:gd name="T25" fmla="*/ 46 h 51"/>
                  <a:gd name="T26" fmla="*/ 19 w 48"/>
                  <a:gd name="T27" fmla="*/ 45 h 51"/>
                  <a:gd name="T28" fmla="*/ 20 w 48"/>
                  <a:gd name="T29" fmla="*/ 45 h 51"/>
                  <a:gd name="T30" fmla="*/ 21 w 48"/>
                  <a:gd name="T31" fmla="*/ 45 h 51"/>
                  <a:gd name="T32" fmla="*/ 22 w 48"/>
                  <a:gd name="T33" fmla="*/ 45 h 51"/>
                  <a:gd name="T34" fmla="*/ 24 w 48"/>
                  <a:gd name="T35" fmla="*/ 45 h 51"/>
                  <a:gd name="T36" fmla="*/ 25 w 48"/>
                  <a:gd name="T37" fmla="*/ 45 h 51"/>
                  <a:gd name="T38" fmla="*/ 26 w 48"/>
                  <a:gd name="T39" fmla="*/ 45 h 51"/>
                  <a:gd name="T40" fmla="*/ 27 w 48"/>
                  <a:gd name="T41" fmla="*/ 45 h 51"/>
                  <a:gd name="T42" fmla="*/ 28 w 48"/>
                  <a:gd name="T43" fmla="*/ 45 h 51"/>
                  <a:gd name="T44" fmla="*/ 31 w 48"/>
                  <a:gd name="T45" fmla="*/ 46 h 51"/>
                  <a:gd name="T46" fmla="*/ 33 w 48"/>
                  <a:gd name="T47" fmla="*/ 46 h 51"/>
                  <a:gd name="T48" fmla="*/ 34 w 48"/>
                  <a:gd name="T49" fmla="*/ 46 h 51"/>
                  <a:gd name="T50" fmla="*/ 35 w 48"/>
                  <a:gd name="T51" fmla="*/ 46 h 51"/>
                  <a:gd name="T52" fmla="*/ 36 w 48"/>
                  <a:gd name="T53" fmla="*/ 46 h 51"/>
                  <a:gd name="T54" fmla="*/ 38 w 48"/>
                  <a:gd name="T55" fmla="*/ 47 h 51"/>
                  <a:gd name="T56" fmla="*/ 39 w 48"/>
                  <a:gd name="T57" fmla="*/ 47 h 51"/>
                  <a:gd name="T58" fmla="*/ 40 w 48"/>
                  <a:gd name="T59" fmla="*/ 47 h 51"/>
                  <a:gd name="T60" fmla="*/ 43 w 48"/>
                  <a:gd name="T61" fmla="*/ 48 h 51"/>
                  <a:gd name="T62" fmla="*/ 44 w 48"/>
                  <a:gd name="T63" fmla="*/ 49 h 51"/>
                  <a:gd name="T64" fmla="*/ 45 w 48"/>
                  <a:gd name="T65" fmla="*/ 50 h 51"/>
                  <a:gd name="T66" fmla="*/ 47 w 48"/>
                  <a:gd name="T67" fmla="*/ 50 h 51"/>
                  <a:gd name="T68" fmla="*/ 24 w 48"/>
                  <a:gd name="T69" fmla="*/ 0 h 5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8"/>
                  <a:gd name="T106" fmla="*/ 0 h 51"/>
                  <a:gd name="T107" fmla="*/ 48 w 48"/>
                  <a:gd name="T108" fmla="*/ 51 h 51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8" h="51">
                    <a:moveTo>
                      <a:pt x="24" y="0"/>
                    </a:moveTo>
                    <a:lnTo>
                      <a:pt x="0" y="50"/>
                    </a:lnTo>
                    <a:lnTo>
                      <a:pt x="2" y="50"/>
                    </a:lnTo>
                    <a:lnTo>
                      <a:pt x="3" y="49"/>
                    </a:lnTo>
                    <a:lnTo>
                      <a:pt x="4" y="48"/>
                    </a:lnTo>
                    <a:lnTo>
                      <a:pt x="7" y="47"/>
                    </a:lnTo>
                    <a:lnTo>
                      <a:pt x="8" y="47"/>
                    </a:lnTo>
                    <a:lnTo>
                      <a:pt x="10" y="47"/>
                    </a:lnTo>
                    <a:lnTo>
                      <a:pt x="11" y="46"/>
                    </a:lnTo>
                    <a:lnTo>
                      <a:pt x="12" y="46"/>
                    </a:lnTo>
                    <a:lnTo>
                      <a:pt x="13" y="46"/>
                    </a:lnTo>
                    <a:lnTo>
                      <a:pt x="14" y="46"/>
                    </a:lnTo>
                    <a:lnTo>
                      <a:pt x="16" y="46"/>
                    </a:lnTo>
                    <a:lnTo>
                      <a:pt x="19" y="45"/>
                    </a:lnTo>
                    <a:lnTo>
                      <a:pt x="20" y="45"/>
                    </a:lnTo>
                    <a:lnTo>
                      <a:pt x="21" y="45"/>
                    </a:lnTo>
                    <a:lnTo>
                      <a:pt x="22" y="45"/>
                    </a:lnTo>
                    <a:lnTo>
                      <a:pt x="24" y="45"/>
                    </a:lnTo>
                    <a:lnTo>
                      <a:pt x="25" y="45"/>
                    </a:lnTo>
                    <a:lnTo>
                      <a:pt x="26" y="45"/>
                    </a:lnTo>
                    <a:lnTo>
                      <a:pt x="27" y="45"/>
                    </a:lnTo>
                    <a:lnTo>
                      <a:pt x="28" y="45"/>
                    </a:lnTo>
                    <a:lnTo>
                      <a:pt x="31" y="46"/>
                    </a:lnTo>
                    <a:lnTo>
                      <a:pt x="33" y="46"/>
                    </a:lnTo>
                    <a:lnTo>
                      <a:pt x="34" y="46"/>
                    </a:lnTo>
                    <a:lnTo>
                      <a:pt x="35" y="46"/>
                    </a:lnTo>
                    <a:lnTo>
                      <a:pt x="36" y="46"/>
                    </a:lnTo>
                    <a:lnTo>
                      <a:pt x="38" y="47"/>
                    </a:lnTo>
                    <a:lnTo>
                      <a:pt x="39" y="47"/>
                    </a:lnTo>
                    <a:lnTo>
                      <a:pt x="40" y="47"/>
                    </a:lnTo>
                    <a:lnTo>
                      <a:pt x="43" y="48"/>
                    </a:lnTo>
                    <a:lnTo>
                      <a:pt x="44" y="49"/>
                    </a:lnTo>
                    <a:lnTo>
                      <a:pt x="45" y="50"/>
                    </a:lnTo>
                    <a:lnTo>
                      <a:pt x="47" y="5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FF0000"/>
              </a:solidFill>
              <a:ln w="12700" cap="rnd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600" b="1" kern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</p:grpSp>
      <p:sp>
        <p:nvSpPr>
          <p:cNvPr id="27" name="Content Placeholder 1">
            <a:extLst>
              <a:ext uri="{FF2B5EF4-FFF2-40B4-BE49-F238E27FC236}">
                <a16:creationId xmlns:a16="http://schemas.microsoft.com/office/drawing/2014/main" id="{A773E45F-394F-CBF4-E0AD-5AAC8E49CC5E}"/>
              </a:ext>
            </a:extLst>
          </p:cNvPr>
          <p:cNvSpPr txBox="1">
            <a:spLocks/>
          </p:cNvSpPr>
          <p:nvPr/>
        </p:nvSpPr>
        <p:spPr>
          <a:xfrm>
            <a:off x="979488" y="4868863"/>
            <a:ext cx="3376612" cy="93662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eaLnBrk="1" hangingPunct="1">
              <a:defRPr/>
            </a:pPr>
            <a:r>
              <a:rPr lang="de-DE" altLang="en-US" sz="1600" kern="0"/>
              <a:t>HEX </a:t>
            </a:r>
            <a:r>
              <a:rPr lang="de-DE" altLang="en-US" sz="1600" kern="0">
                <a:sym typeface="Wingdings" panose="05000000000000000000" pitchFamily="2" charset="2"/>
              </a:rPr>
              <a:t> Decimal</a:t>
            </a:r>
            <a:endParaRPr lang="de-DE" altLang="en-US" sz="1600" kern="0"/>
          </a:p>
          <a:p>
            <a:pPr lvl="1" eaLnBrk="1" hangingPunct="1">
              <a:defRPr/>
            </a:pPr>
            <a:r>
              <a:rPr lang="de-DE" altLang="en-US" sz="1200" kern="0"/>
              <a:t>Splitting up into ist individual powers</a:t>
            </a:r>
          </a:p>
          <a:p>
            <a:pPr lvl="1" eaLnBrk="1" hangingPunct="1">
              <a:defRPr/>
            </a:pPr>
            <a:r>
              <a:rPr lang="de-DE" altLang="en-US" sz="1200" kern="0"/>
              <a:t>Adding up</a:t>
            </a:r>
          </a:p>
        </p:txBody>
      </p:sp>
      <p:sp>
        <p:nvSpPr>
          <p:cNvPr id="28" name="Content Placeholder 1">
            <a:extLst>
              <a:ext uri="{FF2B5EF4-FFF2-40B4-BE49-F238E27FC236}">
                <a16:creationId xmlns:a16="http://schemas.microsoft.com/office/drawing/2014/main" id="{C63E8354-31B7-1386-9508-533D3B016F84}"/>
              </a:ext>
            </a:extLst>
          </p:cNvPr>
          <p:cNvSpPr txBox="1">
            <a:spLocks/>
          </p:cNvSpPr>
          <p:nvPr/>
        </p:nvSpPr>
        <p:spPr>
          <a:xfrm>
            <a:off x="5226050" y="4868863"/>
            <a:ext cx="3917950" cy="158432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eaLnBrk="1" hangingPunct="1">
              <a:defRPr/>
            </a:pPr>
            <a:r>
              <a:rPr lang="de-DE" altLang="en-US" sz="1600" kern="0"/>
              <a:t>Decimal </a:t>
            </a:r>
            <a:r>
              <a:rPr lang="de-DE" altLang="en-US" sz="1600" kern="0">
                <a:sym typeface="Wingdings" panose="05000000000000000000" pitchFamily="2" charset="2"/>
              </a:rPr>
              <a:t> Binary</a:t>
            </a:r>
            <a:endParaRPr lang="de-DE" altLang="en-US" sz="1600" kern="0"/>
          </a:p>
          <a:p>
            <a:pPr lvl="1" eaLnBrk="1" hangingPunct="1">
              <a:defRPr/>
            </a:pPr>
            <a:r>
              <a:rPr lang="de-DE" altLang="en-US" sz="1200" kern="0"/>
              <a:t>Number is constantly divided by the base</a:t>
            </a:r>
          </a:p>
          <a:p>
            <a:pPr lvl="1" eaLnBrk="1" hangingPunct="1">
              <a:defRPr/>
            </a:pPr>
            <a:r>
              <a:rPr lang="de-DE" altLang="en-US" sz="1200" kern="0"/>
              <a:t>Until 0</a:t>
            </a:r>
          </a:p>
          <a:p>
            <a:pPr lvl="1" eaLnBrk="1" hangingPunct="1">
              <a:defRPr/>
            </a:pPr>
            <a:r>
              <a:rPr lang="de-DE" altLang="en-US" sz="1200" kern="0"/>
              <a:t>Remainder of the division = digits of the converted number</a:t>
            </a:r>
          </a:p>
          <a:p>
            <a:pPr lvl="1" eaLnBrk="1" hangingPunct="1">
              <a:defRPr/>
            </a:pPr>
            <a:r>
              <a:rPr lang="de-DE" altLang="en-US" sz="1200" kern="0"/>
              <a:t>Digits of the converted number = Reach from back to front</a:t>
            </a:r>
          </a:p>
        </p:txBody>
      </p:sp>
      <p:cxnSp>
        <p:nvCxnSpPr>
          <p:cNvPr id="12298" name="Straight Connector 2">
            <a:extLst>
              <a:ext uri="{FF2B5EF4-FFF2-40B4-BE49-F238E27FC236}">
                <a16:creationId xmlns:a16="http://schemas.microsoft.com/office/drawing/2014/main" id="{0B5FBBDE-97E1-10C6-F4DD-E95772DFD07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72000" y="1341438"/>
            <a:ext cx="0" cy="4967287"/>
          </a:xfrm>
          <a:prstGeom prst="line">
            <a:avLst/>
          </a:prstGeom>
          <a:noFill/>
          <a:ln w="28575" algn="ctr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2">
            <a:extLst>
              <a:ext uri="{FF2B5EF4-FFF2-40B4-BE49-F238E27FC236}">
                <a16:creationId xmlns:a16="http://schemas.microsoft.com/office/drawing/2014/main" id="{FFF0EED8-19D0-EFFE-C46B-B461BCAEE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20713"/>
            <a:ext cx="6985000" cy="503237"/>
          </a:xfrm>
          <a:ln/>
        </p:spPr>
        <p:txBody>
          <a:bodyPr/>
          <a:lstStyle/>
          <a:p>
            <a:pPr eaLnBrk="1" hangingPunct="1"/>
            <a:r>
              <a:rPr lang="nl-BE" altLang="nl-BE"/>
              <a:t>Control field</a:t>
            </a:r>
            <a:endParaRPr lang="en-GB" altLang="nl-BE"/>
          </a:p>
        </p:txBody>
      </p:sp>
      <p:graphicFrame>
        <p:nvGraphicFramePr>
          <p:cNvPr id="281" name="Tabelle 117">
            <a:extLst>
              <a:ext uri="{FF2B5EF4-FFF2-40B4-BE49-F238E27FC236}">
                <a16:creationId xmlns:a16="http://schemas.microsoft.com/office/drawing/2014/main" id="{4D4E7C0E-DA09-155B-91AF-A5C0FBDF075C}"/>
              </a:ext>
            </a:extLst>
          </p:cNvPr>
          <p:cNvGraphicFramePr>
            <a:graphicFrameLocks noGrp="1"/>
          </p:cNvGraphicFramePr>
          <p:nvPr/>
        </p:nvGraphicFramePr>
        <p:xfrm>
          <a:off x="487363" y="2852738"/>
          <a:ext cx="8332787" cy="22971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63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2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39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39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39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562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2250"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D 7</a:t>
                      </a:r>
                    </a:p>
                  </a:txBody>
                  <a:tcPr marL="91443" marR="91443" marT="45735" marB="45735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D 6</a:t>
                      </a:r>
                    </a:p>
                  </a:txBody>
                  <a:tcPr marL="91443" marR="91443" marT="45735" marB="45735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D 5</a:t>
                      </a:r>
                    </a:p>
                  </a:txBody>
                  <a:tcPr marL="91443" marR="91443" marT="45735" marB="45735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D 4</a:t>
                      </a:r>
                    </a:p>
                  </a:txBody>
                  <a:tcPr marL="91443" marR="91443" marT="45735" marB="45735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D 3</a:t>
                      </a:r>
                    </a:p>
                  </a:txBody>
                  <a:tcPr marL="91443" marR="91443" marT="45735" marB="45735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D 2</a:t>
                      </a:r>
                    </a:p>
                  </a:txBody>
                  <a:tcPr marL="91443" marR="91443" marT="45735" marB="45735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D 1</a:t>
                      </a:r>
                    </a:p>
                  </a:txBody>
                  <a:tcPr marL="91443" marR="91443" marT="45735" marB="45735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D 0</a:t>
                      </a:r>
                    </a:p>
                  </a:txBody>
                  <a:tcPr marL="91443" marR="91443" marT="45735" marB="45735" anchor="ctr">
                    <a:solidFill>
                      <a:srgbClr val="3692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latin typeface="Arial" pitchFamily="34" charset="0"/>
                          <a:cs typeface="Arial" pitchFamily="34" charset="0"/>
                        </a:rPr>
                        <a:t>Reading direction of the data bits </a:t>
                      </a:r>
                    </a:p>
                  </a:txBody>
                  <a:tcPr marL="91443" marR="91443" marT="45735" marB="45735" anchor="ctr">
                    <a:solidFill>
                      <a:srgbClr val="369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3"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R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P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P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PP = Transmission priority, R=</a:t>
                      </a:r>
                      <a:r>
                        <a:rPr lang="de-DE" sz="1400" b="1" baseline="0">
                          <a:latin typeface="Arial" pitchFamily="34" charset="0"/>
                          <a:cs typeface="Arial" pitchFamily="34" charset="0"/>
                        </a:rPr>
                        <a:t> Repetition, other bits fixed</a:t>
                      </a:r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8129"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3" marR="91443" marT="45735" marB="4573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3" marR="91443" marT="45735" marB="4573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System functions (highest priority)</a:t>
                      </a:r>
                    </a:p>
                    <a:p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Alarm functions</a:t>
                      </a:r>
                      <a:r>
                        <a:rPr lang="de-DE" sz="1400" b="1" baseline="0">
                          <a:latin typeface="Arial" pitchFamily="34" charset="0"/>
                          <a:cs typeface="Arial" pitchFamily="34" charset="0"/>
                        </a:rPr>
                        <a:t> (alarm)</a:t>
                      </a:r>
                    </a:p>
                    <a:p>
                      <a:r>
                        <a:rPr lang="de-DE" sz="1400" b="1" baseline="0">
                          <a:latin typeface="Arial" pitchFamily="34" charset="0"/>
                          <a:cs typeface="Arial" pitchFamily="34" charset="0"/>
                        </a:rPr>
                        <a:t>High operational priority (normal)</a:t>
                      </a:r>
                    </a:p>
                    <a:p>
                      <a:r>
                        <a:rPr lang="de-DE" sz="1400" b="1" baseline="0">
                          <a:latin typeface="Arial" pitchFamily="34" charset="0"/>
                          <a:cs typeface="Arial" pitchFamily="34" charset="0"/>
                        </a:rPr>
                        <a:t>Low operational priority (auto)</a:t>
                      </a:r>
                    </a:p>
                  </a:txBody>
                  <a:tcPr marL="91443" marR="91443" marT="45735" marB="45735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420"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4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>
                          <a:latin typeface="Arial" pitchFamily="34" charset="0"/>
                          <a:cs typeface="Arial" pitchFamily="34" charset="0"/>
                        </a:rPr>
                        <a:t>Repeat</a:t>
                      </a:r>
                    </a:p>
                  </a:txBody>
                  <a:tcPr marL="91443" marR="91443" marT="45735" marB="45735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3367" name="Group 26">
            <a:extLst>
              <a:ext uri="{FF2B5EF4-FFF2-40B4-BE49-F238E27FC236}">
                <a16:creationId xmlns:a16="http://schemas.microsoft.com/office/drawing/2014/main" id="{1ABA5E9F-2A7E-24A8-55E8-C7404B16BF93}"/>
              </a:ext>
            </a:extLst>
          </p:cNvPr>
          <p:cNvGrpSpPr>
            <a:grpSpLocks/>
          </p:cNvGrpSpPr>
          <p:nvPr/>
        </p:nvGrpSpPr>
        <p:grpSpPr bwMode="auto">
          <a:xfrm>
            <a:off x="106363" y="1700213"/>
            <a:ext cx="8929687" cy="720725"/>
            <a:chOff x="35492" y="1699662"/>
            <a:chExt cx="8928697" cy="72177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E84BB80-D2D9-2ED3-7763-BC104BC0E607}"/>
                </a:ext>
              </a:extLst>
            </p:cNvPr>
            <p:cNvGrpSpPr/>
            <p:nvPr/>
          </p:nvGrpSpPr>
          <p:grpSpPr bwMode="auto">
            <a:xfrm>
              <a:off x="35492" y="1700213"/>
              <a:ext cx="117068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06D1124D-BC8D-1068-5A95-4F9887BD69DC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4AAF45-C29D-136A-596A-4C4D37D07B49}"/>
                  </a:ext>
                </a:extLst>
              </p:cNvPr>
              <p:cNvSpPr txBox="1"/>
              <p:nvPr/>
            </p:nvSpPr>
            <p:spPr>
              <a:xfrm>
                <a:off x="1922321" y="2316376"/>
                <a:ext cx="1321223" cy="578031"/>
              </a:xfrm>
              <a:prstGeom prst="rect">
                <a:avLst/>
              </a:prstGeom>
              <a:grpFill/>
            </p:spPr>
            <p:txBody>
              <a:bodyPr lIns="0" rIns="0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Control field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5590BC4-6FCC-AB00-DA08-EF20EA103A73}"/>
                </a:ext>
              </a:extLst>
            </p:cNvPr>
            <p:cNvGrpSpPr/>
            <p:nvPr/>
          </p:nvGrpSpPr>
          <p:grpSpPr bwMode="auto">
            <a:xfrm>
              <a:off x="1078937" y="1700213"/>
              <a:ext cx="1573130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7C8578E5-105B-0665-29E7-0071DCE58D03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CB25E3D-EC2C-EF49-5056-07DB297FC853}"/>
                  </a:ext>
                </a:extLst>
              </p:cNvPr>
              <p:cNvSpPr txBox="1"/>
              <p:nvPr/>
            </p:nvSpPr>
            <p:spPr>
              <a:xfrm>
                <a:off x="1920787" y="2316376"/>
                <a:ext cx="1407311" cy="578031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Source address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</a:t>
                </a:r>
                <a:endParaRPr lang="en-GB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AF38B2C-4F1F-9EED-9F34-5C6FBF6A32AB}"/>
                </a:ext>
              </a:extLst>
            </p:cNvPr>
            <p:cNvGrpSpPr/>
            <p:nvPr/>
          </p:nvGrpSpPr>
          <p:grpSpPr bwMode="auto">
            <a:xfrm>
              <a:off x="2526247" y="1699662"/>
              <a:ext cx="1528386" cy="721226"/>
              <a:chOff x="3559175" y="2051050"/>
              <a:chExt cx="1655763" cy="901700"/>
            </a:xfrm>
            <a:solidFill>
              <a:srgbClr val="369226"/>
            </a:solidFill>
          </p:grpSpPr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2DDDE861-9866-7B3F-1286-C7A11D5A940D}"/>
                  </a:ext>
                </a:extLst>
              </p:cNvPr>
              <p:cNvSpPr/>
              <p:nvPr/>
            </p:nvSpPr>
            <p:spPr bwMode="auto">
              <a:xfrm>
                <a:off x="3559175" y="20510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DABA85F-7842-6165-F516-A42EE13C3820}"/>
                  </a:ext>
                </a:extLst>
              </p:cNvPr>
              <p:cNvSpPr txBox="1"/>
              <p:nvPr/>
            </p:nvSpPr>
            <p:spPr>
              <a:xfrm>
                <a:off x="3620300" y="2303676"/>
                <a:ext cx="1380582" cy="578031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Target address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 + 1 bit</a:t>
                </a:r>
                <a:endParaRPr lang="en-GB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C300459B-B85B-A465-0022-006DE887A378}"/>
                </a:ext>
              </a:extLst>
            </p:cNvPr>
            <p:cNvSpPr/>
            <p:nvPr/>
          </p:nvSpPr>
          <p:spPr bwMode="auto">
            <a:xfrm>
              <a:off x="3913324" y="1699662"/>
              <a:ext cx="1384147" cy="721777"/>
            </a:xfrm>
            <a:prstGeom prst="cube">
              <a:avLst/>
            </a:prstGeom>
            <a:solidFill>
              <a:srgbClr val="36922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r>
                <a:rPr lang="en-GB" sz="1200" b="1">
                  <a:solidFill>
                    <a:schemeClr val="bg1"/>
                  </a:solidFill>
                  <a:latin typeface="+mj-lt"/>
                  <a:cs typeface="Arial" charset="0"/>
                </a:rPr>
                <a:t>Routing counter 3 bit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917D7FC-3A57-4E68-93A7-5680D13BEC83}"/>
                </a:ext>
              </a:extLst>
            </p:cNvPr>
            <p:cNvGrpSpPr/>
            <p:nvPr/>
          </p:nvGrpSpPr>
          <p:grpSpPr bwMode="auto">
            <a:xfrm>
              <a:off x="5180207" y="1700213"/>
              <a:ext cx="105430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C729D8E5-1DFE-A8AB-9A12-C39BA43A2B3F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522588-B817-F9D0-941B-8C4DB56D0A1E}"/>
                  </a:ext>
                </a:extLst>
              </p:cNvPr>
              <p:cNvSpPr txBox="1"/>
              <p:nvPr/>
            </p:nvSpPr>
            <p:spPr>
              <a:xfrm>
                <a:off x="1930597" y="2316376"/>
                <a:ext cx="1254933" cy="577304"/>
              </a:xfrm>
              <a:prstGeom prst="rect">
                <a:avLst/>
              </a:prstGeom>
              <a:grpFill/>
            </p:spPr>
            <p:txBody>
              <a:bodyPr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Length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4 bit</a:t>
                </a:r>
                <a:endParaRPr lang="en-GB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F5F5039-BD5E-BB5C-3F57-8C862AFCEE66}"/>
                </a:ext>
              </a:extLst>
            </p:cNvPr>
            <p:cNvGrpSpPr/>
            <p:nvPr/>
          </p:nvGrpSpPr>
          <p:grpSpPr bwMode="auto">
            <a:xfrm>
              <a:off x="6117834" y="1699662"/>
              <a:ext cx="1626690" cy="721226"/>
              <a:chOff x="6332537" y="2038350"/>
              <a:chExt cx="1871266" cy="927100"/>
            </a:xfrm>
            <a:solidFill>
              <a:srgbClr val="369226"/>
            </a:solidFill>
          </p:grpSpPr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A0F13E54-AFC7-74B4-6F75-5BAD2C198E68}"/>
                  </a:ext>
                </a:extLst>
              </p:cNvPr>
              <p:cNvSpPr/>
              <p:nvPr/>
            </p:nvSpPr>
            <p:spPr bwMode="auto">
              <a:xfrm>
                <a:off x="6332537" y="2038350"/>
                <a:ext cx="1871266" cy="9271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5F50D81-D30A-2E0D-0807-655BA48DCAA2}"/>
                  </a:ext>
                </a:extLst>
              </p:cNvPr>
              <p:cNvSpPr txBox="1"/>
              <p:nvPr/>
            </p:nvSpPr>
            <p:spPr>
              <a:xfrm>
                <a:off x="6343096" y="2298092"/>
                <a:ext cx="1619237" cy="594313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Useful data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Up to 16 x 1 byte</a:t>
                </a:r>
                <a:endParaRPr lang="nl-BE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A2FE478-DAD5-6657-AC28-FA27DA51792A}"/>
                </a:ext>
              </a:extLst>
            </p:cNvPr>
            <p:cNvGrpSpPr/>
            <p:nvPr/>
          </p:nvGrpSpPr>
          <p:grpSpPr bwMode="auto">
            <a:xfrm>
              <a:off x="7596349" y="1700213"/>
              <a:ext cx="1367840" cy="721226"/>
              <a:chOff x="1995729" y="2063750"/>
              <a:chExt cx="1655763" cy="901700"/>
            </a:xfrm>
            <a:solidFill>
              <a:srgbClr val="369226"/>
            </a:solidFill>
          </p:grpSpPr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F8CAED3D-7EEB-CE8D-D0CA-B04B0A57C710}"/>
                  </a:ext>
                </a:extLst>
              </p:cNvPr>
              <p:cNvSpPr/>
              <p:nvPr/>
            </p:nvSpPr>
            <p:spPr bwMode="auto">
              <a:xfrm>
                <a:off x="1995729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9F9B3E4-8884-399D-7333-DD23C8B4A4F7}"/>
                  </a:ext>
                </a:extLst>
              </p:cNvPr>
              <p:cNvSpPr txBox="1"/>
              <p:nvPr/>
            </p:nvSpPr>
            <p:spPr>
              <a:xfrm>
                <a:off x="2038053" y="2412309"/>
                <a:ext cx="1351957" cy="462425"/>
              </a:xfrm>
              <a:prstGeom prst="rect">
                <a:avLst/>
              </a:prstGeom>
              <a:grpFill/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Check byte</a:t>
                </a:r>
                <a:endParaRPr lang="nl-BE" sz="8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2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</p:grpSp>
      <p:pic>
        <p:nvPicPr>
          <p:cNvPr id="13368" name="Picture 2" descr="Z:\Icons, symbols\magnifying glass.png">
            <a:extLst>
              <a:ext uri="{FF2B5EF4-FFF2-40B4-BE49-F238E27FC236}">
                <a16:creationId xmlns:a16="http://schemas.microsoft.com/office/drawing/2014/main" id="{292A1DEF-41E1-3CB8-DBBB-17F1E2DA7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28295">
            <a:off x="-136525" y="1477963"/>
            <a:ext cx="1763713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69" name="Right Arrow 46">
            <a:extLst>
              <a:ext uri="{FF2B5EF4-FFF2-40B4-BE49-F238E27FC236}">
                <a16:creationId xmlns:a16="http://schemas.microsoft.com/office/drawing/2014/main" id="{CE4FFB12-8296-766A-F2B1-E09C37367597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021638" y="2919413"/>
            <a:ext cx="582612" cy="293687"/>
          </a:xfrm>
          <a:prstGeom prst="rightArrow">
            <a:avLst>
              <a:gd name="adj1" fmla="val 50000"/>
              <a:gd name="adj2" fmla="val 49980"/>
            </a:avLst>
          </a:prstGeom>
          <a:solidFill>
            <a:srgbClr val="0C4B9D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nl-BE" altLang="en-US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2">
            <a:extLst>
              <a:ext uri="{FF2B5EF4-FFF2-40B4-BE49-F238E27FC236}">
                <a16:creationId xmlns:a16="http://schemas.microsoft.com/office/drawing/2014/main" id="{E18C455D-E14B-377F-1CEE-B38489B22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989" y="915794"/>
            <a:ext cx="6985000" cy="503237"/>
          </a:xfrm>
          <a:ln/>
        </p:spPr>
        <p:txBody>
          <a:bodyPr/>
          <a:lstStyle/>
          <a:p>
            <a:pPr eaLnBrk="1" hangingPunct="1"/>
            <a:r>
              <a:rPr lang="nl-BE" altLang="nl-BE" dirty="0"/>
              <a:t>Source address (</a:t>
            </a:r>
            <a:r>
              <a:rPr lang="nl-BE" altLang="nl-BE" dirty="0" err="1"/>
              <a:t>individual</a:t>
            </a:r>
            <a:r>
              <a:rPr lang="nl-BE" altLang="nl-BE" dirty="0"/>
              <a:t> address)</a:t>
            </a:r>
            <a:endParaRPr lang="en-GB" altLang="nl-BE" dirty="0"/>
          </a:p>
        </p:txBody>
      </p:sp>
      <p:grpSp>
        <p:nvGrpSpPr>
          <p:cNvPr id="14339" name="Group 2">
            <a:extLst>
              <a:ext uri="{FF2B5EF4-FFF2-40B4-BE49-F238E27FC236}">
                <a16:creationId xmlns:a16="http://schemas.microsoft.com/office/drawing/2014/main" id="{13E80844-1FBF-6C84-7C47-26F94F549278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2852738"/>
            <a:ext cx="7848600" cy="1458912"/>
            <a:chOff x="107781" y="600075"/>
            <a:chExt cx="8502819" cy="1458931"/>
          </a:xfrm>
        </p:grpSpPr>
        <p:grpSp>
          <p:nvGrpSpPr>
            <p:cNvPr id="14350" name="Group 66">
              <a:extLst>
                <a:ext uri="{FF2B5EF4-FFF2-40B4-BE49-F238E27FC236}">
                  <a16:creationId xmlns:a16="http://schemas.microsoft.com/office/drawing/2014/main" id="{3466142D-9F89-7235-93DD-FC93EFFAEB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8934" y="600075"/>
              <a:ext cx="6251666" cy="1458931"/>
              <a:chOff x="2358945" y="600076"/>
              <a:chExt cx="6252273" cy="1458985"/>
            </a:xfrm>
          </p:grpSpPr>
          <p:grpSp>
            <p:nvGrpSpPr>
              <p:cNvPr id="14354" name="Group 65">
                <a:extLst>
                  <a:ext uri="{FF2B5EF4-FFF2-40B4-BE49-F238E27FC236}">
                    <a16:creationId xmlns:a16="http://schemas.microsoft.com/office/drawing/2014/main" id="{4B4636B7-F13D-0F02-69D5-0A58C3C1D5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8945" y="968375"/>
                <a:ext cx="6252273" cy="1090686"/>
                <a:chOff x="2358945" y="968375"/>
                <a:chExt cx="6252273" cy="1090686"/>
              </a:xfrm>
            </p:grpSpPr>
            <p:grpSp>
              <p:nvGrpSpPr>
                <p:cNvPr id="14358" name="Group 31">
                  <a:extLst>
                    <a:ext uri="{FF2B5EF4-FFF2-40B4-BE49-F238E27FC236}">
                      <a16:creationId xmlns:a16="http://schemas.microsoft.com/office/drawing/2014/main" id="{F45256B1-B561-CE3B-7695-EE349E74AF1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58945" y="968375"/>
                  <a:ext cx="6252273" cy="695325"/>
                  <a:chOff x="873045" y="968375"/>
                  <a:chExt cx="6252273" cy="695325"/>
                </a:xfrm>
              </p:grpSpPr>
              <p:grpSp>
                <p:nvGrpSpPr>
                  <p:cNvPr id="14362" name="Group 24">
                    <a:extLst>
                      <a:ext uri="{FF2B5EF4-FFF2-40B4-BE49-F238E27FC236}">
                        <a16:creationId xmlns:a16="http://schemas.microsoft.com/office/drawing/2014/main" id="{51D15E5D-FDB3-07B0-E0D7-5F00E3FF58B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09475" y="968375"/>
                    <a:ext cx="2815843" cy="666750"/>
                    <a:chOff x="3298809" y="854075"/>
                    <a:chExt cx="2815843" cy="666750"/>
                  </a:xfrm>
                </p:grpSpPr>
                <p:grpSp>
                  <p:nvGrpSpPr>
                    <p:cNvPr id="14375" name="Group 3">
                      <a:extLst>
                        <a:ext uri="{FF2B5EF4-FFF2-40B4-BE49-F238E27FC236}">
                          <a16:creationId xmlns:a16="http://schemas.microsoft.com/office/drawing/2014/main" id="{A55C3C1F-FC86-1ACE-7118-77B4F4466A5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298809" y="854075"/>
                      <a:ext cx="1463524" cy="666750"/>
                      <a:chOff x="188165" y="4127500"/>
                      <a:chExt cx="1463503" cy="666750"/>
                    </a:xfrm>
                  </p:grpSpPr>
                  <p:sp>
                    <p:nvSpPr>
                      <p:cNvPr id="59" name="Cube 58">
                        <a:extLst>
                          <a:ext uri="{FF2B5EF4-FFF2-40B4-BE49-F238E27FC236}">
                            <a16:creationId xmlns:a16="http://schemas.microsoft.com/office/drawing/2014/main" id="{23A8D1E3-ED7A-3559-F904-EF362C18054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93540" y="4127519"/>
                        <a:ext cx="466111" cy="666784"/>
                      </a:xfrm>
                      <a:prstGeom prst="cube">
                        <a:avLst/>
                      </a:prstGeom>
                      <a:solidFill>
                        <a:srgbClr val="0C4B9D"/>
                      </a:solidFill>
                      <a:ln w="952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pPr algn="ctr" eaLnBrk="1" hangingPunct="1">
                          <a:defRPr/>
                        </a:pPr>
                        <a:r>
                          <a:rPr lang="nl-BE">
                            <a:solidFill>
                              <a:schemeClr val="bg1"/>
                            </a:solidFill>
                            <a:latin typeface="+mj-lt"/>
                            <a:cs typeface="Arial" charset="0"/>
                          </a:rPr>
                          <a:t>B</a:t>
                        </a:r>
                        <a:endParaRPr lang="en-GB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endParaRPr>
                      </a:p>
                    </p:txBody>
                  </p:sp>
                  <p:sp>
                    <p:nvSpPr>
                      <p:cNvPr id="60" name="Cube 59">
                        <a:extLst>
                          <a:ext uri="{FF2B5EF4-FFF2-40B4-BE49-F238E27FC236}">
                            <a16:creationId xmlns:a16="http://schemas.microsoft.com/office/drawing/2014/main" id="{80D2867C-9D50-413A-6203-950223E86DC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27214" y="4127519"/>
                        <a:ext cx="466111" cy="666784"/>
                      </a:xfrm>
                      <a:prstGeom prst="cube">
                        <a:avLst/>
                      </a:prstGeom>
                      <a:solidFill>
                        <a:srgbClr val="0C4B9D"/>
                      </a:solidFill>
                      <a:ln w="952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pPr algn="ctr" eaLnBrk="1" hangingPunct="1">
                          <a:defRPr/>
                        </a:pPr>
                        <a:r>
                          <a:rPr lang="nl-BE">
                            <a:solidFill>
                              <a:schemeClr val="bg1"/>
                            </a:solidFill>
                            <a:latin typeface="+mj-lt"/>
                            <a:cs typeface="Arial" charset="0"/>
                          </a:rPr>
                          <a:t>B</a:t>
                        </a:r>
                        <a:endParaRPr lang="en-GB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endParaRPr>
                      </a:p>
                    </p:txBody>
                  </p:sp>
                  <p:sp>
                    <p:nvSpPr>
                      <p:cNvPr id="61" name="Cube 60">
                        <a:extLst>
                          <a:ext uri="{FF2B5EF4-FFF2-40B4-BE49-F238E27FC236}">
                            <a16:creationId xmlns:a16="http://schemas.microsoft.com/office/drawing/2014/main" id="{B52E45D1-9E6E-C0F4-7D57-2CC4BF0E5C8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859167" y="4127519"/>
                        <a:ext cx="466112" cy="666784"/>
                      </a:xfrm>
                      <a:prstGeom prst="cube">
                        <a:avLst/>
                      </a:prstGeom>
                      <a:solidFill>
                        <a:srgbClr val="0C4B9D"/>
                      </a:solidFill>
                      <a:ln w="952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pPr algn="ctr" eaLnBrk="1" hangingPunct="1">
                          <a:defRPr/>
                        </a:pPr>
                        <a:r>
                          <a:rPr lang="nl-BE">
                            <a:solidFill>
                              <a:schemeClr val="bg1"/>
                            </a:solidFill>
                            <a:latin typeface="+mj-lt"/>
                            <a:cs typeface="Arial" charset="0"/>
                          </a:rPr>
                          <a:t>B</a:t>
                        </a:r>
                        <a:endParaRPr lang="en-GB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endParaRPr>
                      </a:p>
                    </p:txBody>
                  </p:sp>
                  <p:sp>
                    <p:nvSpPr>
                      <p:cNvPr id="62" name="Cube 61">
                        <a:extLst>
                          <a:ext uri="{FF2B5EF4-FFF2-40B4-BE49-F238E27FC236}">
                            <a16:creationId xmlns:a16="http://schemas.microsoft.com/office/drawing/2014/main" id="{96C22D11-4A07-7801-1A80-7412FB2009A1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192841" y="4127519"/>
                        <a:ext cx="464391" cy="666784"/>
                      </a:xfrm>
                      <a:prstGeom prst="cube">
                        <a:avLst/>
                      </a:prstGeom>
                      <a:solidFill>
                        <a:srgbClr val="0C4B9D"/>
                      </a:solidFill>
                      <a:ln w="952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pPr algn="ctr" eaLnBrk="1" hangingPunct="1">
                          <a:defRPr/>
                        </a:pPr>
                        <a:r>
                          <a:rPr lang="nl-BE">
                            <a:solidFill>
                              <a:schemeClr val="bg1"/>
                            </a:solidFill>
                            <a:latin typeface="+mj-lt"/>
                            <a:cs typeface="Arial" charset="0"/>
                          </a:rPr>
                          <a:t>B</a:t>
                        </a:r>
                        <a:endParaRPr lang="en-GB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endParaRPr>
                      </a:p>
                    </p:txBody>
                  </p:sp>
                </p:grpSp>
                <p:grpSp>
                  <p:nvGrpSpPr>
                    <p:cNvPr id="14376" name="Group 4">
                      <a:extLst>
                        <a:ext uri="{FF2B5EF4-FFF2-40B4-BE49-F238E27FC236}">
                          <a16:creationId xmlns:a16="http://schemas.microsoft.com/office/drawing/2014/main" id="{70FF46AD-0ABC-C823-9410-06EC92C9B8F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651128" y="854075"/>
                      <a:ext cx="1463524" cy="666750"/>
                      <a:chOff x="188165" y="4127500"/>
                      <a:chExt cx="1463503" cy="666750"/>
                    </a:xfrm>
                  </p:grpSpPr>
                  <p:sp>
                    <p:nvSpPr>
                      <p:cNvPr id="55" name="Cube 54">
                        <a:extLst>
                          <a:ext uri="{FF2B5EF4-FFF2-40B4-BE49-F238E27FC236}">
                            <a16:creationId xmlns:a16="http://schemas.microsoft.com/office/drawing/2014/main" id="{20DBB9F2-95E6-6AAB-0BF9-42981CAFD0F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974" y="4127519"/>
                        <a:ext cx="464391" cy="666784"/>
                      </a:xfrm>
                      <a:prstGeom prst="cube">
                        <a:avLst/>
                      </a:prstGeom>
                      <a:solidFill>
                        <a:srgbClr val="0C4B9D"/>
                      </a:solidFill>
                      <a:ln w="952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pPr algn="ctr" eaLnBrk="1" hangingPunct="1">
                          <a:defRPr/>
                        </a:pPr>
                        <a:r>
                          <a:rPr lang="nl-BE">
                            <a:solidFill>
                              <a:schemeClr val="bg1"/>
                            </a:solidFill>
                            <a:latin typeface="+mj-lt"/>
                            <a:cs typeface="Arial" charset="0"/>
                          </a:rPr>
                          <a:t>B</a:t>
                        </a:r>
                        <a:endParaRPr lang="en-GB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endParaRPr>
                      </a:p>
                    </p:txBody>
                  </p:sp>
                  <p:sp>
                    <p:nvSpPr>
                      <p:cNvPr id="56" name="Cube 55">
                        <a:extLst>
                          <a:ext uri="{FF2B5EF4-FFF2-40B4-BE49-F238E27FC236}">
                            <a16:creationId xmlns:a16="http://schemas.microsoft.com/office/drawing/2014/main" id="{B4DD2A28-BA71-6B60-F026-E7763BFE9D0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21648" y="4127519"/>
                        <a:ext cx="464391" cy="666784"/>
                      </a:xfrm>
                      <a:prstGeom prst="cube">
                        <a:avLst/>
                      </a:prstGeom>
                      <a:solidFill>
                        <a:srgbClr val="0C4B9D"/>
                      </a:solidFill>
                      <a:ln w="952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pPr algn="ctr" eaLnBrk="1" hangingPunct="1">
                          <a:defRPr/>
                        </a:pPr>
                        <a:r>
                          <a:rPr lang="nl-BE">
                            <a:solidFill>
                              <a:schemeClr val="bg1"/>
                            </a:solidFill>
                            <a:latin typeface="+mj-lt"/>
                            <a:cs typeface="Arial" charset="0"/>
                          </a:rPr>
                          <a:t>B</a:t>
                        </a:r>
                        <a:endParaRPr lang="en-GB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endParaRPr>
                      </a:p>
                    </p:txBody>
                  </p:sp>
                  <p:sp>
                    <p:nvSpPr>
                      <p:cNvPr id="57" name="Cube 56">
                        <a:extLst>
                          <a:ext uri="{FF2B5EF4-FFF2-40B4-BE49-F238E27FC236}">
                            <a16:creationId xmlns:a16="http://schemas.microsoft.com/office/drawing/2014/main" id="{1C2A6F25-B08E-33C4-FA4D-C31D99BDD5A2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853603" y="4127519"/>
                        <a:ext cx="464391" cy="666784"/>
                      </a:xfrm>
                      <a:prstGeom prst="cube">
                        <a:avLst/>
                      </a:prstGeom>
                      <a:solidFill>
                        <a:srgbClr val="0C4B9D"/>
                      </a:solidFill>
                      <a:ln w="952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pPr algn="ctr" eaLnBrk="1" hangingPunct="1">
                          <a:defRPr/>
                        </a:pPr>
                        <a:r>
                          <a:rPr lang="nl-BE">
                            <a:solidFill>
                              <a:schemeClr val="bg1"/>
                            </a:solidFill>
                            <a:latin typeface="+mj-lt"/>
                            <a:cs typeface="Arial" charset="0"/>
                          </a:rPr>
                          <a:t>B</a:t>
                        </a:r>
                        <a:endParaRPr lang="en-GB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endParaRPr>
                      </a:p>
                    </p:txBody>
                  </p:sp>
                  <p:sp>
                    <p:nvSpPr>
                      <p:cNvPr id="58" name="Cube 57">
                        <a:extLst>
                          <a:ext uri="{FF2B5EF4-FFF2-40B4-BE49-F238E27FC236}">
                            <a16:creationId xmlns:a16="http://schemas.microsoft.com/office/drawing/2014/main" id="{D486DC31-A814-55F4-3C19-EDCA2CF7719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187277" y="4127519"/>
                        <a:ext cx="464391" cy="666784"/>
                      </a:xfrm>
                      <a:prstGeom prst="cube">
                        <a:avLst/>
                      </a:prstGeom>
                      <a:solidFill>
                        <a:srgbClr val="0C4B9D"/>
                      </a:solidFill>
                      <a:ln w="952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pPr algn="ctr" eaLnBrk="1" hangingPunct="1">
                          <a:defRPr/>
                        </a:pPr>
                        <a:r>
                          <a:rPr lang="nl-BE">
                            <a:solidFill>
                              <a:schemeClr val="bg1"/>
                            </a:solidFill>
                            <a:latin typeface="+mj-lt"/>
                            <a:cs typeface="Arial" charset="0"/>
                          </a:rPr>
                          <a:t>B</a:t>
                        </a:r>
                        <a:endParaRPr lang="en-GB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endParaRPr>
                      </a:p>
                    </p:txBody>
                  </p:sp>
                </p:grpSp>
              </p:grpSp>
              <p:grpSp>
                <p:nvGrpSpPr>
                  <p:cNvPr id="14363" name="Group 5">
                    <a:extLst>
                      <a:ext uri="{FF2B5EF4-FFF2-40B4-BE49-F238E27FC236}">
                        <a16:creationId xmlns:a16="http://schemas.microsoft.com/office/drawing/2014/main" id="{CC9FE7DD-0B63-5644-8A0A-8DC9732D15F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73045" y="968387"/>
                    <a:ext cx="1468896" cy="666770"/>
                    <a:chOff x="188770" y="4127512"/>
                    <a:chExt cx="1468875" cy="666770"/>
                  </a:xfrm>
                </p:grpSpPr>
                <p:sp>
                  <p:nvSpPr>
                    <p:cNvPr id="49" name="Cube 48">
                      <a:extLst>
                        <a:ext uri="{FF2B5EF4-FFF2-40B4-BE49-F238E27FC236}">
                          <a16:creationId xmlns:a16="http://schemas.microsoft.com/office/drawing/2014/main" id="{9D45724F-6D48-7C89-BFD0-09BEBFE50DF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8869" y="4127519"/>
                      <a:ext cx="466112" cy="666784"/>
                    </a:xfrm>
                    <a:prstGeom prst="cube">
                      <a:avLst/>
                    </a:prstGeom>
                    <a:solidFill>
                      <a:srgbClr val="369226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 eaLnBrk="1" hangingPunct="1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A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  <p:sp>
                  <p:nvSpPr>
                    <p:cNvPr id="50" name="Cube 49">
                      <a:extLst>
                        <a:ext uri="{FF2B5EF4-FFF2-40B4-BE49-F238E27FC236}">
                          <a16:creationId xmlns:a16="http://schemas.microsoft.com/office/drawing/2014/main" id="{4B2C9832-F254-309D-DBBE-1039E7B8F4D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520823" y="4127519"/>
                      <a:ext cx="471271" cy="666784"/>
                    </a:xfrm>
                    <a:prstGeom prst="cube">
                      <a:avLst/>
                    </a:prstGeom>
                    <a:solidFill>
                      <a:srgbClr val="369226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 eaLnBrk="1" hangingPunct="1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A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  <p:sp>
                  <p:nvSpPr>
                    <p:cNvPr id="51" name="Cube 50">
                      <a:extLst>
                        <a:ext uri="{FF2B5EF4-FFF2-40B4-BE49-F238E27FC236}">
                          <a16:creationId xmlns:a16="http://schemas.microsoft.com/office/drawing/2014/main" id="{8B71F233-7F84-B8AC-6ADD-FB3C395D6E8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59656" y="4127519"/>
                      <a:ext cx="466112" cy="666784"/>
                    </a:xfrm>
                    <a:prstGeom prst="cube">
                      <a:avLst/>
                    </a:prstGeom>
                    <a:solidFill>
                      <a:srgbClr val="369226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 eaLnBrk="1" hangingPunct="1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A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  <p:sp>
                  <p:nvSpPr>
                    <p:cNvPr id="52" name="Cube 51">
                      <a:extLst>
                        <a:ext uri="{FF2B5EF4-FFF2-40B4-BE49-F238E27FC236}">
                          <a16:creationId xmlns:a16="http://schemas.microsoft.com/office/drawing/2014/main" id="{412F942A-4885-2240-036C-53B7AD3C266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191611" y="4127519"/>
                      <a:ext cx="466111" cy="666784"/>
                    </a:xfrm>
                    <a:prstGeom prst="cube">
                      <a:avLst/>
                    </a:prstGeom>
                    <a:solidFill>
                      <a:srgbClr val="369226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 eaLnBrk="1" hangingPunct="1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A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</p:grpSp>
              <p:grpSp>
                <p:nvGrpSpPr>
                  <p:cNvPr id="14364" name="Group 6">
                    <a:extLst>
                      <a:ext uri="{FF2B5EF4-FFF2-40B4-BE49-F238E27FC236}">
                        <a16:creationId xmlns:a16="http://schemas.microsoft.com/office/drawing/2014/main" id="{45C82812-A6EC-7760-61EB-B089A8B71B0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67139" y="968375"/>
                    <a:ext cx="1463524" cy="666750"/>
                    <a:chOff x="188165" y="4127500"/>
                    <a:chExt cx="1463503" cy="666750"/>
                  </a:xfrm>
                </p:grpSpPr>
                <p:sp>
                  <p:nvSpPr>
                    <p:cNvPr id="45" name="Cube 44">
                      <a:extLst>
                        <a:ext uri="{FF2B5EF4-FFF2-40B4-BE49-F238E27FC236}">
                          <a16:creationId xmlns:a16="http://schemas.microsoft.com/office/drawing/2014/main" id="{D49583CE-015B-5E90-96CB-67D6AD8C56B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8363" y="4127519"/>
                      <a:ext cx="466111" cy="666784"/>
                    </a:xfrm>
                    <a:prstGeom prst="cube">
                      <a:avLst/>
                    </a:prstGeom>
                    <a:solidFill>
                      <a:srgbClr val="808485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 eaLnBrk="1" hangingPunct="1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L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  <p:sp>
                  <p:nvSpPr>
                    <p:cNvPr id="46" name="Cube 45">
                      <a:extLst>
                        <a:ext uri="{FF2B5EF4-FFF2-40B4-BE49-F238E27FC236}">
                          <a16:creationId xmlns:a16="http://schemas.microsoft.com/office/drawing/2014/main" id="{AE4AE90F-31E9-FA81-C8C8-3A8B6B1E89D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522037" y="4127519"/>
                      <a:ext cx="464391" cy="666784"/>
                    </a:xfrm>
                    <a:prstGeom prst="cube">
                      <a:avLst/>
                    </a:prstGeom>
                    <a:solidFill>
                      <a:srgbClr val="808485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 eaLnBrk="1" hangingPunct="1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L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  <p:sp>
                  <p:nvSpPr>
                    <p:cNvPr id="47" name="Cube 46">
                      <a:extLst>
                        <a:ext uri="{FF2B5EF4-FFF2-40B4-BE49-F238E27FC236}">
                          <a16:creationId xmlns:a16="http://schemas.microsoft.com/office/drawing/2014/main" id="{391227DD-E07E-8BCA-0DA2-D1CEA4313BA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53991" y="4127519"/>
                      <a:ext cx="464391" cy="666784"/>
                    </a:xfrm>
                    <a:prstGeom prst="cube">
                      <a:avLst/>
                    </a:prstGeom>
                    <a:solidFill>
                      <a:srgbClr val="808485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 eaLnBrk="1" hangingPunct="1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L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  <p:sp>
                  <p:nvSpPr>
                    <p:cNvPr id="48" name="Cube 47">
                      <a:extLst>
                        <a:ext uri="{FF2B5EF4-FFF2-40B4-BE49-F238E27FC236}">
                          <a16:creationId xmlns:a16="http://schemas.microsoft.com/office/drawing/2014/main" id="{70878326-883D-2CFC-4CD6-01F1BE4ECF2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187664" y="4127519"/>
                      <a:ext cx="464391" cy="666784"/>
                    </a:xfrm>
                    <a:prstGeom prst="cube">
                      <a:avLst/>
                    </a:prstGeom>
                    <a:solidFill>
                      <a:srgbClr val="808485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algn="ctr" eaLnBrk="1" hangingPunct="1">
                        <a:defRPr/>
                      </a:pPr>
                      <a:r>
                        <a:rPr lang="nl-BE">
                          <a:solidFill>
                            <a:schemeClr val="bg1"/>
                          </a:solidFill>
                          <a:latin typeface="+mj-lt"/>
                          <a:cs typeface="Arial" charset="0"/>
                        </a:rPr>
                        <a:t>L</a:t>
                      </a:r>
                      <a:endParaRPr lang="en-GB">
                        <a:solidFill>
                          <a:schemeClr val="bg1"/>
                        </a:solidFill>
                        <a:latin typeface="+mj-lt"/>
                        <a:cs typeface="Arial" charset="0"/>
                      </a:endParaRPr>
                    </a:p>
                  </p:txBody>
                </p:sp>
              </p:grpSp>
              <p:sp>
                <p:nvSpPr>
                  <p:cNvPr id="14365" name="Oval 25">
                    <a:extLst>
                      <a:ext uri="{FF2B5EF4-FFF2-40B4-BE49-F238E27FC236}">
                        <a16:creationId xmlns:a16="http://schemas.microsoft.com/office/drawing/2014/main" id="{2CBE14AE-14A9-31CE-3B4D-BEBDAF1D2F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67756" y="1574800"/>
                    <a:ext cx="96044" cy="8890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endParaRPr lang="en-GB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366" name="Oval 26">
                    <a:extLst>
                      <a:ext uri="{FF2B5EF4-FFF2-40B4-BE49-F238E27FC236}">
                        <a16:creationId xmlns:a16="http://schemas.microsoft.com/office/drawing/2014/main" id="{8CDEF745-1BBB-9262-395E-5CB55F5E46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94956" y="1546225"/>
                    <a:ext cx="96044" cy="8890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endParaRPr lang="en-GB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4359" name="Rectangle 68">
                  <a:extLst>
                    <a:ext uri="{FF2B5EF4-FFF2-40B4-BE49-F238E27FC236}">
                      <a16:creationId xmlns:a16="http://schemas.microsoft.com/office/drawing/2014/main" id="{C0FDC3C8-C43E-E70D-B185-EFCFA77A82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5266" y="1692276"/>
                  <a:ext cx="960774" cy="3667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 marL="87313" defTabSz="76200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defTabSz="76200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defTabSz="76200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defTabSz="76200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defTabSz="76200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de-DE" altLang="nl-BE" b="1">
                      <a:solidFill>
                        <a:schemeClr val="tx2"/>
                      </a:solidFill>
                    </a:rPr>
                    <a:t>0…15</a:t>
                  </a:r>
                </a:p>
              </p:txBody>
            </p:sp>
            <p:sp>
              <p:nvSpPr>
                <p:cNvPr id="14360" name="Rectangle 68">
                  <a:extLst>
                    <a:ext uri="{FF2B5EF4-FFF2-40B4-BE49-F238E27FC236}">
                      <a16:creationId xmlns:a16="http://schemas.microsoft.com/office/drawing/2014/main" id="{D6CFD038-2B47-77F2-BA27-199318BD73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5772" y="1692276"/>
                  <a:ext cx="960774" cy="3667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 marL="87313" defTabSz="76200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defTabSz="76200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defTabSz="76200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defTabSz="76200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defTabSz="76200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de-DE" altLang="nl-BE" b="1">
                      <a:solidFill>
                        <a:schemeClr val="tx2"/>
                      </a:solidFill>
                    </a:rPr>
                    <a:t>0…15</a:t>
                  </a:r>
                </a:p>
              </p:txBody>
            </p:sp>
            <p:sp>
              <p:nvSpPr>
                <p:cNvPr id="14361" name="Rectangle 68">
                  <a:extLst>
                    <a:ext uri="{FF2B5EF4-FFF2-40B4-BE49-F238E27FC236}">
                      <a16:creationId xmlns:a16="http://schemas.microsoft.com/office/drawing/2014/main" id="{6F658C57-7D75-7C05-6ECF-4EA50850E6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91787" y="1692276"/>
                  <a:ext cx="1099714" cy="3667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 marL="87313" defTabSz="76200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defTabSz="76200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defTabSz="76200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defTabSz="76200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defTabSz="762000"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2281238" algn="l"/>
                      <a:tab pos="4575175" algn="l"/>
                      <a:tab pos="9726613" algn="r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de-DE" altLang="nl-BE" b="1">
                      <a:solidFill>
                        <a:schemeClr val="tx2"/>
                      </a:solidFill>
                    </a:rPr>
                    <a:t>0…255</a:t>
                  </a:r>
                </a:p>
              </p:txBody>
            </p:sp>
          </p:grpSp>
          <p:sp>
            <p:nvSpPr>
              <p:cNvPr id="14355" name="Rectangle 68">
                <a:extLst>
                  <a:ext uri="{FF2B5EF4-FFF2-40B4-BE49-F238E27FC236}">
                    <a16:creationId xmlns:a16="http://schemas.microsoft.com/office/drawing/2014/main" id="{F1656FD1-7888-63EF-DC5A-17445CBED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8531" y="600076"/>
                <a:ext cx="1002492" cy="3667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87313" defTabSz="76200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76200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76200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76200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76200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de-DE" altLang="nl-BE" b="1">
                    <a:solidFill>
                      <a:schemeClr val="tx2"/>
                    </a:solidFill>
                  </a:rPr>
                  <a:t>AREA</a:t>
                </a:r>
              </a:p>
            </p:txBody>
          </p:sp>
          <p:sp>
            <p:nvSpPr>
              <p:cNvPr id="14356" name="Rectangle 68">
                <a:extLst>
                  <a:ext uri="{FF2B5EF4-FFF2-40B4-BE49-F238E27FC236}">
                    <a16:creationId xmlns:a16="http://schemas.microsoft.com/office/drawing/2014/main" id="{933D5065-E540-6F0A-1D92-B6DA2FFAFD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4764" y="600076"/>
                <a:ext cx="863546" cy="3667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87313" defTabSz="76200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76200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76200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76200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76200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de-DE" altLang="nl-BE" b="1">
                    <a:solidFill>
                      <a:schemeClr val="tx2"/>
                    </a:solidFill>
                  </a:rPr>
                  <a:t>LINE</a:t>
                </a:r>
              </a:p>
            </p:txBody>
          </p:sp>
          <p:sp>
            <p:nvSpPr>
              <p:cNvPr id="14357" name="Rectangle 68">
                <a:extLst>
                  <a:ext uri="{FF2B5EF4-FFF2-40B4-BE49-F238E27FC236}">
                    <a16:creationId xmlns:a16="http://schemas.microsoft.com/office/drawing/2014/main" id="{F99F93A8-4EFC-D793-CEF1-3779038745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0457" y="600076"/>
                <a:ext cx="1822270" cy="3667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87313" defTabSz="76200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76200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76200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76200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762000"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281238" algn="l"/>
                    <a:tab pos="4575175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de-DE" altLang="nl-BE" b="1">
                    <a:solidFill>
                      <a:schemeClr val="tx2"/>
                    </a:solidFill>
                  </a:rPr>
                  <a:t>BUS DEVICE</a:t>
                </a:r>
              </a:p>
            </p:txBody>
          </p:sp>
        </p:grpSp>
        <p:grpSp>
          <p:nvGrpSpPr>
            <p:cNvPr id="14351" name="Group 1">
              <a:extLst>
                <a:ext uri="{FF2B5EF4-FFF2-40B4-BE49-F238E27FC236}">
                  <a16:creationId xmlns:a16="http://schemas.microsoft.com/office/drawing/2014/main" id="{34B35737-DC2F-F082-F744-5ED0E42B1D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781" y="1054100"/>
              <a:ext cx="2156919" cy="986323"/>
              <a:chOff x="107781" y="1054100"/>
              <a:chExt cx="2156919" cy="986323"/>
            </a:xfrm>
          </p:grpSpPr>
          <p:sp>
            <p:nvSpPr>
              <p:cNvPr id="14352" name="Rectangle 66">
                <a:extLst>
                  <a:ext uri="{FF2B5EF4-FFF2-40B4-BE49-F238E27FC236}">
                    <a16:creationId xmlns:a16="http://schemas.microsoft.com/office/drawing/2014/main" id="{EB070213-6E9C-9484-ECB1-E920E79F82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731" y="1054100"/>
                <a:ext cx="1858214" cy="474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76200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76200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76200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76200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de-DE" altLang="nl-BE" sz="2500" b="1">
                    <a:solidFill>
                      <a:schemeClr val="tx2"/>
                    </a:solidFill>
                  </a:rPr>
                  <a:t>Structure:</a:t>
                </a:r>
              </a:p>
            </p:txBody>
          </p:sp>
          <p:sp>
            <p:nvSpPr>
              <p:cNvPr id="14353" name="Rectangle 66">
                <a:extLst>
                  <a:ext uri="{FF2B5EF4-FFF2-40B4-BE49-F238E27FC236}">
                    <a16:creationId xmlns:a16="http://schemas.microsoft.com/office/drawing/2014/main" id="{907D4D25-4A78-4A3E-3931-4AC132E19D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781" y="1565937"/>
                <a:ext cx="2156919" cy="474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76200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76200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76200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762000"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092325" algn="l"/>
                    <a:tab pos="4186238" algn="l"/>
                    <a:tab pos="9726613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de-DE" altLang="nl-BE" b="1">
                    <a:solidFill>
                      <a:schemeClr val="tx2"/>
                    </a:solidFill>
                  </a:rPr>
                  <a:t>Possible values:</a:t>
                </a:r>
                <a:endParaRPr lang="de-DE" altLang="nl-BE" sz="2500" b="1">
                  <a:solidFill>
                    <a:schemeClr val="tx2"/>
                  </a:solidFill>
                </a:endParaRPr>
              </a:p>
            </p:txBody>
          </p:sp>
        </p:grpSp>
      </p:grpSp>
      <p:sp>
        <p:nvSpPr>
          <p:cNvPr id="63" name="Content Placeholder 1">
            <a:extLst>
              <a:ext uri="{FF2B5EF4-FFF2-40B4-BE49-F238E27FC236}">
                <a16:creationId xmlns:a16="http://schemas.microsoft.com/office/drawing/2014/main" id="{6484C7F1-2911-2B1E-539D-1E265E41F195}"/>
              </a:ext>
            </a:extLst>
          </p:cNvPr>
          <p:cNvSpPr txBox="1">
            <a:spLocks/>
          </p:cNvSpPr>
          <p:nvPr/>
        </p:nvSpPr>
        <p:spPr>
          <a:xfrm>
            <a:off x="682625" y="5337175"/>
            <a:ext cx="7345363" cy="93662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eaLnBrk="1" hangingPunct="1">
              <a:defRPr/>
            </a:pPr>
            <a:r>
              <a:rPr lang="de-DE" altLang="en-US" sz="1600" kern="0"/>
              <a:t>Source address</a:t>
            </a:r>
          </a:p>
          <a:p>
            <a:pPr lvl="1" eaLnBrk="1" hangingPunct="1">
              <a:defRPr/>
            </a:pPr>
            <a:r>
              <a:rPr lang="de-DE" altLang="en-US" sz="1200" kern="0"/>
              <a:t>Individual address of the sending bus device</a:t>
            </a:r>
          </a:p>
        </p:txBody>
      </p:sp>
      <p:grpSp>
        <p:nvGrpSpPr>
          <p:cNvPr id="14341" name="Group 63">
            <a:extLst>
              <a:ext uri="{FF2B5EF4-FFF2-40B4-BE49-F238E27FC236}">
                <a16:creationId xmlns:a16="http://schemas.microsoft.com/office/drawing/2014/main" id="{CA27DB8B-D8CD-4900-69D6-930FD050CE41}"/>
              </a:ext>
            </a:extLst>
          </p:cNvPr>
          <p:cNvGrpSpPr>
            <a:grpSpLocks/>
          </p:cNvGrpSpPr>
          <p:nvPr/>
        </p:nvGrpSpPr>
        <p:grpSpPr bwMode="auto">
          <a:xfrm>
            <a:off x="34925" y="1700213"/>
            <a:ext cx="8929688" cy="720725"/>
            <a:chOff x="35492" y="1699662"/>
            <a:chExt cx="8928697" cy="721777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5D0ECBF-02C7-CC81-9CE7-8C1239CED82F}"/>
                </a:ext>
              </a:extLst>
            </p:cNvPr>
            <p:cNvGrpSpPr/>
            <p:nvPr/>
          </p:nvGrpSpPr>
          <p:grpSpPr bwMode="auto">
            <a:xfrm>
              <a:off x="35492" y="1700213"/>
              <a:ext cx="117068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16028CF-04AE-E2EE-5D40-832E930F21C5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2529062-E89F-2F86-1C06-7FB278045230}"/>
                  </a:ext>
                </a:extLst>
              </p:cNvPr>
              <p:cNvSpPr txBox="1"/>
              <p:nvPr/>
            </p:nvSpPr>
            <p:spPr>
              <a:xfrm>
                <a:off x="1922321" y="2316376"/>
                <a:ext cx="1321223" cy="578031"/>
              </a:xfrm>
              <a:prstGeom prst="rect">
                <a:avLst/>
              </a:prstGeom>
              <a:grpFill/>
            </p:spPr>
            <p:txBody>
              <a:bodyPr lIns="0" rIns="0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Control field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F7F166BC-11C6-2B7A-1A65-9AB3F83D2615}"/>
                </a:ext>
              </a:extLst>
            </p:cNvPr>
            <p:cNvGrpSpPr/>
            <p:nvPr/>
          </p:nvGrpSpPr>
          <p:grpSpPr bwMode="auto">
            <a:xfrm>
              <a:off x="1078937" y="1700213"/>
              <a:ext cx="1573130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0CE6986-22D9-AE2F-C5C6-1283DA3A45BE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83F1CDB-57A2-B336-CFDD-88C444AA50D7}"/>
                  </a:ext>
                </a:extLst>
              </p:cNvPr>
              <p:cNvSpPr txBox="1"/>
              <p:nvPr/>
            </p:nvSpPr>
            <p:spPr>
              <a:xfrm>
                <a:off x="1920787" y="2316376"/>
                <a:ext cx="1407311" cy="578031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Source address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</a:t>
                </a:r>
                <a:endParaRPr lang="en-GB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F36196A-DD8B-1263-C480-BFC53003FC6A}"/>
                </a:ext>
              </a:extLst>
            </p:cNvPr>
            <p:cNvGrpSpPr/>
            <p:nvPr/>
          </p:nvGrpSpPr>
          <p:grpSpPr bwMode="auto">
            <a:xfrm>
              <a:off x="2526247" y="1699662"/>
              <a:ext cx="1528386" cy="721226"/>
              <a:chOff x="3559175" y="2051050"/>
              <a:chExt cx="1655763" cy="901700"/>
            </a:xfrm>
            <a:solidFill>
              <a:srgbClr val="369226"/>
            </a:solidFill>
          </p:grpSpPr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29ADB284-CB5D-D00F-67D4-44644DEB0CF4}"/>
                  </a:ext>
                </a:extLst>
              </p:cNvPr>
              <p:cNvSpPr/>
              <p:nvPr/>
            </p:nvSpPr>
            <p:spPr bwMode="auto">
              <a:xfrm>
                <a:off x="3559175" y="20510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8BE6B20-36D4-A2BD-4ABB-E889A7F36CD6}"/>
                  </a:ext>
                </a:extLst>
              </p:cNvPr>
              <p:cNvSpPr txBox="1"/>
              <p:nvPr/>
            </p:nvSpPr>
            <p:spPr>
              <a:xfrm>
                <a:off x="3620300" y="2303676"/>
                <a:ext cx="1380582" cy="578031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Target address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 + 1 bit</a:t>
                </a:r>
                <a:endParaRPr lang="en-GB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5CDF42CF-4FB2-889B-62DC-706088DDFE29}"/>
                </a:ext>
              </a:extLst>
            </p:cNvPr>
            <p:cNvSpPr/>
            <p:nvPr/>
          </p:nvSpPr>
          <p:spPr bwMode="auto">
            <a:xfrm>
              <a:off x="3913325" y="1699662"/>
              <a:ext cx="1384146" cy="721777"/>
            </a:xfrm>
            <a:prstGeom prst="cube">
              <a:avLst/>
            </a:prstGeom>
            <a:solidFill>
              <a:srgbClr val="36922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r>
                <a:rPr lang="en-GB" sz="1200" b="1">
                  <a:solidFill>
                    <a:schemeClr val="bg1"/>
                  </a:solidFill>
                  <a:latin typeface="+mj-lt"/>
                  <a:cs typeface="Arial" charset="0"/>
                </a:rPr>
                <a:t>Routing counter 3 bit</a:t>
              </a: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5C83E0C-51CC-F3AB-3DCB-35F47E891A1B}"/>
                </a:ext>
              </a:extLst>
            </p:cNvPr>
            <p:cNvGrpSpPr/>
            <p:nvPr/>
          </p:nvGrpSpPr>
          <p:grpSpPr bwMode="auto">
            <a:xfrm>
              <a:off x="5180207" y="1700213"/>
              <a:ext cx="105430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25FDAAC3-24E7-2827-EF63-8DAC3FCFB6A9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B5959BE-C354-F9A2-FBAD-5C550885980C}"/>
                  </a:ext>
                </a:extLst>
              </p:cNvPr>
              <p:cNvSpPr txBox="1"/>
              <p:nvPr/>
            </p:nvSpPr>
            <p:spPr>
              <a:xfrm>
                <a:off x="1930597" y="2316376"/>
                <a:ext cx="1254933" cy="577304"/>
              </a:xfrm>
              <a:prstGeom prst="rect">
                <a:avLst/>
              </a:prstGeom>
              <a:grpFill/>
            </p:spPr>
            <p:txBody>
              <a:bodyPr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Length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4 bit</a:t>
                </a:r>
                <a:endParaRPr lang="en-GB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2A11A169-DE0B-B8E3-C052-27B7B0854539}"/>
                </a:ext>
              </a:extLst>
            </p:cNvPr>
            <p:cNvGrpSpPr/>
            <p:nvPr/>
          </p:nvGrpSpPr>
          <p:grpSpPr bwMode="auto">
            <a:xfrm>
              <a:off x="6117834" y="1699662"/>
              <a:ext cx="1626690" cy="721226"/>
              <a:chOff x="6332537" y="2038350"/>
              <a:chExt cx="1871266" cy="927100"/>
            </a:xfrm>
            <a:solidFill>
              <a:srgbClr val="369226"/>
            </a:solidFill>
          </p:grpSpPr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91B00086-CE42-674A-87A0-7E898F8BFC75}"/>
                  </a:ext>
                </a:extLst>
              </p:cNvPr>
              <p:cNvSpPr/>
              <p:nvPr/>
            </p:nvSpPr>
            <p:spPr bwMode="auto">
              <a:xfrm>
                <a:off x="6332537" y="2038350"/>
                <a:ext cx="1871266" cy="9271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EA5A0B0-66D1-7C95-699F-77BD26E342C0}"/>
                  </a:ext>
                </a:extLst>
              </p:cNvPr>
              <p:cNvSpPr txBox="1"/>
              <p:nvPr/>
            </p:nvSpPr>
            <p:spPr>
              <a:xfrm>
                <a:off x="6343096" y="2298092"/>
                <a:ext cx="1619237" cy="594313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Useful data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Up to 16 x 1 byte</a:t>
                </a:r>
                <a:endParaRPr lang="nl-BE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B008DEEA-675F-67EF-F89F-F7000269841E}"/>
                </a:ext>
              </a:extLst>
            </p:cNvPr>
            <p:cNvGrpSpPr/>
            <p:nvPr/>
          </p:nvGrpSpPr>
          <p:grpSpPr bwMode="auto">
            <a:xfrm>
              <a:off x="7596349" y="1700213"/>
              <a:ext cx="1367840" cy="721226"/>
              <a:chOff x="1995729" y="2063750"/>
              <a:chExt cx="1655763" cy="901700"/>
            </a:xfrm>
            <a:solidFill>
              <a:srgbClr val="369226"/>
            </a:solidFill>
          </p:grpSpPr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CFEDB60C-AB99-9897-9672-62E60B7522BC}"/>
                  </a:ext>
                </a:extLst>
              </p:cNvPr>
              <p:cNvSpPr/>
              <p:nvPr/>
            </p:nvSpPr>
            <p:spPr bwMode="auto">
              <a:xfrm>
                <a:off x="1995729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1199978-D7EA-D714-99E1-1820D53947CF}"/>
                  </a:ext>
                </a:extLst>
              </p:cNvPr>
              <p:cNvSpPr txBox="1"/>
              <p:nvPr/>
            </p:nvSpPr>
            <p:spPr>
              <a:xfrm>
                <a:off x="2038053" y="2412309"/>
                <a:ext cx="1351957" cy="461843"/>
              </a:xfrm>
              <a:prstGeom prst="rect">
                <a:avLst/>
              </a:prstGeom>
              <a:grpFill/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Check byte</a:t>
                </a:r>
                <a:endParaRPr lang="nl-BE" sz="8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2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</p:grpSp>
      <p:pic>
        <p:nvPicPr>
          <p:cNvPr id="14342" name="Picture 2" descr="Z:\Icons, symbols\magnifying glass.png">
            <a:extLst>
              <a:ext uri="{FF2B5EF4-FFF2-40B4-BE49-F238E27FC236}">
                <a16:creationId xmlns:a16="http://schemas.microsoft.com/office/drawing/2014/main" id="{9DE0FBF6-7B03-A04A-3739-6521D4614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00070">
            <a:off x="801688" y="1487488"/>
            <a:ext cx="2111375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2">
            <a:extLst>
              <a:ext uri="{FF2B5EF4-FFF2-40B4-BE49-F238E27FC236}">
                <a16:creationId xmlns:a16="http://schemas.microsoft.com/office/drawing/2014/main" id="{9AF7DBE1-1362-6EF4-F7E7-D04C058F4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638" y="801530"/>
            <a:ext cx="6985000" cy="503237"/>
          </a:xfrm>
          <a:ln/>
        </p:spPr>
        <p:txBody>
          <a:bodyPr/>
          <a:lstStyle/>
          <a:p>
            <a:pPr eaLnBrk="1" hangingPunct="1"/>
            <a:r>
              <a:rPr lang="nl-BE" altLang="nl-BE" dirty="0"/>
              <a:t>Target address (</a:t>
            </a:r>
            <a:r>
              <a:rPr lang="nl-BE" altLang="nl-BE" dirty="0" err="1"/>
              <a:t>when</a:t>
            </a:r>
            <a:r>
              <a:rPr lang="nl-BE" altLang="nl-BE" dirty="0"/>
              <a:t> </a:t>
            </a:r>
            <a:r>
              <a:rPr lang="nl-BE" altLang="nl-BE" dirty="0" err="1"/>
              <a:t>group</a:t>
            </a:r>
            <a:r>
              <a:rPr lang="nl-BE" altLang="nl-BE" dirty="0"/>
              <a:t> address)</a:t>
            </a:r>
            <a:endParaRPr lang="en-GB" altLang="nl-BE" dirty="0"/>
          </a:p>
        </p:txBody>
      </p:sp>
      <p:grpSp>
        <p:nvGrpSpPr>
          <p:cNvPr id="40" name="Group 24">
            <a:extLst>
              <a:ext uri="{FF2B5EF4-FFF2-40B4-BE49-F238E27FC236}">
                <a16:creationId xmlns:a16="http://schemas.microsoft.com/office/drawing/2014/main" id="{57DA771C-C0E9-1751-06F5-4E8B0777A921}"/>
              </a:ext>
            </a:extLst>
          </p:cNvPr>
          <p:cNvGrpSpPr>
            <a:grpSpLocks/>
          </p:cNvGrpSpPr>
          <p:nvPr/>
        </p:nvGrpSpPr>
        <p:grpSpPr bwMode="auto">
          <a:xfrm>
            <a:off x="4029924" y="2996952"/>
            <a:ext cx="2198260" cy="363426"/>
            <a:chOff x="3298809" y="854075"/>
            <a:chExt cx="2815843" cy="666750"/>
          </a:xfrm>
          <a:solidFill>
            <a:srgbClr val="C00000"/>
          </a:solidFill>
        </p:grpSpPr>
        <p:grpSp>
          <p:nvGrpSpPr>
            <p:cNvPr id="53" name="Group 3">
              <a:extLst>
                <a:ext uri="{FF2B5EF4-FFF2-40B4-BE49-F238E27FC236}">
                  <a16:creationId xmlns:a16="http://schemas.microsoft.com/office/drawing/2014/main" id="{F2716FFD-062A-C5DE-337A-1FCC638052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8809" y="854075"/>
              <a:ext cx="1463524" cy="666750"/>
              <a:chOff x="188165" y="4127500"/>
              <a:chExt cx="1463503" cy="666750"/>
            </a:xfrm>
            <a:grpFill/>
          </p:grpSpPr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4F611DBC-FD06-6B0D-D115-8222AF6F97AB}"/>
                  </a:ext>
                </a:extLst>
              </p:cNvPr>
              <p:cNvSpPr/>
              <p:nvPr/>
            </p:nvSpPr>
            <p:spPr bwMode="auto">
              <a:xfrm>
                <a:off x="193506" y="4127519"/>
                <a:ext cx="466116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91022B57-957F-3655-45BF-27D082695F54}"/>
                  </a:ext>
                </a:extLst>
              </p:cNvPr>
              <p:cNvSpPr/>
              <p:nvPr/>
            </p:nvSpPr>
            <p:spPr bwMode="auto">
              <a:xfrm>
                <a:off x="527184" y="4127519"/>
                <a:ext cx="466116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F14065F2-C063-C424-85F0-FA0A7E2B5D47}"/>
                  </a:ext>
                </a:extLst>
              </p:cNvPr>
              <p:cNvSpPr/>
              <p:nvPr/>
            </p:nvSpPr>
            <p:spPr bwMode="auto">
              <a:xfrm>
                <a:off x="859142" y="4127519"/>
                <a:ext cx="466118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F700DDAA-8306-1FC2-C2A6-44B019B663B7}"/>
                  </a:ext>
                </a:extLst>
              </p:cNvPr>
              <p:cNvSpPr/>
              <p:nvPr/>
            </p:nvSpPr>
            <p:spPr bwMode="auto">
              <a:xfrm>
                <a:off x="1192819" y="4127519"/>
                <a:ext cx="46439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34A019F3-007B-F2B0-20F8-729C2273EC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1128" y="854075"/>
              <a:ext cx="1463524" cy="666750"/>
              <a:chOff x="188165" y="4127500"/>
              <a:chExt cx="1463503" cy="666750"/>
            </a:xfrm>
            <a:grpFill/>
          </p:grpSpPr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659E5124-09A1-EEE0-1FC9-218CFFB586EA}"/>
                  </a:ext>
                </a:extLst>
              </p:cNvPr>
              <p:cNvSpPr/>
              <p:nvPr/>
            </p:nvSpPr>
            <p:spPr bwMode="auto">
              <a:xfrm>
                <a:off x="187957" y="4127519"/>
                <a:ext cx="46439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2A2C283C-F323-EEDA-F58A-C22D4C13AF5C}"/>
                  </a:ext>
                </a:extLst>
              </p:cNvPr>
              <p:cNvSpPr/>
              <p:nvPr/>
            </p:nvSpPr>
            <p:spPr bwMode="auto">
              <a:xfrm>
                <a:off x="521635" y="4127519"/>
                <a:ext cx="46439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A52C82A8-64ED-E1B9-94D1-E2B270A489F5}"/>
                  </a:ext>
                </a:extLst>
              </p:cNvPr>
              <p:cNvSpPr/>
              <p:nvPr/>
            </p:nvSpPr>
            <p:spPr bwMode="auto">
              <a:xfrm>
                <a:off x="853593" y="4127519"/>
                <a:ext cx="46439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03D08977-1DD0-3533-78A1-0168EDFB38C7}"/>
                  </a:ext>
                </a:extLst>
              </p:cNvPr>
              <p:cNvSpPr/>
              <p:nvPr/>
            </p:nvSpPr>
            <p:spPr bwMode="auto">
              <a:xfrm>
                <a:off x="1187271" y="4127519"/>
                <a:ext cx="46439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</p:grpSp>
      <p:grpSp>
        <p:nvGrpSpPr>
          <p:cNvPr id="42" name="Group 6">
            <a:extLst>
              <a:ext uri="{FF2B5EF4-FFF2-40B4-BE49-F238E27FC236}">
                <a16:creationId xmlns:a16="http://schemas.microsoft.com/office/drawing/2014/main" id="{D7C4A113-C794-707A-6D0A-5D745C0A89F4}"/>
              </a:ext>
            </a:extLst>
          </p:cNvPr>
          <p:cNvGrpSpPr>
            <a:grpSpLocks/>
          </p:cNvGrpSpPr>
          <p:nvPr/>
        </p:nvGrpSpPr>
        <p:grpSpPr bwMode="auto">
          <a:xfrm>
            <a:off x="2969718" y="2996953"/>
            <a:ext cx="882202" cy="363445"/>
            <a:chOff x="188310" y="4127519"/>
            <a:chExt cx="1130032" cy="666784"/>
          </a:xfrm>
          <a:solidFill>
            <a:srgbClr val="369226"/>
          </a:solidFill>
        </p:grpSpPr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400EE090-F477-FA50-6D34-13E988AD314B}"/>
                </a:ext>
              </a:extLst>
            </p:cNvPr>
            <p:cNvSpPr/>
            <p:nvPr/>
          </p:nvSpPr>
          <p:spPr bwMode="auto">
            <a:xfrm>
              <a:off x="188310" y="4127519"/>
              <a:ext cx="466116" cy="666784"/>
            </a:xfrm>
            <a:prstGeom prst="cub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/>
            <a:lstStyle/>
            <a:p>
              <a:pPr algn="ctr" eaLnBrk="1" hangingPunct="1">
                <a:defRPr/>
              </a:pPr>
              <a:r>
                <a:rPr lang="nl-BE" sz="1400">
                  <a:solidFill>
                    <a:schemeClr val="bg1"/>
                  </a:solidFill>
                  <a:latin typeface="+mj-lt"/>
                  <a:cs typeface="Arial" charset="0"/>
                </a:rPr>
                <a:t>Mi</a:t>
              </a:r>
              <a:endParaRPr lang="en-GB" sz="1400">
                <a:solidFill>
                  <a:schemeClr val="bg1"/>
                </a:solidFill>
                <a:latin typeface="+mj-lt"/>
                <a:cs typeface="Arial" charset="0"/>
              </a:endParaRPr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2C5E543A-3090-D494-250D-57C0D0A6845E}"/>
                </a:ext>
              </a:extLst>
            </p:cNvPr>
            <p:cNvSpPr/>
            <p:nvPr/>
          </p:nvSpPr>
          <p:spPr bwMode="auto">
            <a:xfrm>
              <a:off x="521988" y="4127519"/>
              <a:ext cx="464397" cy="666784"/>
            </a:xfrm>
            <a:prstGeom prst="cub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/>
            <a:lstStyle/>
            <a:p>
              <a:pPr algn="ctr" eaLnBrk="1" hangingPunct="1">
                <a:defRPr/>
              </a:pPr>
              <a:r>
                <a:rPr lang="nl-BE" sz="1400">
                  <a:solidFill>
                    <a:schemeClr val="bg1"/>
                  </a:solidFill>
                  <a:latin typeface="+mj-lt"/>
                  <a:cs typeface="Arial" charset="0"/>
                </a:rPr>
                <a:t>Mi</a:t>
              </a:r>
              <a:endParaRPr lang="en-GB" sz="1400">
                <a:solidFill>
                  <a:schemeClr val="bg1"/>
                </a:solidFill>
                <a:latin typeface="+mj-lt"/>
                <a:cs typeface="Arial" charset="0"/>
              </a:endParaRPr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90C2A648-BAF6-83E2-8EF8-19B2448B1097}"/>
                </a:ext>
              </a:extLst>
            </p:cNvPr>
            <p:cNvSpPr/>
            <p:nvPr/>
          </p:nvSpPr>
          <p:spPr bwMode="auto">
            <a:xfrm>
              <a:off x="853945" y="4127519"/>
              <a:ext cx="464397" cy="666784"/>
            </a:xfrm>
            <a:prstGeom prst="cub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/>
            <a:lstStyle/>
            <a:p>
              <a:pPr algn="ctr" eaLnBrk="1" hangingPunct="1">
                <a:defRPr/>
              </a:pPr>
              <a:r>
                <a:rPr lang="nl-BE" sz="1400">
                  <a:solidFill>
                    <a:schemeClr val="bg1"/>
                  </a:solidFill>
                  <a:latin typeface="+mj-lt"/>
                  <a:cs typeface="Arial" charset="0"/>
                </a:rPr>
                <a:t>Mi</a:t>
              </a:r>
              <a:endParaRPr lang="en-GB" sz="1400">
                <a:solidFill>
                  <a:schemeClr val="bg1"/>
                </a:solidFill>
                <a:latin typeface="+mj-lt"/>
                <a:cs typeface="Arial" charset="0"/>
              </a:endParaRPr>
            </a:p>
          </p:txBody>
        </p:sp>
      </p:grpSp>
      <p:sp>
        <p:nvSpPr>
          <p:cNvPr id="15365" name="Rectangle 68">
            <a:extLst>
              <a:ext uri="{FF2B5EF4-FFF2-40B4-BE49-F238E27FC236}">
                <a16:creationId xmlns:a16="http://schemas.microsoft.com/office/drawing/2014/main" id="{77B075D5-4C30-08FC-45A3-0D6889236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4488" y="3411538"/>
            <a:ext cx="8969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87313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nl-BE" sz="1400" b="1">
                <a:solidFill>
                  <a:schemeClr val="tx2"/>
                </a:solidFill>
              </a:rPr>
              <a:t>0…31</a:t>
            </a:r>
          </a:p>
        </p:txBody>
      </p:sp>
      <p:sp>
        <p:nvSpPr>
          <p:cNvPr id="15366" name="Rectangle 68">
            <a:extLst>
              <a:ext uri="{FF2B5EF4-FFF2-40B4-BE49-F238E27FC236}">
                <a16:creationId xmlns:a16="http://schemas.microsoft.com/office/drawing/2014/main" id="{4DBDF961-F05F-B4EF-F990-E465E93E7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2913" y="3411538"/>
            <a:ext cx="6810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87313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nl-BE" sz="1400" b="1">
                <a:solidFill>
                  <a:schemeClr val="tx2"/>
                </a:solidFill>
              </a:rPr>
              <a:t>0…7</a:t>
            </a:r>
          </a:p>
        </p:txBody>
      </p:sp>
      <p:sp>
        <p:nvSpPr>
          <p:cNvPr id="15367" name="Rectangle 68">
            <a:extLst>
              <a:ext uri="{FF2B5EF4-FFF2-40B4-BE49-F238E27FC236}">
                <a16:creationId xmlns:a16="http://schemas.microsoft.com/office/drawing/2014/main" id="{1746041B-F8FC-3C14-CC05-15A349AFF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411538"/>
            <a:ext cx="8588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87313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nl-BE" sz="1400" b="1">
                <a:solidFill>
                  <a:schemeClr val="tx2"/>
                </a:solidFill>
              </a:rPr>
              <a:t>0…255</a:t>
            </a:r>
          </a:p>
        </p:txBody>
      </p:sp>
      <p:sp>
        <p:nvSpPr>
          <p:cNvPr id="15368" name="Rectangle 68">
            <a:extLst>
              <a:ext uri="{FF2B5EF4-FFF2-40B4-BE49-F238E27FC236}">
                <a16:creationId xmlns:a16="http://schemas.microsoft.com/office/drawing/2014/main" id="{8F6D2FA5-8802-591F-B534-A96F96EC9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3188" y="3082925"/>
            <a:ext cx="14589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87313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nl-BE" sz="1200" b="1">
                <a:solidFill>
                  <a:schemeClr val="tx2"/>
                </a:solidFill>
              </a:rPr>
              <a:t>3-level structure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4CDCD0F-8031-750F-B311-ABE571AEF7B9}"/>
              </a:ext>
            </a:extLst>
          </p:cNvPr>
          <p:cNvGrpSpPr/>
          <p:nvPr/>
        </p:nvGrpSpPr>
        <p:grpSpPr bwMode="auto">
          <a:xfrm>
            <a:off x="1359916" y="2996942"/>
            <a:ext cx="1411884" cy="363456"/>
            <a:chOff x="1748829" y="3862893"/>
            <a:chExt cx="1669207" cy="666769"/>
          </a:xfrm>
          <a:solidFill>
            <a:srgbClr val="0C4B9D"/>
          </a:solidFill>
        </p:grpSpPr>
        <p:grpSp>
          <p:nvGrpSpPr>
            <p:cNvPr id="41" name="Group 5">
              <a:extLst>
                <a:ext uri="{FF2B5EF4-FFF2-40B4-BE49-F238E27FC236}">
                  <a16:creationId xmlns:a16="http://schemas.microsoft.com/office/drawing/2014/main" id="{86F8F88D-21E3-61B0-1D8B-AECC92D639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8829" y="3862893"/>
              <a:ext cx="1350771" cy="666716"/>
              <a:chOff x="188165" y="4127500"/>
              <a:chExt cx="1463503" cy="666750"/>
            </a:xfrm>
            <a:grpFill/>
          </p:grpSpPr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ECFE10D8-6DD5-9E8E-F315-3B53816EF2E7}"/>
                  </a:ext>
                </a:extLst>
              </p:cNvPr>
              <p:cNvSpPr/>
              <p:nvPr/>
            </p:nvSpPr>
            <p:spPr bwMode="auto">
              <a:xfrm>
                <a:off x="188796" y="4127519"/>
                <a:ext cx="466118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M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39DC38DF-450E-48D3-53CD-C00746930486}"/>
                  </a:ext>
                </a:extLst>
              </p:cNvPr>
              <p:cNvSpPr/>
              <p:nvPr/>
            </p:nvSpPr>
            <p:spPr bwMode="auto">
              <a:xfrm>
                <a:off x="520754" y="4127519"/>
                <a:ext cx="47127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M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B8E3D64A-EF84-8AE3-A5AE-C5E2E25C5ABF}"/>
                  </a:ext>
                </a:extLst>
              </p:cNvPr>
              <p:cNvSpPr/>
              <p:nvPr/>
            </p:nvSpPr>
            <p:spPr bwMode="auto">
              <a:xfrm>
                <a:off x="859591" y="4127519"/>
                <a:ext cx="466118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M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5A4D1F69-3DE4-CC6B-728B-11FF33AA3993}"/>
                  </a:ext>
                </a:extLst>
              </p:cNvPr>
              <p:cNvSpPr/>
              <p:nvPr/>
            </p:nvSpPr>
            <p:spPr bwMode="auto">
              <a:xfrm>
                <a:off x="1191550" y="4127519"/>
                <a:ext cx="466116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M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C278D11C-E113-E965-B78D-5ECD6877EFD2}"/>
                </a:ext>
              </a:extLst>
            </p:cNvPr>
            <p:cNvSpPr/>
            <p:nvPr/>
          </p:nvSpPr>
          <p:spPr bwMode="auto">
            <a:xfrm>
              <a:off x="2987824" y="3862912"/>
              <a:ext cx="430212" cy="666750"/>
            </a:xfrm>
            <a:prstGeom prst="cub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r>
                <a:rPr lang="nl-BE" sz="1400">
                  <a:solidFill>
                    <a:schemeClr val="bg1"/>
                  </a:solidFill>
                  <a:latin typeface="+mj-lt"/>
                  <a:cs typeface="Arial" charset="0"/>
                </a:rPr>
                <a:t>M</a:t>
              </a:r>
              <a:endParaRPr lang="en-GB" sz="1400">
                <a:solidFill>
                  <a:schemeClr val="bg1"/>
                </a:solidFill>
                <a:latin typeface="+mj-lt"/>
                <a:cs typeface="Arial" charset="0"/>
              </a:endParaRPr>
            </a:p>
          </p:txBody>
        </p:sp>
      </p:grpSp>
      <p:sp>
        <p:nvSpPr>
          <p:cNvPr id="15370" name="Rectangle 68">
            <a:extLst>
              <a:ext uri="{FF2B5EF4-FFF2-40B4-BE49-F238E27FC236}">
                <a16:creationId xmlns:a16="http://schemas.microsoft.com/office/drawing/2014/main" id="{BF6D0E7D-2889-EA27-D133-55F03877A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492625"/>
            <a:ext cx="819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87313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nl-BE" sz="1400" b="1">
                <a:solidFill>
                  <a:schemeClr val="tx2"/>
                </a:solidFill>
              </a:rPr>
              <a:t>0…31</a:t>
            </a:r>
          </a:p>
        </p:txBody>
      </p:sp>
      <p:sp>
        <p:nvSpPr>
          <p:cNvPr id="15371" name="Rectangle 68">
            <a:extLst>
              <a:ext uri="{FF2B5EF4-FFF2-40B4-BE49-F238E27FC236}">
                <a16:creationId xmlns:a16="http://schemas.microsoft.com/office/drawing/2014/main" id="{C132E2C2-4786-3094-76F6-31B49DA73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088" y="4492625"/>
            <a:ext cx="947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87313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nl-BE" sz="1400" b="1">
                <a:solidFill>
                  <a:schemeClr val="tx2"/>
                </a:solidFill>
              </a:rPr>
              <a:t>0…2047</a:t>
            </a:r>
          </a:p>
        </p:txBody>
      </p:sp>
      <p:sp>
        <p:nvSpPr>
          <p:cNvPr id="15372" name="Rectangle 68">
            <a:extLst>
              <a:ext uri="{FF2B5EF4-FFF2-40B4-BE49-F238E27FC236}">
                <a16:creationId xmlns:a16="http://schemas.microsoft.com/office/drawing/2014/main" id="{98B48AB0-8F68-7669-BF3E-AB877F7AA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4235450"/>
            <a:ext cx="14573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87313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1238" algn="l"/>
                <a:tab pos="4575175" algn="l"/>
                <a:tab pos="97266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nl-BE" sz="1200" b="1">
                <a:solidFill>
                  <a:schemeClr val="tx2"/>
                </a:solidFill>
              </a:rPr>
              <a:t>2-level structure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5778AD0-9183-B21F-90BB-577711C07E59}"/>
              </a:ext>
            </a:extLst>
          </p:cNvPr>
          <p:cNvGrpSpPr/>
          <p:nvPr/>
        </p:nvGrpSpPr>
        <p:grpSpPr bwMode="auto">
          <a:xfrm>
            <a:off x="1648403" y="4148715"/>
            <a:ext cx="1411429" cy="363997"/>
            <a:chOff x="1749411" y="3862912"/>
            <a:chExt cx="1668625" cy="666752"/>
          </a:xfrm>
          <a:solidFill>
            <a:srgbClr val="0C4B9D"/>
          </a:solidFill>
        </p:grpSpPr>
        <p:grpSp>
          <p:nvGrpSpPr>
            <p:cNvPr id="77" name="Group 5">
              <a:extLst>
                <a:ext uri="{FF2B5EF4-FFF2-40B4-BE49-F238E27FC236}">
                  <a16:creationId xmlns:a16="http://schemas.microsoft.com/office/drawing/2014/main" id="{27C5C403-6225-A748-B252-EB6A3DEE57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9411" y="3862912"/>
              <a:ext cx="1355725" cy="666752"/>
              <a:chOff x="188796" y="4127519"/>
              <a:chExt cx="1468870" cy="666786"/>
            </a:xfrm>
            <a:grpFill/>
          </p:grpSpPr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3A52F7E-34F6-CE4D-5D98-6460B969F492}"/>
                  </a:ext>
                </a:extLst>
              </p:cNvPr>
              <p:cNvSpPr/>
              <p:nvPr/>
            </p:nvSpPr>
            <p:spPr bwMode="auto">
              <a:xfrm>
                <a:off x="188796" y="4127521"/>
                <a:ext cx="46611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M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02D7BB79-3C28-E183-84D8-D91ACFCE2A29}"/>
                  </a:ext>
                </a:extLst>
              </p:cNvPr>
              <p:cNvSpPr/>
              <p:nvPr/>
            </p:nvSpPr>
            <p:spPr bwMode="auto">
              <a:xfrm>
                <a:off x="520754" y="4127519"/>
                <a:ext cx="47127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 dirty="0">
                    <a:solidFill>
                      <a:schemeClr val="bg1"/>
                    </a:solidFill>
                    <a:latin typeface="+mj-lt"/>
                    <a:cs typeface="Arial" charset="0"/>
                  </a:rPr>
                  <a:t>M</a:t>
                </a:r>
                <a:endParaRPr lang="en-GB" sz="1400" dirty="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539C37C1-1D29-541A-BD6C-4DAA035D1D62}"/>
                  </a:ext>
                </a:extLst>
              </p:cNvPr>
              <p:cNvSpPr/>
              <p:nvPr/>
            </p:nvSpPr>
            <p:spPr bwMode="auto">
              <a:xfrm>
                <a:off x="859591" y="4127519"/>
                <a:ext cx="466118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M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462BEDFC-1E31-E89F-23EA-120A014CAE1B}"/>
                  </a:ext>
                </a:extLst>
              </p:cNvPr>
              <p:cNvSpPr/>
              <p:nvPr/>
            </p:nvSpPr>
            <p:spPr bwMode="auto">
              <a:xfrm>
                <a:off x="1191550" y="4127519"/>
                <a:ext cx="466116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M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80031CED-76BE-3EFC-021F-9E8C5AED1633}"/>
                </a:ext>
              </a:extLst>
            </p:cNvPr>
            <p:cNvSpPr/>
            <p:nvPr/>
          </p:nvSpPr>
          <p:spPr bwMode="auto">
            <a:xfrm>
              <a:off x="2987824" y="3862912"/>
              <a:ext cx="430212" cy="666750"/>
            </a:xfrm>
            <a:prstGeom prst="cub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r>
                <a:rPr lang="nl-BE" sz="1400">
                  <a:solidFill>
                    <a:schemeClr val="bg1"/>
                  </a:solidFill>
                  <a:latin typeface="+mj-lt"/>
                  <a:cs typeface="Arial" charset="0"/>
                </a:rPr>
                <a:t>M</a:t>
              </a:r>
              <a:endParaRPr lang="en-GB" sz="1400">
                <a:solidFill>
                  <a:schemeClr val="bg1"/>
                </a:solidFill>
                <a:latin typeface="+mj-lt"/>
                <a:cs typeface="Arial" charset="0"/>
              </a:endParaRPr>
            </a:p>
          </p:txBody>
        </p:sp>
      </p:grpSp>
      <p:grpSp>
        <p:nvGrpSpPr>
          <p:cNvPr id="15374" name="Group 95">
            <a:extLst>
              <a:ext uri="{FF2B5EF4-FFF2-40B4-BE49-F238E27FC236}">
                <a16:creationId xmlns:a16="http://schemas.microsoft.com/office/drawing/2014/main" id="{E663C3D6-4388-68A8-10E5-6DCEA9BEF1BB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4148138"/>
            <a:ext cx="2989263" cy="365125"/>
            <a:chOff x="3491880" y="3897341"/>
            <a:chExt cx="3535009" cy="666769"/>
          </a:xfrm>
        </p:grpSpPr>
        <p:grpSp>
          <p:nvGrpSpPr>
            <p:cNvPr id="69" name="Group 6">
              <a:extLst>
                <a:ext uri="{FF2B5EF4-FFF2-40B4-BE49-F238E27FC236}">
                  <a16:creationId xmlns:a16="http://schemas.microsoft.com/office/drawing/2014/main" id="{7FEA68DC-17A7-E36D-6723-1D729352A4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1880" y="3897360"/>
              <a:ext cx="1042987" cy="666750"/>
              <a:chOff x="188310" y="4127519"/>
              <a:chExt cx="1130032" cy="666784"/>
            </a:xfrm>
            <a:solidFill>
              <a:srgbClr val="C00000"/>
            </a:solidFill>
          </p:grpSpPr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9C85A18F-92B9-33F8-F6BF-8B2FD5D4F15D}"/>
                  </a:ext>
                </a:extLst>
              </p:cNvPr>
              <p:cNvSpPr/>
              <p:nvPr/>
            </p:nvSpPr>
            <p:spPr bwMode="auto">
              <a:xfrm>
                <a:off x="188310" y="4127519"/>
                <a:ext cx="466116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B596C7A1-69DC-3631-FB38-713208E3D6BB}"/>
                  </a:ext>
                </a:extLst>
              </p:cNvPr>
              <p:cNvSpPr/>
              <p:nvPr/>
            </p:nvSpPr>
            <p:spPr bwMode="auto">
              <a:xfrm>
                <a:off x="521988" y="4127519"/>
                <a:ext cx="46439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F0FA612E-E26A-324A-0EF4-973E0DF49A22}"/>
                  </a:ext>
                </a:extLst>
              </p:cNvPr>
              <p:cNvSpPr/>
              <p:nvPr/>
            </p:nvSpPr>
            <p:spPr bwMode="auto">
              <a:xfrm>
                <a:off x="853945" y="4127519"/>
                <a:ext cx="464397" cy="666784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r>
                  <a:rPr lang="nl-BE" sz="1400">
                    <a:solidFill>
                      <a:schemeClr val="bg1"/>
                    </a:solidFill>
                    <a:latin typeface="+mj-lt"/>
                    <a:cs typeface="Arial" charset="0"/>
                  </a:rPr>
                  <a:t>S</a:t>
                </a:r>
                <a:endParaRPr lang="en-GB" sz="1400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68" name="Group 24">
              <a:extLst>
                <a:ext uri="{FF2B5EF4-FFF2-40B4-BE49-F238E27FC236}">
                  <a16:creationId xmlns:a16="http://schemas.microsoft.com/office/drawing/2014/main" id="{812447DA-79DB-7D11-B206-F17AFC9E9E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7984" y="3897341"/>
              <a:ext cx="2598905" cy="666716"/>
              <a:chOff x="3298809" y="854075"/>
              <a:chExt cx="2815843" cy="666750"/>
            </a:xfrm>
            <a:solidFill>
              <a:srgbClr val="C00000"/>
            </a:solidFill>
          </p:grpSpPr>
          <p:grpSp>
            <p:nvGrpSpPr>
              <p:cNvPr id="86" name="Group 3">
                <a:extLst>
                  <a:ext uri="{FF2B5EF4-FFF2-40B4-BE49-F238E27FC236}">
                    <a16:creationId xmlns:a16="http://schemas.microsoft.com/office/drawing/2014/main" id="{A32B60D4-BDC1-7DF2-7850-2FC078BAB3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98809" y="854075"/>
                <a:ext cx="1463524" cy="666750"/>
                <a:chOff x="188165" y="4127500"/>
                <a:chExt cx="1463503" cy="666750"/>
              </a:xfrm>
              <a:grpFill/>
            </p:grpSpPr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DEA27FAC-FD27-3D3F-2F85-6004612EF9A1}"/>
                    </a:ext>
                  </a:extLst>
                </p:cNvPr>
                <p:cNvSpPr/>
                <p:nvPr/>
              </p:nvSpPr>
              <p:spPr bwMode="auto">
                <a:xfrm>
                  <a:off x="193506" y="4127519"/>
                  <a:ext cx="466116" cy="666784"/>
                </a:xfrm>
                <a:prstGeom prst="cub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4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S</a:t>
                  </a:r>
                  <a:endParaRPr lang="en-GB" sz="14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529737A5-D0E5-8A96-8014-B25AA4CFBFC2}"/>
                    </a:ext>
                  </a:extLst>
                </p:cNvPr>
                <p:cNvSpPr/>
                <p:nvPr/>
              </p:nvSpPr>
              <p:spPr bwMode="auto">
                <a:xfrm>
                  <a:off x="527184" y="4127519"/>
                  <a:ext cx="466116" cy="666784"/>
                </a:xfrm>
                <a:prstGeom prst="cub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4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S</a:t>
                  </a:r>
                  <a:endParaRPr lang="en-GB" sz="14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BBEDF7A9-4252-3851-F97C-32800D9B7332}"/>
                    </a:ext>
                  </a:extLst>
                </p:cNvPr>
                <p:cNvSpPr/>
                <p:nvPr/>
              </p:nvSpPr>
              <p:spPr bwMode="auto">
                <a:xfrm>
                  <a:off x="859142" y="4127519"/>
                  <a:ext cx="466118" cy="666784"/>
                </a:xfrm>
                <a:prstGeom prst="cub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4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S</a:t>
                  </a:r>
                  <a:endParaRPr lang="en-GB" sz="14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178B8811-5FA2-2CCF-38F2-8677F8612333}"/>
                    </a:ext>
                  </a:extLst>
                </p:cNvPr>
                <p:cNvSpPr/>
                <p:nvPr/>
              </p:nvSpPr>
              <p:spPr bwMode="auto">
                <a:xfrm>
                  <a:off x="1192819" y="4127519"/>
                  <a:ext cx="464397" cy="666784"/>
                </a:xfrm>
                <a:prstGeom prst="cub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4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S</a:t>
                  </a:r>
                  <a:endParaRPr lang="en-GB" sz="14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</p:grpSp>
          <p:grpSp>
            <p:nvGrpSpPr>
              <p:cNvPr id="87" name="Group 4">
                <a:extLst>
                  <a:ext uri="{FF2B5EF4-FFF2-40B4-BE49-F238E27FC236}">
                    <a16:creationId xmlns:a16="http://schemas.microsoft.com/office/drawing/2014/main" id="{F66CE551-3A39-74E2-ACF0-A778BBF23F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51128" y="854075"/>
                <a:ext cx="1463524" cy="666750"/>
                <a:chOff x="188165" y="4127500"/>
                <a:chExt cx="1463503" cy="666750"/>
              </a:xfrm>
              <a:grpFill/>
            </p:grpSpPr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6ADA3D88-39C0-9AA7-9853-ED05155A7D16}"/>
                    </a:ext>
                  </a:extLst>
                </p:cNvPr>
                <p:cNvSpPr/>
                <p:nvPr/>
              </p:nvSpPr>
              <p:spPr bwMode="auto">
                <a:xfrm>
                  <a:off x="187957" y="4127519"/>
                  <a:ext cx="464397" cy="666784"/>
                </a:xfrm>
                <a:prstGeom prst="cub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4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S</a:t>
                  </a:r>
                  <a:endParaRPr lang="en-GB" sz="14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EA0B89AB-E987-3ABF-76D2-C10A076A1D5C}"/>
                    </a:ext>
                  </a:extLst>
                </p:cNvPr>
                <p:cNvSpPr/>
                <p:nvPr/>
              </p:nvSpPr>
              <p:spPr bwMode="auto">
                <a:xfrm>
                  <a:off x="521635" y="4127519"/>
                  <a:ext cx="464397" cy="666784"/>
                </a:xfrm>
                <a:prstGeom prst="cub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4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S</a:t>
                  </a:r>
                  <a:endParaRPr lang="en-GB" sz="14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4CEE3103-B35F-6648-63F6-7564B17260A6}"/>
                    </a:ext>
                  </a:extLst>
                </p:cNvPr>
                <p:cNvSpPr/>
                <p:nvPr/>
              </p:nvSpPr>
              <p:spPr bwMode="auto">
                <a:xfrm>
                  <a:off x="853593" y="4127519"/>
                  <a:ext cx="464397" cy="666784"/>
                </a:xfrm>
                <a:prstGeom prst="cub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4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S</a:t>
                  </a:r>
                  <a:endParaRPr lang="en-GB" sz="14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6BF2CB02-B5F6-0204-5A72-81A693B27C83}"/>
                    </a:ext>
                  </a:extLst>
                </p:cNvPr>
                <p:cNvSpPr/>
                <p:nvPr/>
              </p:nvSpPr>
              <p:spPr bwMode="auto">
                <a:xfrm>
                  <a:off x="1187271" y="4127519"/>
                  <a:ext cx="464397" cy="666784"/>
                </a:xfrm>
                <a:prstGeom prst="cub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 eaLnBrk="1" hangingPunct="1">
                    <a:defRPr/>
                  </a:pPr>
                  <a:r>
                    <a:rPr lang="nl-BE" sz="1400">
                      <a:solidFill>
                        <a:schemeClr val="bg1"/>
                      </a:solidFill>
                      <a:latin typeface="+mj-lt"/>
                      <a:cs typeface="Arial" charset="0"/>
                    </a:rPr>
                    <a:t>S</a:t>
                  </a:r>
                  <a:endParaRPr lang="en-GB" sz="1400">
                    <a:solidFill>
                      <a:schemeClr val="bg1"/>
                    </a:solidFill>
                    <a:latin typeface="+mj-lt"/>
                    <a:cs typeface="Arial" charset="0"/>
                  </a:endParaRPr>
                </a:p>
              </p:txBody>
            </p:sp>
          </p:grpSp>
        </p:grpSp>
      </p:grpSp>
      <p:grpSp>
        <p:nvGrpSpPr>
          <p:cNvPr id="15378" name="Group 120">
            <a:extLst>
              <a:ext uri="{FF2B5EF4-FFF2-40B4-BE49-F238E27FC236}">
                <a16:creationId xmlns:a16="http://schemas.microsoft.com/office/drawing/2014/main" id="{1B840709-A83C-2452-964A-04C0E0725F43}"/>
              </a:ext>
            </a:extLst>
          </p:cNvPr>
          <p:cNvGrpSpPr>
            <a:grpSpLocks/>
          </p:cNvGrpSpPr>
          <p:nvPr/>
        </p:nvGrpSpPr>
        <p:grpSpPr bwMode="auto">
          <a:xfrm>
            <a:off x="34925" y="1700213"/>
            <a:ext cx="8929688" cy="720725"/>
            <a:chOff x="35492" y="1699662"/>
            <a:chExt cx="8928697" cy="721777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16D77532-D5CE-29F4-842A-E7CC8023F7DD}"/>
                </a:ext>
              </a:extLst>
            </p:cNvPr>
            <p:cNvGrpSpPr/>
            <p:nvPr/>
          </p:nvGrpSpPr>
          <p:grpSpPr bwMode="auto">
            <a:xfrm>
              <a:off x="35492" y="1700213"/>
              <a:ext cx="117068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F3208E80-97A6-CDB0-A1D8-0AD6F38BF6C9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B3D74EBD-D7DD-569A-5F72-5A6E7369F582}"/>
                  </a:ext>
                </a:extLst>
              </p:cNvPr>
              <p:cNvSpPr txBox="1"/>
              <p:nvPr/>
            </p:nvSpPr>
            <p:spPr>
              <a:xfrm>
                <a:off x="1922321" y="2316376"/>
                <a:ext cx="1321223" cy="578031"/>
              </a:xfrm>
              <a:prstGeom prst="rect">
                <a:avLst/>
              </a:prstGeom>
              <a:grpFill/>
            </p:spPr>
            <p:txBody>
              <a:bodyPr lIns="0" rIns="0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Control field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F695F420-FD43-24E3-94BE-79331AF18882}"/>
                </a:ext>
              </a:extLst>
            </p:cNvPr>
            <p:cNvGrpSpPr/>
            <p:nvPr/>
          </p:nvGrpSpPr>
          <p:grpSpPr bwMode="auto">
            <a:xfrm>
              <a:off x="1078937" y="1700213"/>
              <a:ext cx="1573130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07DD1629-23C8-2DF4-CA3F-B5D2FF56B324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1BD2E507-1C0A-91F4-5A36-C239B68FF561}"/>
                  </a:ext>
                </a:extLst>
              </p:cNvPr>
              <p:cNvSpPr txBox="1"/>
              <p:nvPr/>
            </p:nvSpPr>
            <p:spPr>
              <a:xfrm>
                <a:off x="1920787" y="2316376"/>
                <a:ext cx="1407311" cy="578031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Source address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</a:t>
                </a:r>
                <a:endParaRPr lang="en-GB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E94558C6-34D2-1478-8162-46A421FFCAD4}"/>
                </a:ext>
              </a:extLst>
            </p:cNvPr>
            <p:cNvGrpSpPr/>
            <p:nvPr/>
          </p:nvGrpSpPr>
          <p:grpSpPr bwMode="auto">
            <a:xfrm>
              <a:off x="2526247" y="1699662"/>
              <a:ext cx="1528386" cy="721226"/>
              <a:chOff x="3559175" y="2051050"/>
              <a:chExt cx="1655763" cy="901700"/>
            </a:xfrm>
            <a:solidFill>
              <a:srgbClr val="369226"/>
            </a:solidFill>
          </p:grpSpPr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31A2F9EC-9C01-5ACA-D8BE-C36600A60444}"/>
                  </a:ext>
                </a:extLst>
              </p:cNvPr>
              <p:cNvSpPr/>
              <p:nvPr/>
            </p:nvSpPr>
            <p:spPr bwMode="auto">
              <a:xfrm>
                <a:off x="3559175" y="20510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06747FBA-378B-C669-EEDF-C31706488E90}"/>
                  </a:ext>
                </a:extLst>
              </p:cNvPr>
              <p:cNvSpPr txBox="1"/>
              <p:nvPr/>
            </p:nvSpPr>
            <p:spPr>
              <a:xfrm>
                <a:off x="3620301" y="2303677"/>
                <a:ext cx="1380582" cy="578031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Target address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 + 1 bit</a:t>
                </a:r>
                <a:endParaRPr lang="en-GB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F2D77388-5DA7-7350-8125-9A47135CBE56}"/>
                </a:ext>
              </a:extLst>
            </p:cNvPr>
            <p:cNvSpPr/>
            <p:nvPr/>
          </p:nvSpPr>
          <p:spPr bwMode="auto">
            <a:xfrm>
              <a:off x="3913325" y="1699662"/>
              <a:ext cx="1384146" cy="721777"/>
            </a:xfrm>
            <a:prstGeom prst="cube">
              <a:avLst/>
            </a:prstGeom>
            <a:solidFill>
              <a:srgbClr val="36922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r>
                <a:rPr lang="en-GB" sz="1200" b="1">
                  <a:solidFill>
                    <a:schemeClr val="bg1"/>
                  </a:solidFill>
                  <a:latin typeface="+mj-lt"/>
                  <a:cs typeface="Arial" charset="0"/>
                </a:rPr>
                <a:t>Routing counter 3 bit</a:t>
              </a: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B27FC045-5124-9D05-6277-14CF78944343}"/>
                </a:ext>
              </a:extLst>
            </p:cNvPr>
            <p:cNvGrpSpPr/>
            <p:nvPr/>
          </p:nvGrpSpPr>
          <p:grpSpPr bwMode="auto">
            <a:xfrm>
              <a:off x="5180207" y="1700213"/>
              <a:ext cx="105430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795ADA01-D68B-4E57-45D4-A8FB6AF95CBC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5F8E46EF-73E5-8651-3AA2-A0958A77CF7E}"/>
                  </a:ext>
                </a:extLst>
              </p:cNvPr>
              <p:cNvSpPr txBox="1"/>
              <p:nvPr/>
            </p:nvSpPr>
            <p:spPr>
              <a:xfrm>
                <a:off x="1930597" y="2316376"/>
                <a:ext cx="1254933" cy="577304"/>
              </a:xfrm>
              <a:prstGeom prst="rect">
                <a:avLst/>
              </a:prstGeom>
              <a:grpFill/>
            </p:spPr>
            <p:txBody>
              <a:bodyPr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Length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4 bit</a:t>
                </a:r>
                <a:endParaRPr lang="en-GB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80846BE6-5F4C-5699-AE73-F08EA9277014}"/>
                </a:ext>
              </a:extLst>
            </p:cNvPr>
            <p:cNvGrpSpPr/>
            <p:nvPr/>
          </p:nvGrpSpPr>
          <p:grpSpPr bwMode="auto">
            <a:xfrm>
              <a:off x="6117835" y="1699662"/>
              <a:ext cx="1626690" cy="721226"/>
              <a:chOff x="6332537" y="2038350"/>
              <a:chExt cx="1871266" cy="927100"/>
            </a:xfrm>
            <a:solidFill>
              <a:srgbClr val="369226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2AE80B86-16D3-E407-9D92-E11234A31E9D}"/>
                  </a:ext>
                </a:extLst>
              </p:cNvPr>
              <p:cNvSpPr/>
              <p:nvPr/>
            </p:nvSpPr>
            <p:spPr bwMode="auto">
              <a:xfrm>
                <a:off x="6332537" y="2038350"/>
                <a:ext cx="1871266" cy="9271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4EAB0978-3B95-5F8D-3C3B-773EC8B215C3}"/>
                  </a:ext>
                </a:extLst>
              </p:cNvPr>
              <p:cNvSpPr txBox="1"/>
              <p:nvPr/>
            </p:nvSpPr>
            <p:spPr>
              <a:xfrm>
                <a:off x="6343097" y="2298092"/>
                <a:ext cx="1619237" cy="594313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Useful data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Up to 16 x 1 byte</a:t>
                </a:r>
                <a:endParaRPr lang="nl-BE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77C60F71-F372-7297-8726-5F7A99351ED4}"/>
                </a:ext>
              </a:extLst>
            </p:cNvPr>
            <p:cNvGrpSpPr/>
            <p:nvPr/>
          </p:nvGrpSpPr>
          <p:grpSpPr bwMode="auto">
            <a:xfrm>
              <a:off x="7596349" y="1700213"/>
              <a:ext cx="1367840" cy="721226"/>
              <a:chOff x="1995729" y="2063750"/>
              <a:chExt cx="1655763" cy="901700"/>
            </a:xfrm>
            <a:solidFill>
              <a:srgbClr val="369226"/>
            </a:solidFill>
          </p:grpSpPr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632A6AEE-340D-B2D2-0C66-4F39BD07F81C}"/>
                  </a:ext>
                </a:extLst>
              </p:cNvPr>
              <p:cNvSpPr/>
              <p:nvPr/>
            </p:nvSpPr>
            <p:spPr bwMode="auto">
              <a:xfrm>
                <a:off x="1995729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024CE429-56F1-9E95-CE90-52653E75430F}"/>
                  </a:ext>
                </a:extLst>
              </p:cNvPr>
              <p:cNvSpPr txBox="1"/>
              <p:nvPr/>
            </p:nvSpPr>
            <p:spPr>
              <a:xfrm>
                <a:off x="2038053" y="2412309"/>
                <a:ext cx="1351957" cy="461843"/>
              </a:xfrm>
              <a:prstGeom prst="rect">
                <a:avLst/>
              </a:prstGeom>
              <a:grpFill/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Check byte</a:t>
                </a:r>
                <a:endParaRPr lang="nl-BE" sz="8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2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</p:grpSp>
      <p:pic>
        <p:nvPicPr>
          <p:cNvPr id="15379" name="Picture 2" descr="Z:\Icons, symbols\magnifying glass.png">
            <a:extLst>
              <a:ext uri="{FF2B5EF4-FFF2-40B4-BE49-F238E27FC236}">
                <a16:creationId xmlns:a16="http://schemas.microsoft.com/office/drawing/2014/main" id="{6F9E98AB-0F07-56B3-45F6-CDAC96EAB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1095888">
            <a:off x="2601913" y="1323975"/>
            <a:ext cx="2058987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80" name="Content Placeholder 1">
            <a:extLst>
              <a:ext uri="{FF2B5EF4-FFF2-40B4-BE49-F238E27FC236}">
                <a16:creationId xmlns:a16="http://schemas.microsoft.com/office/drawing/2014/main" id="{F45DA2E1-6C0A-3411-0153-FC12AFCAD3AD}"/>
              </a:ext>
            </a:extLst>
          </p:cNvPr>
          <p:cNvSpPr txBox="1">
            <a:spLocks noGrp="1"/>
          </p:cNvSpPr>
          <p:nvPr>
            <p:ph idx="1"/>
          </p:nvPr>
        </p:nvSpPr>
        <p:spPr bwMode="auto">
          <a:xfrm>
            <a:off x="5867400" y="2541588"/>
            <a:ext cx="3276600" cy="391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DE" altLang="en-US" sz="1600" dirty="0"/>
              <a:t>Target </a:t>
            </a:r>
            <a:r>
              <a:rPr lang="de-DE" altLang="en-US" sz="1600" dirty="0" err="1"/>
              <a:t>address</a:t>
            </a:r>
            <a:endParaRPr lang="de-DE" altLang="en-US" sz="1600" dirty="0"/>
          </a:p>
          <a:p>
            <a:pPr lvl="1"/>
            <a:r>
              <a:rPr lang="de-DE" altLang="en-US" sz="1200" dirty="0" err="1"/>
              <a:t>Normally</a:t>
            </a:r>
            <a:r>
              <a:rPr lang="de-DE" altLang="en-US" sz="1200" dirty="0"/>
              <a:t> a </a:t>
            </a:r>
            <a:r>
              <a:rPr lang="de-DE" altLang="en-US" sz="1200" dirty="0" err="1"/>
              <a:t>group</a:t>
            </a:r>
            <a:r>
              <a:rPr lang="de-DE" altLang="en-US" sz="1200" dirty="0"/>
              <a:t> </a:t>
            </a:r>
            <a:r>
              <a:rPr lang="de-DE" altLang="en-US" sz="1200" dirty="0" err="1"/>
              <a:t>address</a:t>
            </a:r>
            <a:endParaRPr lang="de-DE" altLang="en-US" sz="1200" dirty="0"/>
          </a:p>
          <a:p>
            <a:pPr lvl="1"/>
            <a:r>
              <a:rPr lang="de-DE" altLang="en-US" sz="1200" dirty="0"/>
              <a:t>Bit after </a:t>
            </a:r>
            <a:r>
              <a:rPr lang="de-DE" altLang="en-US" sz="1200" dirty="0" err="1"/>
              <a:t>target</a:t>
            </a:r>
            <a:r>
              <a:rPr lang="de-DE" altLang="en-US" sz="1200" dirty="0"/>
              <a:t> </a:t>
            </a:r>
            <a:r>
              <a:rPr lang="de-DE" altLang="en-US" sz="1200" dirty="0" err="1"/>
              <a:t>address</a:t>
            </a:r>
            <a:r>
              <a:rPr lang="de-DE" altLang="en-US" sz="1200" dirty="0"/>
              <a:t> </a:t>
            </a:r>
            <a:r>
              <a:rPr lang="de-DE" altLang="en-US" sz="1200" dirty="0" err="1"/>
              <a:t>defines</a:t>
            </a:r>
            <a:r>
              <a:rPr lang="de-DE" altLang="en-US" sz="1200" dirty="0"/>
              <a:t> </a:t>
            </a:r>
            <a:r>
              <a:rPr lang="de-DE" altLang="en-US" sz="1200" dirty="0" err="1"/>
              <a:t>the</a:t>
            </a:r>
            <a:r>
              <a:rPr lang="de-DE" altLang="en-US" sz="1200" dirty="0"/>
              <a:t> type of </a:t>
            </a:r>
            <a:r>
              <a:rPr lang="de-DE" altLang="en-US" sz="1200" dirty="0" err="1"/>
              <a:t>the</a:t>
            </a:r>
            <a:r>
              <a:rPr lang="de-DE" altLang="en-US" sz="1200" dirty="0"/>
              <a:t> </a:t>
            </a:r>
            <a:r>
              <a:rPr lang="de-DE" altLang="en-US" sz="1200" dirty="0" err="1"/>
              <a:t>target</a:t>
            </a:r>
            <a:r>
              <a:rPr lang="de-DE" altLang="en-US" sz="1200" dirty="0"/>
              <a:t> </a:t>
            </a:r>
            <a:r>
              <a:rPr lang="de-DE" altLang="en-US" sz="1200" dirty="0" err="1"/>
              <a:t>address</a:t>
            </a:r>
            <a:endParaRPr lang="de-DE" altLang="en-US" sz="1200" dirty="0"/>
          </a:p>
          <a:p>
            <a:pPr lvl="1"/>
            <a:r>
              <a:rPr lang="de-DE" altLang="en-US" sz="1200" dirty="0" err="1"/>
              <a:t>Determines</a:t>
            </a:r>
            <a:r>
              <a:rPr lang="de-DE" altLang="en-US" sz="1200" dirty="0"/>
              <a:t> </a:t>
            </a:r>
            <a:r>
              <a:rPr lang="de-DE" altLang="en-US" sz="1200" dirty="0" err="1"/>
              <a:t>which</a:t>
            </a:r>
            <a:r>
              <a:rPr lang="de-DE" altLang="en-US" sz="1200" dirty="0"/>
              <a:t> </a:t>
            </a:r>
            <a:r>
              <a:rPr lang="de-DE" altLang="en-US" sz="1200" dirty="0" err="1"/>
              <a:t>devices</a:t>
            </a:r>
            <a:r>
              <a:rPr lang="de-DE" altLang="en-US" sz="1200" dirty="0"/>
              <a:t> </a:t>
            </a:r>
            <a:r>
              <a:rPr lang="de-DE" altLang="en-US" sz="1200" dirty="0" err="1"/>
              <a:t>shall</a:t>
            </a:r>
            <a:r>
              <a:rPr lang="de-DE" altLang="en-US" sz="1200" dirty="0"/>
              <a:t> </a:t>
            </a:r>
            <a:r>
              <a:rPr lang="de-DE" altLang="en-US" sz="1200" dirty="0" err="1"/>
              <a:t>react</a:t>
            </a:r>
            <a:r>
              <a:rPr lang="de-DE" altLang="en-US" sz="1200" dirty="0"/>
              <a:t> </a:t>
            </a:r>
            <a:r>
              <a:rPr lang="de-DE" altLang="en-US" sz="1200" dirty="0" err="1"/>
              <a:t>to</a:t>
            </a:r>
            <a:r>
              <a:rPr lang="de-DE" altLang="en-US" sz="1200" dirty="0"/>
              <a:t> </a:t>
            </a:r>
            <a:r>
              <a:rPr lang="de-DE" altLang="en-US" sz="1200" dirty="0" err="1"/>
              <a:t>the</a:t>
            </a:r>
            <a:r>
              <a:rPr lang="de-DE" altLang="en-US" sz="1200" dirty="0"/>
              <a:t> </a:t>
            </a:r>
            <a:r>
              <a:rPr lang="de-DE" altLang="en-US" sz="1200" dirty="0" err="1"/>
              <a:t>telegram</a:t>
            </a:r>
            <a:endParaRPr lang="de-DE" altLang="en-US" sz="1200" dirty="0"/>
          </a:p>
          <a:p>
            <a:pPr lvl="1"/>
            <a:r>
              <a:rPr lang="de-DE" altLang="en-US" sz="1200" dirty="0"/>
              <a:t>With </a:t>
            </a:r>
            <a:r>
              <a:rPr lang="de-DE" altLang="en-US" sz="1200" dirty="0" err="1"/>
              <a:t>one</a:t>
            </a:r>
            <a:r>
              <a:rPr lang="de-DE" altLang="en-US" sz="1200" dirty="0"/>
              <a:t> </a:t>
            </a:r>
            <a:r>
              <a:rPr lang="de-DE" altLang="en-US" sz="1200" dirty="0" err="1"/>
              <a:t>group</a:t>
            </a:r>
            <a:r>
              <a:rPr lang="de-DE" altLang="en-US" sz="1200" dirty="0"/>
              <a:t> </a:t>
            </a:r>
            <a:r>
              <a:rPr lang="de-DE" altLang="en-US" sz="1200" dirty="0" err="1"/>
              <a:t>address</a:t>
            </a:r>
            <a:r>
              <a:rPr lang="de-DE" altLang="en-US" sz="1200" dirty="0"/>
              <a:t> </a:t>
            </a:r>
            <a:r>
              <a:rPr lang="de-DE" altLang="en-US" sz="1200" dirty="0" err="1"/>
              <a:t>one</a:t>
            </a:r>
            <a:r>
              <a:rPr lang="de-DE" altLang="en-US" sz="1200" dirty="0"/>
              <a:t> </a:t>
            </a:r>
            <a:r>
              <a:rPr lang="de-DE" altLang="en-US" sz="1200" dirty="0" err="1"/>
              <a:t>or</a:t>
            </a:r>
            <a:r>
              <a:rPr lang="de-DE" altLang="en-US" sz="1200" dirty="0"/>
              <a:t> </a:t>
            </a:r>
            <a:r>
              <a:rPr lang="de-DE" altLang="en-US" sz="1200" dirty="0" err="1"/>
              <a:t>more</a:t>
            </a:r>
            <a:r>
              <a:rPr lang="de-DE" altLang="en-US" sz="1200" dirty="0"/>
              <a:t> DVCs </a:t>
            </a:r>
            <a:r>
              <a:rPr lang="de-DE" altLang="en-US" sz="1200" dirty="0" err="1"/>
              <a:t>can</a:t>
            </a:r>
            <a:r>
              <a:rPr lang="de-DE" altLang="en-US" sz="1200" dirty="0"/>
              <a:t> </a:t>
            </a:r>
            <a:r>
              <a:rPr lang="de-DE" altLang="en-US" sz="1200" dirty="0" err="1"/>
              <a:t>be</a:t>
            </a:r>
            <a:r>
              <a:rPr lang="de-DE" altLang="en-US" sz="1200" dirty="0"/>
              <a:t> </a:t>
            </a:r>
            <a:r>
              <a:rPr lang="de-DE" altLang="en-US" sz="1200" dirty="0" err="1"/>
              <a:t>addressed</a:t>
            </a:r>
            <a:r>
              <a:rPr lang="de-DE" altLang="en-US" sz="1200" dirty="0"/>
              <a:t> at </a:t>
            </a:r>
            <a:r>
              <a:rPr lang="de-DE" altLang="en-US" sz="1200" dirty="0" err="1"/>
              <a:t>the</a:t>
            </a:r>
            <a:r>
              <a:rPr lang="de-DE" altLang="en-US" sz="1200" dirty="0"/>
              <a:t> same time</a:t>
            </a:r>
          </a:p>
          <a:p>
            <a:r>
              <a:rPr lang="de-DE" altLang="en-US" sz="1600" dirty="0"/>
              <a:t>Classification in </a:t>
            </a:r>
            <a:r>
              <a:rPr lang="de-DE" altLang="en-US" sz="1600" dirty="0" err="1"/>
              <a:t>levels</a:t>
            </a:r>
            <a:endParaRPr lang="de-DE" altLang="en-US" sz="1600" dirty="0"/>
          </a:p>
          <a:p>
            <a:pPr lvl="1"/>
            <a:r>
              <a:rPr lang="de-DE" altLang="en-US" sz="1200" dirty="0" err="1"/>
              <a:t>For</a:t>
            </a:r>
            <a:r>
              <a:rPr lang="de-DE" altLang="en-US" sz="1200" dirty="0"/>
              <a:t> a </a:t>
            </a:r>
            <a:r>
              <a:rPr lang="de-DE" altLang="en-US" sz="1200" dirty="0" err="1"/>
              <a:t>better</a:t>
            </a:r>
            <a:r>
              <a:rPr lang="de-DE" altLang="en-US" sz="1200" dirty="0"/>
              <a:t> </a:t>
            </a:r>
            <a:r>
              <a:rPr lang="de-DE" altLang="en-US" sz="1200" dirty="0" err="1"/>
              <a:t>visual</a:t>
            </a:r>
            <a:r>
              <a:rPr lang="de-DE" altLang="en-US" sz="1200" dirty="0"/>
              <a:t> </a:t>
            </a:r>
            <a:r>
              <a:rPr lang="de-DE" altLang="en-US" sz="1200" dirty="0" err="1"/>
              <a:t>representation</a:t>
            </a:r>
            <a:r>
              <a:rPr lang="de-DE" altLang="en-US" sz="1200" dirty="0"/>
              <a:t> in ETS</a:t>
            </a:r>
          </a:p>
          <a:p>
            <a:pPr lvl="1"/>
            <a:r>
              <a:rPr lang="de-DE" altLang="en-US" sz="1200" dirty="0"/>
              <a:t>Group </a:t>
            </a:r>
            <a:r>
              <a:rPr lang="de-DE" altLang="en-US" sz="1200" dirty="0" err="1"/>
              <a:t>addresses</a:t>
            </a:r>
            <a:r>
              <a:rPr lang="de-DE" altLang="en-US" sz="1200" dirty="0"/>
              <a:t> </a:t>
            </a:r>
            <a:r>
              <a:rPr lang="de-DE" altLang="en-US" sz="1200" dirty="0" err="1"/>
              <a:t>are</a:t>
            </a:r>
            <a:r>
              <a:rPr lang="de-DE" altLang="en-US" sz="1200" dirty="0"/>
              <a:t> </a:t>
            </a:r>
            <a:r>
              <a:rPr lang="de-DE" altLang="en-US" sz="1200" dirty="0" err="1"/>
              <a:t>always</a:t>
            </a:r>
            <a:r>
              <a:rPr lang="de-DE" altLang="en-US" sz="1200" dirty="0"/>
              <a:t> </a:t>
            </a:r>
            <a:r>
              <a:rPr lang="de-DE" altLang="en-US" sz="1200" dirty="0" err="1"/>
              <a:t>stored</a:t>
            </a:r>
            <a:r>
              <a:rPr lang="de-DE" altLang="en-US" sz="1200" dirty="0"/>
              <a:t> in </a:t>
            </a:r>
            <a:r>
              <a:rPr lang="de-DE" altLang="en-US" sz="1200" dirty="0" err="1"/>
              <a:t>binary</a:t>
            </a:r>
            <a:r>
              <a:rPr lang="de-DE" altLang="en-US" sz="1200" dirty="0"/>
              <a:t> </a:t>
            </a:r>
            <a:r>
              <a:rPr lang="de-DE" altLang="en-US" sz="1200" dirty="0" err="1"/>
              <a:t>format</a:t>
            </a:r>
            <a:r>
              <a:rPr lang="de-DE" altLang="en-US" sz="1200" dirty="0"/>
              <a:t> in </a:t>
            </a:r>
            <a:r>
              <a:rPr lang="de-DE" altLang="en-US" sz="1200" dirty="0" err="1"/>
              <a:t>devices</a:t>
            </a:r>
            <a:endParaRPr lang="de-DE" altLang="en-US" sz="1200" dirty="0"/>
          </a:p>
          <a:p>
            <a:pPr lvl="1"/>
            <a:endParaRPr lang="de-DE" altLang="en-US" sz="1200" dirty="0"/>
          </a:p>
        </p:txBody>
      </p:sp>
      <p:sp>
        <p:nvSpPr>
          <p:cNvPr id="15381" name="TextBox 1">
            <a:extLst>
              <a:ext uri="{FF2B5EF4-FFF2-40B4-BE49-F238E27FC236}">
                <a16:creationId xmlns:a16="http://schemas.microsoft.com/office/drawing/2014/main" id="{36242BE9-804F-0B95-9B59-54C10B209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7775" y="2924175"/>
            <a:ext cx="20796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nl-BE" altLang="en-US" sz="3200"/>
              <a:t>/</a:t>
            </a:r>
            <a:endParaRPr lang="en-GB" altLang="en-US" sz="3200"/>
          </a:p>
        </p:txBody>
      </p:sp>
      <p:sp>
        <p:nvSpPr>
          <p:cNvPr id="15382" name="TextBox 100">
            <a:extLst>
              <a:ext uri="{FF2B5EF4-FFF2-40B4-BE49-F238E27FC236}">
                <a16:creationId xmlns:a16="http://schemas.microsoft.com/office/drawing/2014/main" id="{068C0D91-4783-2786-3755-E319CE983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688" y="2916238"/>
            <a:ext cx="2095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nl-BE" altLang="en-US" sz="3200"/>
              <a:t>/</a:t>
            </a:r>
            <a:endParaRPr lang="en-GB" altLang="en-US" sz="3200"/>
          </a:p>
        </p:txBody>
      </p:sp>
      <p:sp>
        <p:nvSpPr>
          <p:cNvPr id="15383" name="TextBox 101">
            <a:extLst>
              <a:ext uri="{FF2B5EF4-FFF2-40B4-BE49-F238E27FC236}">
                <a16:creationId xmlns:a16="http://schemas.microsoft.com/office/drawing/2014/main" id="{4D1E4A3A-72F2-B3EE-5202-4DBAEEAD4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5613" y="4076700"/>
            <a:ext cx="20796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nl-BE" altLang="en-US" sz="3200"/>
              <a:t>/</a:t>
            </a:r>
            <a:endParaRPr lang="en-GB" altLang="en-US"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2">
            <a:extLst>
              <a:ext uri="{FF2B5EF4-FFF2-40B4-BE49-F238E27FC236}">
                <a16:creationId xmlns:a16="http://schemas.microsoft.com/office/drawing/2014/main" id="{583AD845-D427-DC8E-E68B-D37286E72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620713"/>
            <a:ext cx="6985000" cy="503237"/>
          </a:xfrm>
          <a:ln/>
        </p:spPr>
        <p:txBody>
          <a:bodyPr/>
          <a:lstStyle/>
          <a:p>
            <a:pPr eaLnBrk="1" hangingPunct="1"/>
            <a:r>
              <a:rPr lang="nl-BE" altLang="nl-BE"/>
              <a:t>Check byte</a:t>
            </a:r>
            <a:endParaRPr lang="en-GB" altLang="nl-BE"/>
          </a:p>
        </p:txBody>
      </p:sp>
      <p:grpSp>
        <p:nvGrpSpPr>
          <p:cNvPr id="16387" name="Group 120">
            <a:extLst>
              <a:ext uri="{FF2B5EF4-FFF2-40B4-BE49-F238E27FC236}">
                <a16:creationId xmlns:a16="http://schemas.microsoft.com/office/drawing/2014/main" id="{811011C2-5BD8-DC0D-90FB-7C994AFE5A3C}"/>
              </a:ext>
            </a:extLst>
          </p:cNvPr>
          <p:cNvGrpSpPr>
            <a:grpSpLocks/>
          </p:cNvGrpSpPr>
          <p:nvPr/>
        </p:nvGrpSpPr>
        <p:grpSpPr bwMode="auto">
          <a:xfrm>
            <a:off x="34925" y="1412875"/>
            <a:ext cx="8929688" cy="720725"/>
            <a:chOff x="35492" y="1699662"/>
            <a:chExt cx="8928697" cy="721777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9E085572-22B2-DCA8-9440-A83043EF56CE}"/>
                </a:ext>
              </a:extLst>
            </p:cNvPr>
            <p:cNvGrpSpPr/>
            <p:nvPr/>
          </p:nvGrpSpPr>
          <p:grpSpPr bwMode="auto">
            <a:xfrm>
              <a:off x="35492" y="1700213"/>
              <a:ext cx="117068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5F3CE3EA-D449-B905-CF79-79895ABA9447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36CB1920-6AF3-5A7B-0A5A-6192854AEF88}"/>
                  </a:ext>
                </a:extLst>
              </p:cNvPr>
              <p:cNvSpPr txBox="1"/>
              <p:nvPr/>
            </p:nvSpPr>
            <p:spPr>
              <a:xfrm>
                <a:off x="1922321" y="2316376"/>
                <a:ext cx="1321223" cy="578031"/>
              </a:xfrm>
              <a:prstGeom prst="rect">
                <a:avLst/>
              </a:prstGeom>
              <a:grpFill/>
            </p:spPr>
            <p:txBody>
              <a:bodyPr lIns="0" rIns="0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Control field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84BB576B-CB3D-5E74-3C84-2C80B19648CE}"/>
                </a:ext>
              </a:extLst>
            </p:cNvPr>
            <p:cNvGrpSpPr/>
            <p:nvPr/>
          </p:nvGrpSpPr>
          <p:grpSpPr bwMode="auto">
            <a:xfrm>
              <a:off x="1078937" y="1700213"/>
              <a:ext cx="1573130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F6F0F07A-244C-4E08-C2A0-2F168A47DF9E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430E71CD-1D37-2189-94DB-6447FB6DB7A2}"/>
                  </a:ext>
                </a:extLst>
              </p:cNvPr>
              <p:cNvSpPr txBox="1"/>
              <p:nvPr/>
            </p:nvSpPr>
            <p:spPr>
              <a:xfrm>
                <a:off x="1920787" y="2316376"/>
                <a:ext cx="1407311" cy="578031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Source address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</a:t>
                </a:r>
                <a:endParaRPr lang="en-GB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58C61A26-35B1-B4FD-C8AF-4098EFD7BA3F}"/>
                </a:ext>
              </a:extLst>
            </p:cNvPr>
            <p:cNvGrpSpPr/>
            <p:nvPr/>
          </p:nvGrpSpPr>
          <p:grpSpPr bwMode="auto">
            <a:xfrm>
              <a:off x="2526247" y="1699662"/>
              <a:ext cx="1528386" cy="721226"/>
              <a:chOff x="3559175" y="2051050"/>
              <a:chExt cx="1655763" cy="901700"/>
            </a:xfrm>
            <a:solidFill>
              <a:srgbClr val="369226"/>
            </a:solidFill>
          </p:grpSpPr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53A8F823-0421-D12B-9FEF-97A8E48925CC}"/>
                  </a:ext>
                </a:extLst>
              </p:cNvPr>
              <p:cNvSpPr/>
              <p:nvPr/>
            </p:nvSpPr>
            <p:spPr bwMode="auto">
              <a:xfrm>
                <a:off x="3559175" y="20510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80D2667B-3F39-F801-F82F-7F5667EF3C01}"/>
                  </a:ext>
                </a:extLst>
              </p:cNvPr>
              <p:cNvSpPr txBox="1"/>
              <p:nvPr/>
            </p:nvSpPr>
            <p:spPr>
              <a:xfrm>
                <a:off x="3620301" y="2303677"/>
                <a:ext cx="1380582" cy="578031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Target address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2 byte + 1 bit</a:t>
                </a:r>
                <a:endParaRPr lang="en-GB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21C5ABB4-6DF5-2DE7-9A9E-E9021037B1F4}"/>
                </a:ext>
              </a:extLst>
            </p:cNvPr>
            <p:cNvSpPr/>
            <p:nvPr/>
          </p:nvSpPr>
          <p:spPr bwMode="auto">
            <a:xfrm>
              <a:off x="3913325" y="1699662"/>
              <a:ext cx="1384146" cy="721777"/>
            </a:xfrm>
            <a:prstGeom prst="cube">
              <a:avLst/>
            </a:prstGeom>
            <a:solidFill>
              <a:srgbClr val="36922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r>
                <a:rPr lang="en-GB" sz="1200" b="1">
                  <a:solidFill>
                    <a:schemeClr val="bg1"/>
                  </a:solidFill>
                  <a:latin typeface="+mj-lt"/>
                  <a:cs typeface="Arial" charset="0"/>
                </a:rPr>
                <a:t>Routing counter 3 bit</a:t>
              </a: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C50B4618-9201-024B-53FB-64512AF9B742}"/>
                </a:ext>
              </a:extLst>
            </p:cNvPr>
            <p:cNvGrpSpPr/>
            <p:nvPr/>
          </p:nvGrpSpPr>
          <p:grpSpPr bwMode="auto">
            <a:xfrm>
              <a:off x="5180207" y="1700213"/>
              <a:ext cx="1054302" cy="721226"/>
              <a:chOff x="1903412" y="2063750"/>
              <a:chExt cx="1655763" cy="901700"/>
            </a:xfrm>
            <a:solidFill>
              <a:srgbClr val="369226"/>
            </a:solidFill>
          </p:grpSpPr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424F50F2-F670-F79C-BFF7-4DB8BE1DD543}"/>
                  </a:ext>
                </a:extLst>
              </p:cNvPr>
              <p:cNvSpPr/>
              <p:nvPr/>
            </p:nvSpPr>
            <p:spPr bwMode="auto">
              <a:xfrm>
                <a:off x="1903412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A311DC94-7FCE-A777-0173-74C8A761BFD8}"/>
                  </a:ext>
                </a:extLst>
              </p:cNvPr>
              <p:cNvSpPr txBox="1"/>
              <p:nvPr/>
            </p:nvSpPr>
            <p:spPr>
              <a:xfrm>
                <a:off x="1930597" y="2316376"/>
                <a:ext cx="1254933" cy="577304"/>
              </a:xfrm>
              <a:prstGeom prst="rect">
                <a:avLst/>
              </a:prstGeom>
              <a:grpFill/>
            </p:spPr>
            <p:txBody>
              <a:bodyPr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Length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4 bit</a:t>
                </a:r>
                <a:endParaRPr lang="en-GB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372D8A3F-28B4-534B-145A-8EFE7244A995}"/>
                </a:ext>
              </a:extLst>
            </p:cNvPr>
            <p:cNvGrpSpPr/>
            <p:nvPr/>
          </p:nvGrpSpPr>
          <p:grpSpPr bwMode="auto">
            <a:xfrm>
              <a:off x="6117835" y="1699662"/>
              <a:ext cx="1626690" cy="721226"/>
              <a:chOff x="6332537" y="2038350"/>
              <a:chExt cx="1871266" cy="927100"/>
            </a:xfrm>
            <a:solidFill>
              <a:srgbClr val="369226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B72895F5-BC60-6572-223F-F1785B50E062}"/>
                  </a:ext>
                </a:extLst>
              </p:cNvPr>
              <p:cNvSpPr/>
              <p:nvPr/>
            </p:nvSpPr>
            <p:spPr bwMode="auto">
              <a:xfrm>
                <a:off x="6332537" y="2038350"/>
                <a:ext cx="1871266" cy="9271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7EF1D184-85E4-0C15-4413-432E5413E874}"/>
                  </a:ext>
                </a:extLst>
              </p:cNvPr>
              <p:cNvSpPr txBox="1"/>
              <p:nvPr/>
            </p:nvSpPr>
            <p:spPr>
              <a:xfrm>
                <a:off x="6343097" y="2298092"/>
                <a:ext cx="1619237" cy="594313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Useful data</a:t>
                </a: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Up to 16 x 1 byte</a:t>
                </a:r>
                <a:endParaRPr lang="nl-BE" sz="13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AD2942F9-4E4E-B6DB-62AE-334FB9C99DA9}"/>
                </a:ext>
              </a:extLst>
            </p:cNvPr>
            <p:cNvGrpSpPr/>
            <p:nvPr/>
          </p:nvGrpSpPr>
          <p:grpSpPr bwMode="auto">
            <a:xfrm>
              <a:off x="7596349" y="1700213"/>
              <a:ext cx="1367840" cy="721226"/>
              <a:chOff x="1995729" y="2063750"/>
              <a:chExt cx="1655763" cy="901700"/>
            </a:xfrm>
            <a:solidFill>
              <a:srgbClr val="369226"/>
            </a:solidFill>
          </p:grpSpPr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0DBB0DB9-3E2D-3476-CD67-BC86B361134F}"/>
                  </a:ext>
                </a:extLst>
              </p:cNvPr>
              <p:cNvSpPr/>
              <p:nvPr/>
            </p:nvSpPr>
            <p:spPr bwMode="auto">
              <a:xfrm>
                <a:off x="1995729" y="2063750"/>
                <a:ext cx="1655763" cy="901700"/>
              </a:xfrm>
              <a:prstGeom prst="cub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 eaLnBrk="1" hangingPunct="1">
                  <a:defRPr/>
                </a:pPr>
                <a:endParaRPr lang="en-GB">
                  <a:latin typeface="+mj-lt"/>
                  <a:cs typeface="Arial" charset="0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47F0A42-8133-25F6-5E3C-34895345FA1F}"/>
                  </a:ext>
                </a:extLst>
              </p:cNvPr>
              <p:cNvSpPr txBox="1"/>
              <p:nvPr/>
            </p:nvSpPr>
            <p:spPr>
              <a:xfrm>
                <a:off x="2038053" y="2412309"/>
                <a:ext cx="1351957" cy="461843"/>
              </a:xfrm>
              <a:prstGeom prst="rect">
                <a:avLst/>
              </a:prstGeom>
              <a:grpFill/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Check byte</a:t>
                </a:r>
                <a:endParaRPr lang="nl-BE" sz="8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  <a:p>
                <a:pPr algn="ctr" eaLnBrk="1" hangingPunct="1">
                  <a:defRPr/>
                </a:pPr>
                <a:r>
                  <a:rPr lang="nl-BE" sz="1200" b="1">
                    <a:solidFill>
                      <a:schemeClr val="bg1"/>
                    </a:solidFill>
                    <a:latin typeface="+mj-lt"/>
                    <a:cs typeface="Arial" charset="0"/>
                  </a:rPr>
                  <a:t>1 byte</a:t>
                </a:r>
                <a:endParaRPr lang="en-GB" sz="1200" b="1">
                  <a:solidFill>
                    <a:schemeClr val="bg1"/>
                  </a:solidFill>
                  <a:latin typeface="+mj-lt"/>
                  <a:cs typeface="Arial" charset="0"/>
                </a:endParaRPr>
              </a:p>
            </p:txBody>
          </p:sp>
        </p:grpSp>
      </p:grpSp>
      <p:sp>
        <p:nvSpPr>
          <p:cNvPr id="104" name="Content Placeholder 1">
            <a:extLst>
              <a:ext uri="{FF2B5EF4-FFF2-40B4-BE49-F238E27FC236}">
                <a16:creationId xmlns:a16="http://schemas.microsoft.com/office/drawing/2014/main" id="{55FC5CF6-E2AE-96B2-DD00-237B1DE76211}"/>
              </a:ext>
            </a:extLst>
          </p:cNvPr>
          <p:cNvSpPr txBox="1">
            <a:spLocks/>
          </p:cNvSpPr>
          <p:nvPr/>
        </p:nvSpPr>
        <p:spPr>
          <a:xfrm>
            <a:off x="69850" y="3789363"/>
            <a:ext cx="2917825" cy="255587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eaLnBrk="1" hangingPunct="1">
              <a:defRPr/>
            </a:pPr>
            <a:r>
              <a:rPr lang="de-DE" altLang="en-US" sz="1600" kern="0"/>
              <a:t>D0 – D7</a:t>
            </a:r>
          </a:p>
          <a:p>
            <a:pPr lvl="1" eaLnBrk="1" hangingPunct="1">
              <a:defRPr/>
            </a:pPr>
            <a:r>
              <a:rPr lang="de-DE" altLang="en-US" sz="1200" kern="0"/>
              <a:t>Data bits of the 8 bit blocks</a:t>
            </a:r>
          </a:p>
          <a:p>
            <a:pPr eaLnBrk="1" hangingPunct="1">
              <a:defRPr/>
            </a:pPr>
            <a:r>
              <a:rPr lang="de-DE" altLang="en-US" sz="1600" kern="0"/>
              <a:t>S0 – S7</a:t>
            </a:r>
          </a:p>
          <a:p>
            <a:pPr lvl="1" eaLnBrk="1" hangingPunct="1">
              <a:defRPr/>
            </a:pPr>
            <a:r>
              <a:rPr lang="de-DE" altLang="en-US" sz="1200" kern="0"/>
              <a:t>Bits of the check byte block (odd parity)</a:t>
            </a:r>
          </a:p>
          <a:p>
            <a:pPr eaLnBrk="1" hangingPunct="1">
              <a:defRPr/>
            </a:pPr>
            <a:r>
              <a:rPr lang="de-DE" altLang="en-US" sz="1600" kern="0"/>
              <a:t>P</a:t>
            </a:r>
          </a:p>
          <a:p>
            <a:pPr lvl="1" eaLnBrk="1" hangingPunct="1">
              <a:defRPr/>
            </a:pPr>
            <a:r>
              <a:rPr lang="de-DE" altLang="en-US" sz="1200" kern="0"/>
              <a:t>Parity bit across character (even parity)</a:t>
            </a:r>
          </a:p>
          <a:p>
            <a:pPr lvl="1" eaLnBrk="1" hangingPunct="1">
              <a:defRPr/>
            </a:pPr>
            <a:endParaRPr lang="de-DE" altLang="en-US" sz="1200" kern="0"/>
          </a:p>
        </p:txBody>
      </p:sp>
      <p:pic>
        <p:nvPicPr>
          <p:cNvPr id="16389" name="Picture 2" descr="Z:\Icons, symbols\magnifying glass.png">
            <a:extLst>
              <a:ext uri="{FF2B5EF4-FFF2-40B4-BE49-F238E27FC236}">
                <a16:creationId xmlns:a16="http://schemas.microsoft.com/office/drawing/2014/main" id="{DFBF0BEA-79F9-AEBD-56B9-EFA5F98C5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953229">
            <a:off x="6822281" y="1223169"/>
            <a:ext cx="2125663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90" name="Group 2">
            <a:extLst>
              <a:ext uri="{FF2B5EF4-FFF2-40B4-BE49-F238E27FC236}">
                <a16:creationId xmlns:a16="http://schemas.microsoft.com/office/drawing/2014/main" id="{39AD7904-44F0-ACD4-70E2-BAFA1B798945}"/>
              </a:ext>
            </a:extLst>
          </p:cNvPr>
          <p:cNvGrpSpPr>
            <a:grpSpLocks/>
          </p:cNvGrpSpPr>
          <p:nvPr/>
        </p:nvGrpSpPr>
        <p:grpSpPr bwMode="auto">
          <a:xfrm>
            <a:off x="2987675" y="2276475"/>
            <a:ext cx="5832475" cy="4287838"/>
            <a:chOff x="323552" y="2112963"/>
            <a:chExt cx="5832624" cy="4287837"/>
          </a:xfrm>
        </p:grpSpPr>
        <p:sp>
          <p:nvSpPr>
            <p:cNvPr id="16391" name="TextBox 154">
              <a:extLst>
                <a:ext uri="{FF2B5EF4-FFF2-40B4-BE49-F238E27FC236}">
                  <a16:creationId xmlns:a16="http://schemas.microsoft.com/office/drawing/2014/main" id="{59DB6907-7D07-B1DA-AA19-60F0727A1E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9700" y="4500563"/>
              <a:ext cx="576263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nl-BE" altLang="nl-BE" sz="3200" b="1">
                  <a:solidFill>
                    <a:srgbClr val="000000"/>
                  </a:solidFill>
                </a:rPr>
                <a:t>=</a:t>
              </a:r>
              <a:endParaRPr lang="en-GB" altLang="nl-BE" sz="3200" b="1">
                <a:solidFill>
                  <a:srgbClr val="000000"/>
                </a:solidFill>
              </a:endParaRPr>
            </a:p>
          </p:txBody>
        </p:sp>
        <p:sp>
          <p:nvSpPr>
            <p:cNvPr id="16392" name="TextBox 155">
              <a:extLst>
                <a:ext uri="{FF2B5EF4-FFF2-40B4-BE49-F238E27FC236}">
                  <a16:creationId xmlns:a16="http://schemas.microsoft.com/office/drawing/2014/main" id="{5F72E365-BE4F-CF80-017A-CF06092CB6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9700" y="5445125"/>
              <a:ext cx="576263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nl-BE" altLang="nl-BE" sz="3200" b="1">
                  <a:solidFill>
                    <a:srgbClr val="000000"/>
                  </a:solidFill>
                </a:rPr>
                <a:t>=</a:t>
              </a:r>
              <a:endParaRPr lang="en-GB" altLang="nl-BE" sz="3200" b="1">
                <a:solidFill>
                  <a:srgbClr val="000000"/>
                </a:solidFill>
              </a:endParaRPr>
            </a:p>
          </p:txBody>
        </p:sp>
        <p:grpSp>
          <p:nvGrpSpPr>
            <p:cNvPr id="16393" name="Group 1">
              <a:extLst>
                <a:ext uri="{FF2B5EF4-FFF2-40B4-BE49-F238E27FC236}">
                  <a16:creationId xmlns:a16="http://schemas.microsoft.com/office/drawing/2014/main" id="{9595F3C9-07F6-C367-1222-BAA197A180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3552" y="2112963"/>
              <a:ext cx="5832624" cy="4287837"/>
              <a:chOff x="323701" y="2112963"/>
              <a:chExt cx="5832624" cy="4287837"/>
            </a:xfrm>
          </p:grpSpPr>
          <p:sp>
            <p:nvSpPr>
              <p:cNvPr id="16394" name="TextBox 148">
                <a:extLst>
                  <a:ext uri="{FF2B5EF4-FFF2-40B4-BE49-F238E27FC236}">
                    <a16:creationId xmlns:a16="http://schemas.microsoft.com/office/drawing/2014/main" id="{AF840857-D6C1-E07C-6AA2-5B213C6413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7175" y="2184400"/>
                <a:ext cx="576263" cy="5857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nl-BE" altLang="nl-BE" sz="3200" b="1">
                    <a:solidFill>
                      <a:srgbClr val="000000"/>
                    </a:solidFill>
                  </a:rPr>
                  <a:t>+</a:t>
                </a:r>
                <a:endParaRPr lang="en-GB" altLang="nl-BE" sz="32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6395" name="TextBox 149">
                <a:extLst>
                  <a:ext uri="{FF2B5EF4-FFF2-40B4-BE49-F238E27FC236}">
                    <a16:creationId xmlns:a16="http://schemas.microsoft.com/office/drawing/2014/main" id="{3FDA026B-8536-4825-68C7-16870CE3DE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7175" y="3255963"/>
                <a:ext cx="576263" cy="585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nl-BE" altLang="nl-BE" sz="3200" b="1">
                    <a:solidFill>
                      <a:srgbClr val="000000"/>
                    </a:solidFill>
                  </a:rPr>
                  <a:t>+</a:t>
                </a:r>
                <a:endParaRPr lang="en-GB" altLang="nl-BE" sz="3200" b="1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16396" name="Group 183">
                <a:extLst>
                  <a:ext uri="{FF2B5EF4-FFF2-40B4-BE49-F238E27FC236}">
                    <a16:creationId xmlns:a16="http://schemas.microsoft.com/office/drawing/2014/main" id="{075ABFF7-4D0B-78CF-86ED-E299D5EA09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3701" y="2112963"/>
                <a:ext cx="5832475" cy="4287837"/>
                <a:chOff x="539552" y="2113130"/>
                <a:chExt cx="5832648" cy="4287943"/>
              </a:xfrm>
            </p:grpSpPr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7484646C-9D7A-CCC2-48AA-D7ED10A08009}"/>
                    </a:ext>
                  </a:extLst>
                </p:cNvPr>
                <p:cNvCxnSpPr/>
                <p:nvPr/>
              </p:nvCxnSpPr>
              <p:spPr>
                <a:xfrm>
                  <a:off x="2700259" y="3859423"/>
                  <a:ext cx="0" cy="99062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6401" name="Group 63">
                  <a:extLst>
                    <a:ext uri="{FF2B5EF4-FFF2-40B4-BE49-F238E27FC236}">
                      <a16:creationId xmlns:a16="http://schemas.microsoft.com/office/drawing/2014/main" id="{1C2D20A9-5CF0-50E8-298E-86E2FD12CE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27584" y="2113130"/>
                  <a:ext cx="5544616" cy="1133412"/>
                  <a:chOff x="827584" y="1916851"/>
                  <a:chExt cx="5544616" cy="1133412"/>
                </a:xfrm>
              </p:grpSpPr>
              <p:grpSp>
                <p:nvGrpSpPr>
                  <p:cNvPr id="204" name="Group 203">
                    <a:extLst>
                      <a:ext uri="{FF2B5EF4-FFF2-40B4-BE49-F238E27FC236}">
                        <a16:creationId xmlns:a16="http://schemas.microsoft.com/office/drawing/2014/main" id="{4C6CC5A3-7CCD-165D-AE24-94F5822E498A}"/>
                      </a:ext>
                    </a:extLst>
                  </p:cNvPr>
                  <p:cNvGrpSpPr/>
                  <p:nvPr/>
                </p:nvGrpSpPr>
                <p:grpSpPr>
                  <a:xfrm>
                    <a:off x="827584" y="1916851"/>
                    <a:ext cx="3600400" cy="666750"/>
                    <a:chOff x="827584" y="1916851"/>
                    <a:chExt cx="3600400" cy="666750"/>
                  </a:xfrm>
                  <a:solidFill>
                    <a:schemeClr val="bg1">
                      <a:lumMod val="95000"/>
                    </a:schemeClr>
                  </a:solidFill>
                </p:grpSpPr>
                <p:sp>
                  <p:nvSpPr>
                    <p:cNvPr id="215" name="Cube 214">
                      <a:extLst>
                        <a:ext uri="{FF2B5EF4-FFF2-40B4-BE49-F238E27FC236}">
                          <a16:creationId xmlns:a16="http://schemas.microsoft.com/office/drawing/2014/main" id="{CC25C6D1-2954-5A4B-AAAE-B2CBDE54822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2758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D7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16" name="Cube 215">
                      <a:extLst>
                        <a:ext uri="{FF2B5EF4-FFF2-40B4-BE49-F238E27FC236}">
                          <a16:creationId xmlns:a16="http://schemas.microsoft.com/office/drawing/2014/main" id="{7AC5F903-88CA-2F57-C303-CF4600CE6FC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259632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D6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17" name="Cube 216">
                      <a:extLst>
                        <a:ext uri="{FF2B5EF4-FFF2-40B4-BE49-F238E27FC236}">
                          <a16:creationId xmlns:a16="http://schemas.microsoft.com/office/drawing/2014/main" id="{B7CB4513-6E68-646C-FD7E-89B5792993E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708448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D5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18" name="Cube 217">
                      <a:extLst>
                        <a:ext uri="{FF2B5EF4-FFF2-40B4-BE49-F238E27FC236}">
                          <a16:creationId xmlns:a16="http://schemas.microsoft.com/office/drawing/2014/main" id="{53BC9EAB-BCDA-7AB0-CDEE-D2A45C0C2FF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4837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D4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19" name="Cube 218">
                      <a:extLst>
                        <a:ext uri="{FF2B5EF4-FFF2-40B4-BE49-F238E27FC236}">
                          <a16:creationId xmlns:a16="http://schemas.microsoft.com/office/drawing/2014/main" id="{7BF2A421-C8F0-33CB-705E-2819129CFFF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55776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D3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20" name="Cube 219">
                      <a:extLst>
                        <a:ext uri="{FF2B5EF4-FFF2-40B4-BE49-F238E27FC236}">
                          <a16:creationId xmlns:a16="http://schemas.microsoft.com/office/drawing/2014/main" id="{F772889A-20DF-DBF5-0DC1-4E6953311FF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98782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D2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21" name="Cube 220">
                      <a:extLst>
                        <a:ext uri="{FF2B5EF4-FFF2-40B4-BE49-F238E27FC236}">
                          <a16:creationId xmlns:a16="http://schemas.microsoft.com/office/drawing/2014/main" id="{187F2616-7CBF-4131-AE89-80A63648BF8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419872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D1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22" name="Cube 221">
                      <a:extLst>
                        <a:ext uri="{FF2B5EF4-FFF2-40B4-BE49-F238E27FC236}">
                          <a16:creationId xmlns:a16="http://schemas.microsoft.com/office/drawing/2014/main" id="{53DF0D2B-26C1-EDDE-3194-F66886CA72F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851920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D0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</p:grpSp>
              <p:sp>
                <p:nvSpPr>
                  <p:cNvPr id="16427" name="Cube 47">
                    <a:extLst>
                      <a:ext uri="{FF2B5EF4-FFF2-40B4-BE49-F238E27FC236}">
                        <a16:creationId xmlns:a16="http://schemas.microsoft.com/office/drawing/2014/main" id="{9A8BAAED-8ED6-F9A9-6465-8CABD5E292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59268" y="1916851"/>
                    <a:ext cx="576279" cy="666766"/>
                  </a:xfrm>
                  <a:prstGeom prst="cube">
                    <a:avLst>
                      <a:gd name="adj" fmla="val 25000"/>
                    </a:avLst>
                  </a:prstGeom>
                  <a:solidFill>
                    <a:srgbClr val="0C4B9D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r>
                      <a:rPr lang="nl-BE" altLang="en-US" b="1">
                        <a:solidFill>
                          <a:srgbClr val="FFFFFF"/>
                        </a:solidFill>
                      </a:rPr>
                      <a:t>P</a:t>
                    </a:r>
                    <a:endParaRPr lang="en-GB" altLang="en-US" b="1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16428" name="TextBox 51">
                    <a:extLst>
                      <a:ext uri="{FF2B5EF4-FFF2-40B4-BE49-F238E27FC236}">
                        <a16:creationId xmlns:a16="http://schemas.microsoft.com/office/drawing/2014/main" id="{CB724320-3CDE-B222-4786-C651CC7D2F9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796136" y="2031231"/>
                    <a:ext cx="576064" cy="40011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r>
                      <a:rPr lang="nl-BE" altLang="nl-BE" sz="2000" b="1">
                        <a:solidFill>
                          <a:srgbClr val="000000"/>
                        </a:solidFill>
                      </a:rPr>
                      <a:t>0</a:t>
                    </a:r>
                    <a:endParaRPr lang="en-GB" altLang="nl-BE" sz="2000" b="1">
                      <a:solidFill>
                        <a:srgbClr val="000000"/>
                      </a:solidFill>
                    </a:endParaRPr>
                  </a:p>
                </p:txBody>
              </p:sp>
              <p:cxnSp>
                <p:nvCxnSpPr>
                  <p:cNvPr id="207" name="Straight Connector 206">
                    <a:extLst>
                      <a:ext uri="{FF2B5EF4-FFF2-40B4-BE49-F238E27FC236}">
                        <a16:creationId xmlns:a16="http://schemas.microsoft.com/office/drawing/2014/main" id="{3CF16C68-4025-CB42-6A77-9C1076F3F402}"/>
                      </a:ext>
                    </a:extLst>
                  </p:cNvPr>
                  <p:cNvCxnSpPr/>
                  <p:nvPr/>
                </p:nvCxnSpPr>
                <p:spPr>
                  <a:xfrm>
                    <a:off x="1042818" y="2637594"/>
                    <a:ext cx="0" cy="4127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8" name="Straight Connector 207">
                    <a:extLst>
                      <a:ext uri="{FF2B5EF4-FFF2-40B4-BE49-F238E27FC236}">
                        <a16:creationId xmlns:a16="http://schemas.microsoft.com/office/drawing/2014/main" id="{DA6F452D-B7DB-5E9F-040C-B63FED563A81}"/>
                      </a:ext>
                    </a:extLst>
                  </p:cNvPr>
                  <p:cNvCxnSpPr/>
                  <p:nvPr/>
                </p:nvCxnSpPr>
                <p:spPr>
                  <a:xfrm>
                    <a:off x="1488929" y="2637594"/>
                    <a:ext cx="0" cy="4127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" name="Straight Connector 208">
                    <a:extLst>
                      <a:ext uri="{FF2B5EF4-FFF2-40B4-BE49-F238E27FC236}">
                        <a16:creationId xmlns:a16="http://schemas.microsoft.com/office/drawing/2014/main" id="{FE956EAA-8765-F2FD-F0EF-8855DAF69AEE}"/>
                      </a:ext>
                    </a:extLst>
                  </p:cNvPr>
                  <p:cNvCxnSpPr/>
                  <p:nvPr/>
                </p:nvCxnSpPr>
                <p:spPr>
                  <a:xfrm>
                    <a:off x="1957268" y="2637594"/>
                    <a:ext cx="0" cy="4127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" name="Straight Connector 209">
                    <a:extLst>
                      <a:ext uri="{FF2B5EF4-FFF2-40B4-BE49-F238E27FC236}">
                        <a16:creationId xmlns:a16="http://schemas.microsoft.com/office/drawing/2014/main" id="{306C0BDC-4553-E403-8085-C70273C4A664}"/>
                      </a:ext>
                    </a:extLst>
                  </p:cNvPr>
                  <p:cNvCxnSpPr/>
                  <p:nvPr/>
                </p:nvCxnSpPr>
                <p:spPr>
                  <a:xfrm>
                    <a:off x="2339876" y="2637594"/>
                    <a:ext cx="0" cy="4127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" name="Straight Connector 210">
                    <a:extLst>
                      <a:ext uri="{FF2B5EF4-FFF2-40B4-BE49-F238E27FC236}">
                        <a16:creationId xmlns:a16="http://schemas.microsoft.com/office/drawing/2014/main" id="{6056FC8D-87D2-4156-92BC-14AF17DCA64C}"/>
                      </a:ext>
                    </a:extLst>
                  </p:cNvPr>
                  <p:cNvCxnSpPr/>
                  <p:nvPr/>
                </p:nvCxnSpPr>
                <p:spPr>
                  <a:xfrm>
                    <a:off x="2771700" y="2637594"/>
                    <a:ext cx="0" cy="4127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Straight Connector 211">
                    <a:extLst>
                      <a:ext uri="{FF2B5EF4-FFF2-40B4-BE49-F238E27FC236}">
                        <a16:creationId xmlns:a16="http://schemas.microsoft.com/office/drawing/2014/main" id="{69D7FF97-EEA3-D8A7-459B-B852CA9B877F}"/>
                      </a:ext>
                    </a:extLst>
                  </p:cNvPr>
                  <p:cNvCxnSpPr/>
                  <p:nvPr/>
                </p:nvCxnSpPr>
                <p:spPr>
                  <a:xfrm>
                    <a:off x="3203524" y="2637594"/>
                    <a:ext cx="0" cy="4127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" name="Straight Connector 212">
                    <a:extLst>
                      <a:ext uri="{FF2B5EF4-FFF2-40B4-BE49-F238E27FC236}">
                        <a16:creationId xmlns:a16="http://schemas.microsoft.com/office/drawing/2014/main" id="{F921732A-8E9F-BDA1-FE04-42BB29EAD8ED}"/>
                      </a:ext>
                    </a:extLst>
                  </p:cNvPr>
                  <p:cNvCxnSpPr/>
                  <p:nvPr/>
                </p:nvCxnSpPr>
                <p:spPr>
                  <a:xfrm>
                    <a:off x="3635348" y="2637594"/>
                    <a:ext cx="0" cy="4127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" name="Straight Connector 213">
                    <a:extLst>
                      <a:ext uri="{FF2B5EF4-FFF2-40B4-BE49-F238E27FC236}">
                        <a16:creationId xmlns:a16="http://schemas.microsoft.com/office/drawing/2014/main" id="{FE30E1EA-6897-4C66-CFD9-8173F65A818A}"/>
                      </a:ext>
                    </a:extLst>
                  </p:cNvPr>
                  <p:cNvCxnSpPr/>
                  <p:nvPr/>
                </p:nvCxnSpPr>
                <p:spPr>
                  <a:xfrm>
                    <a:off x="4067172" y="2637594"/>
                    <a:ext cx="0" cy="4127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402" name="Group 119">
                  <a:extLst>
                    <a:ext uri="{FF2B5EF4-FFF2-40B4-BE49-F238E27FC236}">
                      <a16:creationId xmlns:a16="http://schemas.microsoft.com/office/drawing/2014/main" id="{031FEAFD-9B9E-F1CF-2017-951546525F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5576" y="3193250"/>
                  <a:ext cx="4680520" cy="666750"/>
                  <a:chOff x="755576" y="3068979"/>
                  <a:chExt cx="4680520" cy="666750"/>
                </a:xfrm>
              </p:grpSpPr>
              <p:grpSp>
                <p:nvGrpSpPr>
                  <p:cNvPr id="194" name="Group 193">
                    <a:extLst>
                      <a:ext uri="{FF2B5EF4-FFF2-40B4-BE49-F238E27FC236}">
                        <a16:creationId xmlns:a16="http://schemas.microsoft.com/office/drawing/2014/main" id="{F35CAADA-598D-AEA2-C5CF-DD113DE5F2D9}"/>
                      </a:ext>
                    </a:extLst>
                  </p:cNvPr>
                  <p:cNvGrpSpPr/>
                  <p:nvPr/>
                </p:nvGrpSpPr>
                <p:grpSpPr>
                  <a:xfrm>
                    <a:off x="755576" y="3068979"/>
                    <a:ext cx="3600400" cy="666750"/>
                    <a:chOff x="827584" y="1916851"/>
                    <a:chExt cx="3600400" cy="666750"/>
                  </a:xfrm>
                  <a:solidFill>
                    <a:schemeClr val="bg1">
                      <a:lumMod val="95000"/>
                    </a:schemeClr>
                  </a:solidFill>
                </p:grpSpPr>
                <p:sp>
                  <p:nvSpPr>
                    <p:cNvPr id="196" name="Cube 195">
                      <a:extLst>
                        <a:ext uri="{FF2B5EF4-FFF2-40B4-BE49-F238E27FC236}">
                          <a16:creationId xmlns:a16="http://schemas.microsoft.com/office/drawing/2014/main" id="{5751D2B4-CAF2-57BF-F3E4-54640DE4FCA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2758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D7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97" name="Cube 196">
                      <a:extLst>
                        <a:ext uri="{FF2B5EF4-FFF2-40B4-BE49-F238E27FC236}">
                          <a16:creationId xmlns:a16="http://schemas.microsoft.com/office/drawing/2014/main" id="{648BD3D2-D230-18BA-1D1F-BCB1DA0DFD2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259632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D6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98" name="Cube 197">
                      <a:extLst>
                        <a:ext uri="{FF2B5EF4-FFF2-40B4-BE49-F238E27FC236}">
                          <a16:creationId xmlns:a16="http://schemas.microsoft.com/office/drawing/2014/main" id="{014C79E6-3377-2EB8-8D76-3C516E689FC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708448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D5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99" name="Cube 198">
                      <a:extLst>
                        <a:ext uri="{FF2B5EF4-FFF2-40B4-BE49-F238E27FC236}">
                          <a16:creationId xmlns:a16="http://schemas.microsoft.com/office/drawing/2014/main" id="{A234255A-FBE0-158E-E9EF-9D56EA77038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4837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D4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00" name="Cube 199">
                      <a:extLst>
                        <a:ext uri="{FF2B5EF4-FFF2-40B4-BE49-F238E27FC236}">
                          <a16:creationId xmlns:a16="http://schemas.microsoft.com/office/drawing/2014/main" id="{9CD674B2-94C4-AD42-8FF8-81227DCCF25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55776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D3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01" name="Cube 200">
                      <a:extLst>
                        <a:ext uri="{FF2B5EF4-FFF2-40B4-BE49-F238E27FC236}">
                          <a16:creationId xmlns:a16="http://schemas.microsoft.com/office/drawing/2014/main" id="{93A58804-BCDB-BED9-90A8-F30BC8A59ED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98782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D2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02" name="Cube 201">
                      <a:extLst>
                        <a:ext uri="{FF2B5EF4-FFF2-40B4-BE49-F238E27FC236}">
                          <a16:creationId xmlns:a16="http://schemas.microsoft.com/office/drawing/2014/main" id="{B2B282C2-B894-FC3E-C3A7-8A532D941A5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419872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D1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203" name="Cube 202">
                      <a:extLst>
                        <a:ext uri="{FF2B5EF4-FFF2-40B4-BE49-F238E27FC236}">
                          <a16:creationId xmlns:a16="http://schemas.microsoft.com/office/drawing/2014/main" id="{012E6FA8-7FBA-80D6-3D03-C2C9B83AC07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851920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D0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</p:grpSp>
              <p:sp>
                <p:nvSpPr>
                  <p:cNvPr id="16425" name="Cube 67">
                    <a:extLst>
                      <a:ext uri="{FF2B5EF4-FFF2-40B4-BE49-F238E27FC236}">
                        <a16:creationId xmlns:a16="http://schemas.microsoft.com/office/drawing/2014/main" id="{EDFD321C-4496-F08C-F93D-C3B935CC92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59268" y="3068386"/>
                    <a:ext cx="576279" cy="666766"/>
                  </a:xfrm>
                  <a:prstGeom prst="cube">
                    <a:avLst>
                      <a:gd name="adj" fmla="val 25000"/>
                    </a:avLst>
                  </a:prstGeom>
                  <a:solidFill>
                    <a:srgbClr val="0C4B9D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r>
                      <a:rPr lang="nl-BE" altLang="en-US" b="1">
                        <a:solidFill>
                          <a:srgbClr val="FFFFFF"/>
                        </a:solidFill>
                      </a:rPr>
                      <a:t>P</a:t>
                    </a:r>
                    <a:endParaRPr lang="en-GB" altLang="en-US" b="1">
                      <a:solidFill>
                        <a:srgbClr val="FFFFFF"/>
                      </a:solidFill>
                    </a:endParaRPr>
                  </a:p>
                </p:txBody>
              </p:sp>
            </p:grp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586BFB8D-F420-0E91-581F-4CC5DBB23C41}"/>
                    </a:ext>
                  </a:extLst>
                </p:cNvPr>
                <p:cNvCxnSpPr/>
                <p:nvPr/>
              </p:nvCxnSpPr>
              <p:spPr>
                <a:xfrm>
                  <a:off x="971376" y="3859423"/>
                  <a:ext cx="0" cy="99062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DC287D8C-07D6-4879-9AD8-87C81D977458}"/>
                    </a:ext>
                  </a:extLst>
                </p:cNvPr>
                <p:cNvCxnSpPr/>
                <p:nvPr/>
              </p:nvCxnSpPr>
              <p:spPr>
                <a:xfrm flipH="1">
                  <a:off x="1403200" y="3859423"/>
                  <a:ext cx="14289" cy="99062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F007EB15-1057-0EB0-73F2-52A8B87D962D}"/>
                    </a:ext>
                  </a:extLst>
                </p:cNvPr>
                <p:cNvCxnSpPr/>
                <p:nvPr/>
              </p:nvCxnSpPr>
              <p:spPr>
                <a:xfrm>
                  <a:off x="1885826" y="3859423"/>
                  <a:ext cx="0" cy="99062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D09C4523-AAD9-CBDE-7D7E-3A843E0E1EA3}"/>
                    </a:ext>
                  </a:extLst>
                </p:cNvPr>
                <p:cNvCxnSpPr/>
                <p:nvPr/>
              </p:nvCxnSpPr>
              <p:spPr>
                <a:xfrm>
                  <a:off x="2268435" y="3859423"/>
                  <a:ext cx="0" cy="99062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20E21E7C-5AAB-0672-C177-E5D142A586A7}"/>
                    </a:ext>
                  </a:extLst>
                </p:cNvPr>
                <p:cNvCxnSpPr/>
                <p:nvPr/>
              </p:nvCxnSpPr>
              <p:spPr>
                <a:xfrm>
                  <a:off x="3132083" y="3859423"/>
                  <a:ext cx="0" cy="99062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72C470CA-5529-2AD4-85AF-737A0669AEEF}"/>
                    </a:ext>
                  </a:extLst>
                </p:cNvPr>
                <p:cNvCxnSpPr/>
                <p:nvPr/>
              </p:nvCxnSpPr>
              <p:spPr>
                <a:xfrm>
                  <a:off x="3563907" y="3859423"/>
                  <a:ext cx="0" cy="99062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9A997266-E85A-96CF-CE51-67D40DF48A3E}"/>
                    </a:ext>
                  </a:extLst>
                </p:cNvPr>
                <p:cNvCxnSpPr/>
                <p:nvPr/>
              </p:nvCxnSpPr>
              <p:spPr>
                <a:xfrm>
                  <a:off x="3995731" y="3859423"/>
                  <a:ext cx="0" cy="99062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6410" name="Group 97">
                  <a:extLst>
                    <a:ext uri="{FF2B5EF4-FFF2-40B4-BE49-F238E27FC236}">
                      <a16:creationId xmlns:a16="http://schemas.microsoft.com/office/drawing/2014/main" id="{2845A1B7-7612-CFD4-846B-33BA07184E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83568" y="4437112"/>
                  <a:ext cx="5688632" cy="666750"/>
                  <a:chOff x="827584" y="1916851"/>
                  <a:chExt cx="5688632" cy="666750"/>
                </a:xfrm>
              </p:grpSpPr>
              <p:grpSp>
                <p:nvGrpSpPr>
                  <p:cNvPr id="183" name="Group 182">
                    <a:extLst>
                      <a:ext uri="{FF2B5EF4-FFF2-40B4-BE49-F238E27FC236}">
                        <a16:creationId xmlns:a16="http://schemas.microsoft.com/office/drawing/2014/main" id="{A93FDD14-866F-3383-660F-95E967C0D80D}"/>
                      </a:ext>
                    </a:extLst>
                  </p:cNvPr>
                  <p:cNvGrpSpPr/>
                  <p:nvPr/>
                </p:nvGrpSpPr>
                <p:grpSpPr>
                  <a:xfrm>
                    <a:off x="827584" y="1916851"/>
                    <a:ext cx="3600400" cy="666750"/>
                    <a:chOff x="827584" y="1916851"/>
                    <a:chExt cx="3600400" cy="666750"/>
                  </a:xfrm>
                  <a:solidFill>
                    <a:schemeClr val="bg1">
                      <a:lumMod val="95000"/>
                    </a:schemeClr>
                  </a:solidFill>
                </p:grpSpPr>
                <p:sp>
                  <p:nvSpPr>
                    <p:cNvPr id="186" name="Cube 185">
                      <a:extLst>
                        <a:ext uri="{FF2B5EF4-FFF2-40B4-BE49-F238E27FC236}">
                          <a16:creationId xmlns:a16="http://schemas.microsoft.com/office/drawing/2014/main" id="{4AB48403-BBF8-F00D-B0D3-EF911BBD0B6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2758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D7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87" name="Cube 186">
                      <a:extLst>
                        <a:ext uri="{FF2B5EF4-FFF2-40B4-BE49-F238E27FC236}">
                          <a16:creationId xmlns:a16="http://schemas.microsoft.com/office/drawing/2014/main" id="{A2E90F0D-6BC1-362D-BDB1-051E898FAB2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259632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D6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88" name="Cube 187">
                      <a:extLst>
                        <a:ext uri="{FF2B5EF4-FFF2-40B4-BE49-F238E27FC236}">
                          <a16:creationId xmlns:a16="http://schemas.microsoft.com/office/drawing/2014/main" id="{82D18B70-8EEB-934C-D305-ED24E8D4CB9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708448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D5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89" name="Cube 188">
                      <a:extLst>
                        <a:ext uri="{FF2B5EF4-FFF2-40B4-BE49-F238E27FC236}">
                          <a16:creationId xmlns:a16="http://schemas.microsoft.com/office/drawing/2014/main" id="{B5973E6C-85AD-63B7-C244-A8EAB289051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4837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D4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90" name="Cube 189">
                      <a:extLst>
                        <a:ext uri="{FF2B5EF4-FFF2-40B4-BE49-F238E27FC236}">
                          <a16:creationId xmlns:a16="http://schemas.microsoft.com/office/drawing/2014/main" id="{09B69A66-41C6-7183-26A0-FE4FDED8F1B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55776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D3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91" name="Cube 190">
                      <a:extLst>
                        <a:ext uri="{FF2B5EF4-FFF2-40B4-BE49-F238E27FC236}">
                          <a16:creationId xmlns:a16="http://schemas.microsoft.com/office/drawing/2014/main" id="{00BF4D69-7A71-B0FC-C58F-61C9F5CE909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98782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D2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92" name="Cube 191">
                      <a:extLst>
                        <a:ext uri="{FF2B5EF4-FFF2-40B4-BE49-F238E27FC236}">
                          <a16:creationId xmlns:a16="http://schemas.microsoft.com/office/drawing/2014/main" id="{B9698392-726F-3FD7-95F4-77079DA3DFB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419872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D1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93" name="Cube 192">
                      <a:extLst>
                        <a:ext uri="{FF2B5EF4-FFF2-40B4-BE49-F238E27FC236}">
                          <a16:creationId xmlns:a16="http://schemas.microsoft.com/office/drawing/2014/main" id="{E5379C33-0B96-3EAA-04D0-480D310E33F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851920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D0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</p:grpSp>
              <p:sp>
                <p:nvSpPr>
                  <p:cNvPr id="16422" name="Cube 99">
                    <a:extLst>
                      <a:ext uri="{FF2B5EF4-FFF2-40B4-BE49-F238E27FC236}">
                        <a16:creationId xmlns:a16="http://schemas.microsoft.com/office/drawing/2014/main" id="{D234B3C7-8C48-F39D-47E3-8C560096A7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04871" y="1917026"/>
                    <a:ext cx="574692" cy="666766"/>
                  </a:xfrm>
                  <a:prstGeom prst="cube">
                    <a:avLst>
                      <a:gd name="adj" fmla="val 25000"/>
                    </a:avLst>
                  </a:prstGeom>
                  <a:solidFill>
                    <a:srgbClr val="0C4B9D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r>
                      <a:rPr lang="nl-BE" altLang="en-US" b="1">
                        <a:solidFill>
                          <a:srgbClr val="FFFFFF"/>
                        </a:solidFill>
                      </a:rPr>
                      <a:t>P</a:t>
                    </a:r>
                    <a:endParaRPr lang="en-GB" altLang="en-US" b="1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16423" name="TextBox 102">
                    <a:extLst>
                      <a:ext uri="{FF2B5EF4-FFF2-40B4-BE49-F238E27FC236}">
                        <a16:creationId xmlns:a16="http://schemas.microsoft.com/office/drawing/2014/main" id="{44613CFD-8586-FAB5-1986-7E8FE41824B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940152" y="2020778"/>
                    <a:ext cx="576064" cy="40011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r>
                      <a:rPr lang="nl-BE" altLang="nl-BE" sz="2000" b="1">
                        <a:solidFill>
                          <a:srgbClr val="000000"/>
                        </a:solidFill>
                      </a:rPr>
                      <a:t>0</a:t>
                    </a:r>
                    <a:endParaRPr lang="en-GB" altLang="nl-BE" sz="2000" b="1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16411" name="Group 121">
                  <a:extLst>
                    <a:ext uri="{FF2B5EF4-FFF2-40B4-BE49-F238E27FC236}">
                      <a16:creationId xmlns:a16="http://schemas.microsoft.com/office/drawing/2014/main" id="{200B09DA-F601-3F59-EDBE-5A011FC8581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11560" y="5426546"/>
                  <a:ext cx="5760640" cy="666750"/>
                  <a:chOff x="827584" y="1916851"/>
                  <a:chExt cx="5760640" cy="666750"/>
                </a:xfrm>
              </p:grpSpPr>
              <p:grpSp>
                <p:nvGrpSpPr>
                  <p:cNvPr id="172" name="Group 171">
                    <a:extLst>
                      <a:ext uri="{FF2B5EF4-FFF2-40B4-BE49-F238E27FC236}">
                        <a16:creationId xmlns:a16="http://schemas.microsoft.com/office/drawing/2014/main" id="{9D977111-0FF6-907C-55D8-9C3CF5B0AA02}"/>
                      </a:ext>
                    </a:extLst>
                  </p:cNvPr>
                  <p:cNvGrpSpPr/>
                  <p:nvPr/>
                </p:nvGrpSpPr>
                <p:grpSpPr>
                  <a:xfrm>
                    <a:off x="827584" y="1916851"/>
                    <a:ext cx="3600400" cy="666750"/>
                    <a:chOff x="827584" y="1916851"/>
                    <a:chExt cx="3600400" cy="666750"/>
                  </a:xfrm>
                  <a:solidFill>
                    <a:schemeClr val="bg1">
                      <a:lumMod val="95000"/>
                    </a:schemeClr>
                  </a:solidFill>
                </p:grpSpPr>
                <p:sp>
                  <p:nvSpPr>
                    <p:cNvPr id="175" name="Cube 174">
                      <a:extLst>
                        <a:ext uri="{FF2B5EF4-FFF2-40B4-BE49-F238E27FC236}">
                          <a16:creationId xmlns:a16="http://schemas.microsoft.com/office/drawing/2014/main" id="{E2254340-4DAE-1166-277F-A85798DA2D3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2758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S7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76" name="Cube 175">
                      <a:extLst>
                        <a:ext uri="{FF2B5EF4-FFF2-40B4-BE49-F238E27FC236}">
                          <a16:creationId xmlns:a16="http://schemas.microsoft.com/office/drawing/2014/main" id="{54031194-4DFA-6E82-BFFF-5EA63CE89A9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259632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S6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77" name="Cube 176">
                      <a:extLst>
                        <a:ext uri="{FF2B5EF4-FFF2-40B4-BE49-F238E27FC236}">
                          <a16:creationId xmlns:a16="http://schemas.microsoft.com/office/drawing/2014/main" id="{F521A442-CD93-AC1A-F5DF-B9AB6100C78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691680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S5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78" name="Cube 177">
                      <a:extLst>
                        <a:ext uri="{FF2B5EF4-FFF2-40B4-BE49-F238E27FC236}">
                          <a16:creationId xmlns:a16="http://schemas.microsoft.com/office/drawing/2014/main" id="{A370229C-C705-1611-AE90-37C6B2C5356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23728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S4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79" name="Cube 178">
                      <a:extLst>
                        <a:ext uri="{FF2B5EF4-FFF2-40B4-BE49-F238E27FC236}">
                          <a16:creationId xmlns:a16="http://schemas.microsoft.com/office/drawing/2014/main" id="{03A0B40B-D991-3D8D-87E5-484297EA653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55776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S3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80" name="Cube 179">
                      <a:extLst>
                        <a:ext uri="{FF2B5EF4-FFF2-40B4-BE49-F238E27FC236}">
                          <a16:creationId xmlns:a16="http://schemas.microsoft.com/office/drawing/2014/main" id="{83D6B309-0120-47A6-E028-B4082165D9D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987824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S2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81" name="Cube 180">
                      <a:extLst>
                        <a:ext uri="{FF2B5EF4-FFF2-40B4-BE49-F238E27FC236}">
                          <a16:creationId xmlns:a16="http://schemas.microsoft.com/office/drawing/2014/main" id="{69EB14FB-4B61-0335-A3F4-FDEFD614F5E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419872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S1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  <p:sp>
                  <p:nvSpPr>
                    <p:cNvPr id="182" name="Cube 181">
                      <a:extLst>
                        <a:ext uri="{FF2B5EF4-FFF2-40B4-BE49-F238E27FC236}">
                          <a16:creationId xmlns:a16="http://schemas.microsoft.com/office/drawing/2014/main" id="{914DAAA1-3592-2D4A-512A-77430266287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851920" y="1916851"/>
                      <a:ext cx="576064" cy="666750"/>
                    </a:xfrm>
                    <a:prstGeom prst="cube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anchor="ctr"/>
                    <a:lstStyle/>
                    <a:p>
                      <a:pPr algn="ctr" eaLnBrk="1" hangingPunct="1">
                        <a:defRPr/>
                      </a:pPr>
                      <a:r>
                        <a:rPr lang="nl-BE" sz="1400" b="1">
                          <a:solidFill>
                            <a:srgbClr val="000000"/>
                          </a:solidFill>
                          <a:latin typeface="Arial"/>
                          <a:cs typeface="Arial" charset="0"/>
                        </a:rPr>
                        <a:t>S0</a:t>
                      </a:r>
                      <a:endParaRPr lang="en-GB" sz="1400" b="1">
                        <a:solidFill>
                          <a:srgbClr val="000000"/>
                        </a:solidFill>
                        <a:latin typeface="Arial"/>
                        <a:cs typeface="Arial" charset="0"/>
                      </a:endParaRPr>
                    </a:p>
                  </p:txBody>
                </p:sp>
              </p:grpSp>
              <p:sp>
                <p:nvSpPr>
                  <p:cNvPr id="16419" name="Cube 123">
                    <a:extLst>
                      <a:ext uri="{FF2B5EF4-FFF2-40B4-BE49-F238E27FC236}">
                        <a16:creationId xmlns:a16="http://schemas.microsoft.com/office/drawing/2014/main" id="{12A3AFD9-2AEE-80EA-4E6C-6F39D0E25E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75292" y="1916629"/>
                    <a:ext cx="576279" cy="666766"/>
                  </a:xfrm>
                  <a:prstGeom prst="cube">
                    <a:avLst>
                      <a:gd name="adj" fmla="val 25000"/>
                    </a:avLst>
                  </a:prstGeom>
                  <a:solidFill>
                    <a:srgbClr val="0C4B9D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r>
                      <a:rPr lang="nl-BE" altLang="en-US" b="1">
                        <a:solidFill>
                          <a:srgbClr val="FFFFFF"/>
                        </a:solidFill>
                      </a:rPr>
                      <a:t>P</a:t>
                    </a:r>
                    <a:endParaRPr lang="en-GB" altLang="en-US" b="1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16420" name="TextBox 126">
                    <a:extLst>
                      <a:ext uri="{FF2B5EF4-FFF2-40B4-BE49-F238E27FC236}">
                        <a16:creationId xmlns:a16="http://schemas.microsoft.com/office/drawing/2014/main" id="{EA34A032-D449-C79C-486C-1E3EF11036A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012160" y="2020778"/>
                    <a:ext cx="576064" cy="40011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r>
                      <a:rPr lang="nl-BE" altLang="nl-BE" sz="2000" b="1">
                        <a:solidFill>
                          <a:srgbClr val="000000"/>
                        </a:solidFill>
                      </a:rPr>
                      <a:t>0</a:t>
                    </a:r>
                    <a:endParaRPr lang="en-GB" altLang="nl-BE" sz="2000" b="1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16412" name="TextBox 144">
                  <a:extLst>
                    <a:ext uri="{FF2B5EF4-FFF2-40B4-BE49-F238E27FC236}">
                      <a16:creationId xmlns:a16="http://schemas.microsoft.com/office/drawing/2014/main" id="{33C2329D-D502-651B-EF1A-E642F7D011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9552" y="6093296"/>
                  <a:ext cx="576064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nl-BE" altLang="nl-BE" sz="1400" b="1">
                      <a:solidFill>
                        <a:srgbClr val="000000"/>
                      </a:solidFill>
                    </a:rPr>
                    <a:t>= 1</a:t>
                  </a:r>
                  <a:endParaRPr lang="en-GB" altLang="nl-BE" sz="14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13" name="TextBox 145">
                  <a:extLst>
                    <a:ext uri="{FF2B5EF4-FFF2-40B4-BE49-F238E27FC236}">
                      <a16:creationId xmlns:a16="http://schemas.microsoft.com/office/drawing/2014/main" id="{4CE30163-FC9D-F4E7-6BE9-A5E90F7E86B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1560" y="5157192"/>
                  <a:ext cx="576064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nl-BE" altLang="nl-BE" sz="1400" b="1">
                      <a:solidFill>
                        <a:srgbClr val="000000"/>
                      </a:solidFill>
                    </a:rPr>
                    <a:t>+</a:t>
                  </a:r>
                  <a:endParaRPr lang="en-GB" altLang="nl-BE" sz="14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14" name="TextBox 146">
                  <a:extLst>
                    <a:ext uri="{FF2B5EF4-FFF2-40B4-BE49-F238E27FC236}">
                      <a16:creationId xmlns:a16="http://schemas.microsoft.com/office/drawing/2014/main" id="{A22D2E7E-B638-F8F8-0226-5AA4965F50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3888" y="6093296"/>
                  <a:ext cx="576064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nl-BE" altLang="nl-BE" sz="1400" b="1">
                      <a:solidFill>
                        <a:srgbClr val="000000"/>
                      </a:solidFill>
                    </a:rPr>
                    <a:t>= 1</a:t>
                  </a:r>
                  <a:endParaRPr lang="en-GB" altLang="nl-BE" sz="14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15" name="TextBox 147">
                  <a:extLst>
                    <a:ext uri="{FF2B5EF4-FFF2-40B4-BE49-F238E27FC236}">
                      <a16:creationId xmlns:a16="http://schemas.microsoft.com/office/drawing/2014/main" id="{0453E36F-CDDE-3F7F-78C5-63660D8584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61532" y="5085184"/>
                  <a:ext cx="576064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nl-BE" altLang="nl-BE" sz="1400" b="1">
                      <a:solidFill>
                        <a:srgbClr val="000000"/>
                      </a:solidFill>
                    </a:rPr>
                    <a:t>+</a:t>
                  </a:r>
                  <a:endParaRPr lang="en-GB" altLang="nl-BE" sz="14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16" name="TextBox 150">
                  <a:extLst>
                    <a:ext uri="{FF2B5EF4-FFF2-40B4-BE49-F238E27FC236}">
                      <a16:creationId xmlns:a16="http://schemas.microsoft.com/office/drawing/2014/main" id="{13A7DC27-46A6-1CD1-706A-908D733627C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23425" y="4500409"/>
                  <a:ext cx="576064" cy="584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nl-BE" altLang="nl-BE" sz="3200" b="1">
                      <a:solidFill>
                        <a:srgbClr val="000000"/>
                      </a:solidFill>
                    </a:rPr>
                    <a:t>+</a:t>
                  </a:r>
                  <a:endParaRPr lang="en-GB" altLang="nl-BE" sz="32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17" name="TextBox 151">
                  <a:extLst>
                    <a:ext uri="{FF2B5EF4-FFF2-40B4-BE49-F238E27FC236}">
                      <a16:creationId xmlns:a16="http://schemas.microsoft.com/office/drawing/2014/main" id="{C1738D69-25D8-F8A9-267A-6B6DE3FA38F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83968" y="5445224"/>
                  <a:ext cx="576064" cy="584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nl-BE" altLang="nl-BE" sz="3200" b="1">
                      <a:solidFill>
                        <a:srgbClr val="000000"/>
                      </a:solidFill>
                    </a:rPr>
                    <a:t>+</a:t>
                  </a:r>
                  <a:endParaRPr lang="en-GB" altLang="nl-BE" sz="3200" b="1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6397" name="TextBox 152">
                <a:extLst>
                  <a:ext uri="{FF2B5EF4-FFF2-40B4-BE49-F238E27FC236}">
                    <a16:creationId xmlns:a16="http://schemas.microsoft.com/office/drawing/2014/main" id="{79B1985C-D43B-DD99-1B12-DB63462A05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9700" y="2154238"/>
                <a:ext cx="576263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nl-BE" altLang="nl-BE" sz="3200" b="1">
                    <a:solidFill>
                      <a:srgbClr val="000000"/>
                    </a:solidFill>
                  </a:rPr>
                  <a:t>=  </a:t>
                </a:r>
                <a:endParaRPr lang="en-GB" altLang="nl-BE" sz="32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6398" name="TextBox 153">
                <a:extLst>
                  <a:ext uri="{FF2B5EF4-FFF2-40B4-BE49-F238E27FC236}">
                    <a16:creationId xmlns:a16="http://schemas.microsoft.com/office/drawing/2014/main" id="{E2CDDFF5-A90B-5D07-4228-8A60526044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9700" y="3251200"/>
                <a:ext cx="576263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nl-BE" altLang="nl-BE" sz="3200" b="1">
                    <a:solidFill>
                      <a:srgbClr val="000000"/>
                    </a:solidFill>
                  </a:rPr>
                  <a:t>=</a:t>
                </a:r>
                <a:endParaRPr lang="en-GB" altLang="nl-BE" sz="32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6399" name="TextBox 156">
                <a:extLst>
                  <a:ext uri="{FF2B5EF4-FFF2-40B4-BE49-F238E27FC236}">
                    <a16:creationId xmlns:a16="http://schemas.microsoft.com/office/drawing/2014/main" id="{F19E396C-48AE-591D-4792-F267B4DEE6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80063" y="3336925"/>
                <a:ext cx="576262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nl-BE" altLang="nl-BE" sz="2000" b="1">
                    <a:solidFill>
                      <a:srgbClr val="000000"/>
                    </a:solidFill>
                  </a:rPr>
                  <a:t>0</a:t>
                </a:r>
                <a:endParaRPr lang="en-GB" altLang="nl-BE" sz="2000" b="1">
                  <a:solidFill>
                    <a:srgbClr val="000000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f47fad2980124742eb3a1b2ef6477a9279f5fc26"/>
  <p:tag name="ISPRING_RESOURCE_PATHS_HASH_PRESENTER" val="afe921d51fb26fdb5fa66f1b85c65c336fff"/>
</p:tagLst>
</file>

<file path=ppt/theme/theme1.xml><?xml version="1.0" encoding="utf-8"?>
<a:theme xmlns:a="http://schemas.openxmlformats.org/drawingml/2006/main" name="Training 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2" id="{FBEFB063-18B4-47A3-AFC2-88D58203559B}" vid="{76D4A2F0-3A75-437D-877A-8CC66E725EB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7249</TotalTime>
  <Words>1058</Words>
  <Application>Microsoft Office PowerPoint</Application>
  <PresentationFormat>On-screen Show (4:3)</PresentationFormat>
  <Paragraphs>423</Paragraphs>
  <Slides>13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Gotham Light</vt:lpstr>
      <vt:lpstr>Gotham Medium</vt:lpstr>
      <vt:lpstr>Times New Roman</vt:lpstr>
      <vt:lpstr>Wingdings</vt:lpstr>
      <vt:lpstr>Training 2</vt:lpstr>
      <vt:lpstr>Document</vt:lpstr>
      <vt:lpstr>Dokument</vt:lpstr>
      <vt:lpstr>KNX Advanced Course</vt:lpstr>
      <vt:lpstr> Transmission of a telegram - general  </vt:lpstr>
      <vt:lpstr>Structure of a telegram</vt:lpstr>
      <vt:lpstr>Telegram – Time requirement</vt:lpstr>
      <vt:lpstr>Telegram – Time requirement</vt:lpstr>
      <vt:lpstr>Telegramm - Acknowledgement </vt:lpstr>
      <vt:lpstr>Telegram – Numbering systems</vt:lpstr>
      <vt:lpstr>Telegram – Data formats</vt:lpstr>
      <vt:lpstr>Number conversions</vt:lpstr>
      <vt:lpstr>Control field</vt:lpstr>
      <vt:lpstr>Source address (individual address)</vt:lpstr>
      <vt:lpstr>Target address (when group address)</vt:lpstr>
      <vt:lpstr>Check byte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arguments</dc:title>
  <dc:creator>KNX Association;R. Hernandez</dc:creator>
  <cp:lastModifiedBy>Ufuk Unal</cp:lastModifiedBy>
  <cp:revision>346</cp:revision>
  <dcterms:created xsi:type="dcterms:W3CDTF">2012-09-10T07:59:43Z</dcterms:created>
  <dcterms:modified xsi:type="dcterms:W3CDTF">2025-02-19T12:56:06Z</dcterms:modified>
</cp:coreProperties>
</file>