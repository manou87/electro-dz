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82" r:id="rId1"/>
  </p:sldMasterIdLst>
  <p:notesMasterIdLst>
    <p:notesMasterId r:id="rId36"/>
  </p:notesMasterIdLst>
  <p:handoutMasterIdLst>
    <p:handoutMasterId r:id="rId37"/>
  </p:handout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5" r:id="rId18"/>
    <p:sldId id="306" r:id="rId19"/>
    <p:sldId id="315" r:id="rId20"/>
    <p:sldId id="308" r:id="rId21"/>
    <p:sldId id="309" r:id="rId22"/>
    <p:sldId id="310" r:id="rId23"/>
    <p:sldId id="311" r:id="rId24"/>
    <p:sldId id="301" r:id="rId25"/>
    <p:sldId id="312" r:id="rId26"/>
    <p:sldId id="313" r:id="rId27"/>
    <p:sldId id="316" r:id="rId28"/>
    <p:sldId id="314" r:id="rId29"/>
    <p:sldId id="317" r:id="rId30"/>
    <p:sldId id="318" r:id="rId31"/>
    <p:sldId id="319" r:id="rId32"/>
    <p:sldId id="320" r:id="rId33"/>
    <p:sldId id="321" r:id="rId34"/>
    <p:sldId id="304" r:id="rId35"/>
  </p:sldIdLst>
  <p:sldSz cx="9144000" cy="6858000" type="screen4x3"/>
  <p:notesSz cx="6858000" cy="9144000"/>
  <p:custDataLst>
    <p:tags r:id="rId3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226"/>
    <a:srgbClr val="0C4BAF"/>
    <a:srgbClr val="D6E3BC"/>
    <a:srgbClr val="B4CAFA"/>
    <a:srgbClr val="AFEAFF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B6BCE-CFF7-469F-AABE-282CE60C0D3F}" v="1" dt="2023-04-06T13:03:57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72829" autoAdjust="0"/>
  </p:normalViewPr>
  <p:slideViewPr>
    <p:cSldViewPr>
      <p:cViewPr varScale="1">
        <p:scale>
          <a:sx n="66" d="100"/>
          <a:sy n="66" d="100"/>
        </p:scale>
        <p:origin x="1858" y="45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B0DF57DB-BE44-48D9-A5E9-05DDE94F5005}"/>
    <pc:docChg chg="custSel modSld modMainMaster">
      <pc:chgData name="Ufuk Unal" userId="d77f72b3-53d7-4cb7-8425-5a8f29447216" providerId="ADAL" clId="{B0DF57DB-BE44-48D9-A5E9-05DDE94F5005}" dt="2023-03-14T10:09:21.256" v="54" actId="6549"/>
      <pc:docMkLst>
        <pc:docMk/>
      </pc:docMkLst>
      <pc:sldChg chg="delSp modSp mod">
        <pc:chgData name="Ufuk Unal" userId="d77f72b3-53d7-4cb7-8425-5a8f29447216" providerId="ADAL" clId="{B0DF57DB-BE44-48D9-A5E9-05DDE94F5005}" dt="2023-03-14T09:40:49.424" v="2" actId="20577"/>
        <pc:sldMkLst>
          <pc:docMk/>
          <pc:sldMk cId="2459807384" sldId="256"/>
        </pc:sldMkLst>
        <pc:spChg chg="del">
          <ac:chgData name="Ufuk Unal" userId="d77f72b3-53d7-4cb7-8425-5a8f29447216" providerId="ADAL" clId="{B0DF57DB-BE44-48D9-A5E9-05DDE94F5005}" dt="2023-03-14T09:40:47.278" v="0" actId="478"/>
          <ac:spMkLst>
            <pc:docMk/>
            <pc:sldMk cId="2459807384" sldId="256"/>
            <ac:spMk id="5" creationId="{1D73F070-14E5-431D-9BB5-D0DFC46463AA}"/>
          </ac:spMkLst>
        </pc:spChg>
        <pc:spChg chg="mod">
          <ac:chgData name="Ufuk Unal" userId="d77f72b3-53d7-4cb7-8425-5a8f29447216" providerId="ADAL" clId="{B0DF57DB-BE44-48D9-A5E9-05DDE94F5005}" dt="2023-03-14T09:40:49.424" v="2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modNotesTx">
        <pc:chgData name="Ufuk Unal" userId="d77f72b3-53d7-4cb7-8425-5a8f29447216" providerId="ADAL" clId="{B0DF57DB-BE44-48D9-A5E9-05DDE94F5005}" dt="2023-03-14T09:41:48.685" v="4" actId="6549"/>
        <pc:sldMkLst>
          <pc:docMk/>
          <pc:sldMk cId="3311703480" sldId="325"/>
        </pc:sldMkLst>
      </pc:sldChg>
      <pc:sldChg chg="modNotesTx">
        <pc:chgData name="Ufuk Unal" userId="d77f72b3-53d7-4cb7-8425-5a8f29447216" providerId="ADAL" clId="{B0DF57DB-BE44-48D9-A5E9-05DDE94F5005}" dt="2023-03-14T10:07:00.303" v="45" actId="6549"/>
        <pc:sldMkLst>
          <pc:docMk/>
          <pc:sldMk cId="3673250314" sldId="326"/>
        </pc:sldMkLst>
      </pc:sldChg>
      <pc:sldChg chg="modNotesTx">
        <pc:chgData name="Ufuk Unal" userId="d77f72b3-53d7-4cb7-8425-5a8f29447216" providerId="ADAL" clId="{B0DF57DB-BE44-48D9-A5E9-05DDE94F5005}" dt="2023-03-14T10:08:53.084" v="50" actId="6549"/>
        <pc:sldMkLst>
          <pc:docMk/>
          <pc:sldMk cId="2503827922" sldId="327"/>
        </pc:sldMkLst>
      </pc:sldChg>
      <pc:sldChg chg="modNotesTx">
        <pc:chgData name="Ufuk Unal" userId="d77f72b3-53d7-4cb7-8425-5a8f29447216" providerId="ADAL" clId="{B0DF57DB-BE44-48D9-A5E9-05DDE94F5005}" dt="2023-03-14T10:08:58.409" v="51" actId="6549"/>
        <pc:sldMkLst>
          <pc:docMk/>
          <pc:sldMk cId="4063430119" sldId="328"/>
        </pc:sldMkLst>
      </pc:sldChg>
      <pc:sldChg chg="modNotesTx">
        <pc:chgData name="Ufuk Unal" userId="d77f72b3-53d7-4cb7-8425-5a8f29447216" providerId="ADAL" clId="{B0DF57DB-BE44-48D9-A5E9-05DDE94F5005}" dt="2023-03-14T10:09:07.868" v="53" actId="6549"/>
        <pc:sldMkLst>
          <pc:docMk/>
          <pc:sldMk cId="1976804067" sldId="329"/>
        </pc:sldMkLst>
      </pc:sldChg>
      <pc:sldChg chg="modSp mod modNotesTx">
        <pc:chgData name="Ufuk Unal" userId="d77f72b3-53d7-4cb7-8425-5a8f29447216" providerId="ADAL" clId="{B0DF57DB-BE44-48D9-A5E9-05DDE94F5005}" dt="2023-03-14T09:42:40.900" v="18" actId="20577"/>
        <pc:sldMkLst>
          <pc:docMk/>
          <pc:sldMk cId="1374603204" sldId="341"/>
        </pc:sldMkLst>
        <pc:spChg chg="mod">
          <ac:chgData name="Ufuk Unal" userId="d77f72b3-53d7-4cb7-8425-5a8f29447216" providerId="ADAL" clId="{B0DF57DB-BE44-48D9-A5E9-05DDE94F5005}" dt="2023-03-14T09:42:40.900" v="18" actId="20577"/>
          <ac:spMkLst>
            <pc:docMk/>
            <pc:sldMk cId="1374603204" sldId="341"/>
            <ac:spMk id="8" creationId="{9F2C7172-BF0D-4756-AB0D-E9B70C83CC4C}"/>
          </ac:spMkLst>
        </pc:spChg>
      </pc:sldChg>
      <pc:sldChg chg="modNotesTx">
        <pc:chgData name="Ufuk Unal" userId="d77f72b3-53d7-4cb7-8425-5a8f29447216" providerId="ADAL" clId="{B0DF57DB-BE44-48D9-A5E9-05DDE94F5005}" dt="2023-03-14T09:43:14.588" v="19" actId="6549"/>
        <pc:sldMkLst>
          <pc:docMk/>
          <pc:sldMk cId="1994260570" sldId="342"/>
        </pc:sldMkLst>
      </pc:sldChg>
      <pc:sldChg chg="modNotesTx">
        <pc:chgData name="Ufuk Unal" userId="d77f72b3-53d7-4cb7-8425-5a8f29447216" providerId="ADAL" clId="{B0DF57DB-BE44-48D9-A5E9-05DDE94F5005}" dt="2023-03-14T09:43:33.699" v="20" actId="6549"/>
        <pc:sldMkLst>
          <pc:docMk/>
          <pc:sldMk cId="2416504450" sldId="343"/>
        </pc:sldMkLst>
      </pc:sldChg>
      <pc:sldChg chg="modSp mod modNotesTx">
        <pc:chgData name="Ufuk Unal" userId="d77f72b3-53d7-4cb7-8425-5a8f29447216" providerId="ADAL" clId="{B0DF57DB-BE44-48D9-A5E9-05DDE94F5005}" dt="2023-03-14T09:44:48.693" v="25" actId="20577"/>
        <pc:sldMkLst>
          <pc:docMk/>
          <pc:sldMk cId="2684641891" sldId="344"/>
        </pc:sldMkLst>
        <pc:spChg chg="mod">
          <ac:chgData name="Ufuk Unal" userId="d77f72b3-53d7-4cb7-8425-5a8f29447216" providerId="ADAL" clId="{B0DF57DB-BE44-48D9-A5E9-05DDE94F5005}" dt="2023-03-14T09:44:48.693" v="25" actId="20577"/>
          <ac:spMkLst>
            <pc:docMk/>
            <pc:sldMk cId="2684641891" sldId="344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02.188" v="30" actId="6549"/>
        <pc:sldMkLst>
          <pc:docMk/>
          <pc:sldMk cId="1396881717" sldId="345"/>
        </pc:sldMkLst>
      </pc:sldChg>
      <pc:sldChg chg="modNotesTx">
        <pc:chgData name="Ufuk Unal" userId="d77f72b3-53d7-4cb7-8425-5a8f29447216" providerId="ADAL" clId="{B0DF57DB-BE44-48D9-A5E9-05DDE94F5005}" dt="2023-03-14T09:46:08.139" v="31" actId="6549"/>
        <pc:sldMkLst>
          <pc:docMk/>
          <pc:sldMk cId="4104435945" sldId="346"/>
        </pc:sldMkLst>
      </pc:sldChg>
      <pc:sldChg chg="modNotesTx">
        <pc:chgData name="Ufuk Unal" userId="d77f72b3-53d7-4cb7-8425-5a8f29447216" providerId="ADAL" clId="{B0DF57DB-BE44-48D9-A5E9-05DDE94F5005}" dt="2023-03-14T09:46:29.030" v="33" actId="6549"/>
        <pc:sldMkLst>
          <pc:docMk/>
          <pc:sldMk cId="2470924352" sldId="347"/>
        </pc:sldMkLst>
      </pc:sldChg>
      <pc:sldChg chg="modNotesTx">
        <pc:chgData name="Ufuk Unal" userId="d77f72b3-53d7-4cb7-8425-5a8f29447216" providerId="ADAL" clId="{B0DF57DB-BE44-48D9-A5E9-05DDE94F5005}" dt="2023-03-14T09:46:37.348" v="35" actId="6549"/>
        <pc:sldMkLst>
          <pc:docMk/>
          <pc:sldMk cId="838802227" sldId="349"/>
        </pc:sldMkLst>
      </pc:sldChg>
      <pc:sldChg chg="modNotesTx">
        <pc:chgData name="Ufuk Unal" userId="d77f72b3-53d7-4cb7-8425-5a8f29447216" providerId="ADAL" clId="{B0DF57DB-BE44-48D9-A5E9-05DDE94F5005}" dt="2023-03-14T09:46:40.629" v="36" actId="6549"/>
        <pc:sldMkLst>
          <pc:docMk/>
          <pc:sldMk cId="1108545243" sldId="350"/>
        </pc:sldMkLst>
      </pc:sldChg>
      <pc:sldChg chg="modNotesTx">
        <pc:chgData name="Ufuk Unal" userId="d77f72b3-53d7-4cb7-8425-5a8f29447216" providerId="ADAL" clId="{B0DF57DB-BE44-48D9-A5E9-05DDE94F5005}" dt="2023-03-14T09:46:43.386" v="37" actId="6549"/>
        <pc:sldMkLst>
          <pc:docMk/>
          <pc:sldMk cId="1001165308" sldId="351"/>
        </pc:sldMkLst>
      </pc:sldChg>
      <pc:sldChg chg="modNotesTx">
        <pc:chgData name="Ufuk Unal" userId="d77f72b3-53d7-4cb7-8425-5a8f29447216" providerId="ADAL" clId="{B0DF57DB-BE44-48D9-A5E9-05DDE94F5005}" dt="2023-03-14T09:46:50.877" v="39" actId="6549"/>
        <pc:sldMkLst>
          <pc:docMk/>
          <pc:sldMk cId="3243177277" sldId="352"/>
        </pc:sldMkLst>
      </pc:sldChg>
      <pc:sldChg chg="modNotesTx">
        <pc:chgData name="Ufuk Unal" userId="d77f72b3-53d7-4cb7-8425-5a8f29447216" providerId="ADAL" clId="{B0DF57DB-BE44-48D9-A5E9-05DDE94F5005}" dt="2023-03-14T09:45:29.636" v="26" actId="6549"/>
        <pc:sldMkLst>
          <pc:docMk/>
          <pc:sldMk cId="2021682167" sldId="353"/>
        </pc:sldMkLst>
      </pc:sldChg>
      <pc:sldChg chg="modNotesTx">
        <pc:chgData name="Ufuk Unal" userId="d77f72b3-53d7-4cb7-8425-5a8f29447216" providerId="ADAL" clId="{B0DF57DB-BE44-48D9-A5E9-05DDE94F5005}" dt="2023-03-14T09:45:36.796" v="27" actId="6549"/>
        <pc:sldMkLst>
          <pc:docMk/>
          <pc:sldMk cId="423197906" sldId="354"/>
        </pc:sldMkLst>
      </pc:sldChg>
      <pc:sldChg chg="modNotesTx">
        <pc:chgData name="Ufuk Unal" userId="d77f72b3-53d7-4cb7-8425-5a8f29447216" providerId="ADAL" clId="{B0DF57DB-BE44-48D9-A5E9-05DDE94F5005}" dt="2023-03-14T09:45:58.106" v="29" actId="6549"/>
        <pc:sldMkLst>
          <pc:docMk/>
          <pc:sldMk cId="4233599654" sldId="355"/>
        </pc:sldMkLst>
      </pc:sldChg>
      <pc:sldChg chg="modSp mod modNotesTx">
        <pc:chgData name="Ufuk Unal" userId="d77f72b3-53d7-4cb7-8425-5a8f29447216" providerId="ADAL" clId="{B0DF57DB-BE44-48D9-A5E9-05DDE94F5005}" dt="2023-03-14T10:07:55.220" v="48" actId="6549"/>
        <pc:sldMkLst>
          <pc:docMk/>
          <pc:sldMk cId="3798046907" sldId="357"/>
        </pc:sldMkLst>
        <pc:spChg chg="mod">
          <ac:chgData name="Ufuk Unal" userId="d77f72b3-53d7-4cb7-8425-5a8f29447216" providerId="ADAL" clId="{B0DF57DB-BE44-48D9-A5E9-05DDE94F5005}" dt="2023-03-14T10:07:55.220" v="48" actId="6549"/>
          <ac:spMkLst>
            <pc:docMk/>
            <pc:sldMk cId="3798046907" sldId="357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47.782" v="38" actId="6549"/>
        <pc:sldMkLst>
          <pc:docMk/>
          <pc:sldMk cId="2763019059" sldId="358"/>
        </pc:sldMkLst>
      </pc:sldChg>
      <pc:sldChg chg="modNotesTx">
        <pc:chgData name="Ufuk Unal" userId="d77f72b3-53d7-4cb7-8425-5a8f29447216" providerId="ADAL" clId="{B0DF57DB-BE44-48D9-A5E9-05DDE94F5005}" dt="2023-03-14T09:45:53.949" v="28" actId="6549"/>
        <pc:sldMkLst>
          <pc:docMk/>
          <pc:sldMk cId="1502931874" sldId="359"/>
        </pc:sldMkLst>
      </pc:sldChg>
      <pc:sldChg chg="modNotesTx">
        <pc:chgData name="Ufuk Unal" userId="d77f72b3-53d7-4cb7-8425-5a8f29447216" providerId="ADAL" clId="{B0DF57DB-BE44-48D9-A5E9-05DDE94F5005}" dt="2023-03-14T09:46:18.797" v="32" actId="6549"/>
        <pc:sldMkLst>
          <pc:docMk/>
          <pc:sldMk cId="2784854281" sldId="360"/>
        </pc:sldMkLst>
      </pc:sldChg>
      <pc:sldChg chg="modNotesTx">
        <pc:chgData name="Ufuk Unal" userId="d77f72b3-53d7-4cb7-8425-5a8f29447216" providerId="ADAL" clId="{B0DF57DB-BE44-48D9-A5E9-05DDE94F5005}" dt="2023-03-14T09:46:32.749" v="34" actId="6549"/>
        <pc:sldMkLst>
          <pc:docMk/>
          <pc:sldMk cId="81848509" sldId="361"/>
        </pc:sldMkLst>
      </pc:sldChg>
      <pc:sldChg chg="modNotesTx">
        <pc:chgData name="Ufuk Unal" userId="d77f72b3-53d7-4cb7-8425-5a8f29447216" providerId="ADAL" clId="{B0DF57DB-BE44-48D9-A5E9-05DDE94F5005}" dt="2023-03-14T09:46:54.846" v="40" actId="6549"/>
        <pc:sldMkLst>
          <pc:docMk/>
          <pc:sldMk cId="2726252616" sldId="362"/>
        </pc:sldMkLst>
      </pc:sldChg>
      <pc:sldChg chg="modNotesTx">
        <pc:chgData name="Ufuk Unal" userId="d77f72b3-53d7-4cb7-8425-5a8f29447216" providerId="ADAL" clId="{B0DF57DB-BE44-48D9-A5E9-05DDE94F5005}" dt="2023-03-14T09:46:57.442" v="41" actId="6549"/>
        <pc:sldMkLst>
          <pc:docMk/>
          <pc:sldMk cId="114654693" sldId="363"/>
        </pc:sldMkLst>
      </pc:sldChg>
      <pc:sldChg chg="modNotesTx">
        <pc:chgData name="Ufuk Unal" userId="d77f72b3-53d7-4cb7-8425-5a8f29447216" providerId="ADAL" clId="{B0DF57DB-BE44-48D9-A5E9-05DDE94F5005}" dt="2023-03-14T09:47:03.519" v="42" actId="6549"/>
        <pc:sldMkLst>
          <pc:docMk/>
          <pc:sldMk cId="68671429" sldId="364"/>
        </pc:sldMkLst>
      </pc:sldChg>
      <pc:sldChg chg="modNotesTx">
        <pc:chgData name="Ufuk Unal" userId="d77f72b3-53d7-4cb7-8425-5a8f29447216" providerId="ADAL" clId="{B0DF57DB-BE44-48D9-A5E9-05DDE94F5005}" dt="2023-03-14T10:06:47.184" v="43" actId="6549"/>
        <pc:sldMkLst>
          <pc:docMk/>
          <pc:sldMk cId="3814972833" sldId="365"/>
        </pc:sldMkLst>
      </pc:sldChg>
      <pc:sldChg chg="modNotesTx">
        <pc:chgData name="Ufuk Unal" userId="d77f72b3-53d7-4cb7-8425-5a8f29447216" providerId="ADAL" clId="{B0DF57DB-BE44-48D9-A5E9-05DDE94F5005}" dt="2023-03-14T10:08:48.939" v="49" actId="6549"/>
        <pc:sldMkLst>
          <pc:docMk/>
          <pc:sldMk cId="1766050880" sldId="366"/>
        </pc:sldMkLst>
      </pc:sldChg>
      <pc:sldChg chg="modNotesTx">
        <pc:chgData name="Ufuk Unal" userId="d77f72b3-53d7-4cb7-8425-5a8f29447216" providerId="ADAL" clId="{B0DF57DB-BE44-48D9-A5E9-05DDE94F5005}" dt="2023-03-14T10:09:21.256" v="54" actId="6549"/>
        <pc:sldMkLst>
          <pc:docMk/>
          <pc:sldMk cId="2830932289" sldId="367"/>
        </pc:sldMkLst>
      </pc:sldChg>
      <pc:sldChg chg="modNotesTx">
        <pc:chgData name="Ufuk Unal" userId="d77f72b3-53d7-4cb7-8425-5a8f29447216" providerId="ADAL" clId="{B0DF57DB-BE44-48D9-A5E9-05DDE94F5005}" dt="2023-03-14T10:09:03.930" v="52" actId="6549"/>
        <pc:sldMkLst>
          <pc:docMk/>
          <pc:sldMk cId="3461289532" sldId="368"/>
        </pc:sldMkLst>
      </pc:sldChg>
      <pc:sldMasterChg chg="modSldLayout">
        <pc:chgData name="Ufuk Unal" userId="d77f72b3-53d7-4cb7-8425-5a8f29447216" providerId="ADAL" clId="{B0DF57DB-BE44-48D9-A5E9-05DDE94F5005}" dt="2023-03-14T09:41:05.076" v="3" actId="478"/>
        <pc:sldMasterMkLst>
          <pc:docMk/>
          <pc:sldMasterMk cId="100049181" sldId="2147483782"/>
        </pc:sldMasterMkLst>
        <pc:sldLayoutChg chg="delSp">
          <pc:chgData name="Ufuk Unal" userId="d77f72b3-53d7-4cb7-8425-5a8f29447216" providerId="ADAL" clId="{B0DF57DB-BE44-48D9-A5E9-05DDE94F5005}" dt="2023-03-14T09:41:05.076" v="3" actId="478"/>
          <pc:sldLayoutMkLst>
            <pc:docMk/>
            <pc:sldMasterMk cId="100049181" sldId="2147483782"/>
            <pc:sldLayoutMk cId="2489093777" sldId="2147483783"/>
          </pc:sldLayoutMkLst>
          <pc:spChg chg="del">
            <ac:chgData name="Ufuk Unal" userId="d77f72b3-53d7-4cb7-8425-5a8f29447216" providerId="ADAL" clId="{B0DF57DB-BE44-48D9-A5E9-05DDE94F5005}" dt="2023-03-14T09:41:05.076" v="3" actId="478"/>
            <ac:spMkLst>
              <pc:docMk/>
              <pc:sldMasterMk cId="100049181" sldId="2147483782"/>
              <pc:sldLayoutMk cId="2489093777" sldId="2147483783"/>
              <ac:spMk id="5" creationId="{00000000-0000-0000-0000-000000000000}"/>
            </ac:spMkLst>
          </pc:spChg>
        </pc:sldLayoutChg>
      </pc:sldMasterChg>
    </pc:docChg>
  </pc:docChgLst>
  <pc:docChgLst>
    <pc:chgData name="Ufuk Unal" userId="d77f72b3-53d7-4cb7-8425-5a8f29447216" providerId="ADAL" clId="{A5CB6BCE-CFF7-469F-AABE-282CE60C0D3F}"/>
    <pc:docChg chg="addSld delSld modSld">
      <pc:chgData name="Ufuk Unal" userId="d77f72b3-53d7-4cb7-8425-5a8f29447216" providerId="ADAL" clId="{A5CB6BCE-CFF7-469F-AABE-282CE60C0D3F}" dt="2023-04-06T13:04:36.292" v="10" actId="47"/>
      <pc:docMkLst>
        <pc:docMk/>
      </pc:docMkLst>
      <pc:sldChg chg="modSp mod">
        <pc:chgData name="Ufuk Unal" userId="d77f72b3-53d7-4cb7-8425-5a8f29447216" providerId="ADAL" clId="{A5CB6BCE-CFF7-469F-AABE-282CE60C0D3F}" dt="2023-04-06T13:03:46.002" v="7" actId="20577"/>
        <pc:sldMkLst>
          <pc:docMk/>
          <pc:sldMk cId="2459807384" sldId="256"/>
        </pc:sldMkLst>
        <pc:spChg chg="mod">
          <ac:chgData name="Ufuk Unal" userId="d77f72b3-53d7-4cb7-8425-5a8f29447216" providerId="ADAL" clId="{A5CB6BCE-CFF7-469F-AABE-282CE60C0D3F}" dt="2023-04-06T13:03:46.002" v="7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98842949" sldId="25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05511851" sldId="28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8838512" sldId="28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281775076" sldId="28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073715606" sldId="28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608193054" sldId="29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36013279" sldId="29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944076353" sldId="29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17736273" sldId="29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152956858" sldId="294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953398966" sldId="295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167178223" sldId="29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072424695" sldId="29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043198107" sldId="29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928479514" sldId="29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446979928" sldId="30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359428810" sldId="30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722043997" sldId="30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492922032" sldId="30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578986941" sldId="30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311703480" sldId="32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673250314" sldId="32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503827922" sldId="32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063430119" sldId="32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76804067" sldId="32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74603204" sldId="34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94260570" sldId="34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16504450" sldId="34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684641891" sldId="34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96881717" sldId="34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104435945" sldId="34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70924352" sldId="34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38802227" sldId="34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08545243" sldId="35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1165308" sldId="35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243177277" sldId="35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021682167" sldId="35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197906" sldId="35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3599654" sldId="35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798046907" sldId="35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63019059" sldId="35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502931874" sldId="35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84854281" sldId="36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1848509" sldId="36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26252616" sldId="36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4654693" sldId="36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68671429" sldId="36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814972833" sldId="36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766050880" sldId="36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30932289" sldId="36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461289532" sldId="36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6181768" sldId="36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44942873" sldId="37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53401936" sldId="37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263266425" sldId="372"/>
        </pc:sldMkLst>
      </pc:sldChg>
      <pc:sldChg chg="add del">
        <pc:chgData name="Ufuk Unal" userId="d77f72b3-53d7-4cb7-8425-5a8f29447216" providerId="ADAL" clId="{A5CB6BCE-CFF7-469F-AABE-282CE60C0D3F}" dt="2023-04-06T13:04:06.500" v="9" actId="47"/>
        <pc:sldMkLst>
          <pc:docMk/>
          <pc:sldMk cId="1086794968" sldId="3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07.04.2023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74181A-B52E-4AEA-801A-5F0AC153D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73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93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 b="1">
                <a:effectLst/>
              </a:defRPr>
            </a:pPr>
            <a:r>
              <a:t>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81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58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4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47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59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14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11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10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05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39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5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15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09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46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9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489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1134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9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771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104650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43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137734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7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92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8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26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0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526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7924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510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0004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770" r:id="rId18"/>
    <p:sldLayoutId id="2147483772" r:id="rId1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COURS AVANCÉ KNX</a:t>
            </a:r>
            <a:endParaRPr lang="en-GB" sz="2400" b="0" dirty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891D17-0544-4779-B232-7495C4C5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88" y="3447972"/>
            <a:ext cx="4607868" cy="1076325"/>
          </a:xfrm>
        </p:spPr>
        <p:txBody>
          <a:bodyPr/>
          <a:lstStyle/>
          <a:p>
            <a:r>
              <a:rPr lang="nl-BE" sz="2400" dirty="0"/>
              <a:t>KNX Secure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3" y="476672"/>
            <a:ext cx="6696744" cy="647130"/>
          </a:xfrm>
        </p:spPr>
        <p:txBody>
          <a:bodyPr/>
          <a:lstStyle/>
          <a:p>
            <a:pPr>
              <a:defRPr sz="2000"/>
            </a:pPr>
            <a:r>
              <a:t>télégramme KNX non sécurisé – télégramme KNX avec authentification</a:t>
            </a:r>
            <a:endParaRPr sz="2000"/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04864"/>
            <a:ext cx="7416824" cy="27363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5511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477614"/>
            <a:ext cx="6552728" cy="431106"/>
          </a:xfrm>
        </p:spPr>
        <p:txBody>
          <a:bodyPr/>
          <a:lstStyle/>
          <a:p>
            <a:pPr>
              <a:defRPr sz="2000"/>
            </a:pPr>
            <a:r>
              <a:rPr dirty="0" err="1"/>
              <a:t>Télégramme</a:t>
            </a:r>
            <a:r>
              <a:rPr dirty="0"/>
              <a:t> KNX avec un </a:t>
            </a:r>
            <a:r>
              <a:rPr dirty="0" err="1"/>
              <a:t>cryptage</a:t>
            </a:r>
            <a:r>
              <a:rPr dirty="0"/>
              <a:t> </a:t>
            </a:r>
            <a:r>
              <a:rPr dirty="0" err="1"/>
              <a:t>supplémentaire</a:t>
            </a:r>
            <a:r>
              <a:rPr dirty="0"/>
              <a:t> des </a:t>
            </a:r>
            <a:r>
              <a:rPr dirty="0" err="1"/>
              <a:t>données</a:t>
            </a:r>
            <a:r>
              <a:rPr dirty="0"/>
              <a:t> </a:t>
            </a:r>
            <a:r>
              <a:rPr dirty="0" err="1"/>
              <a:t>utilisateur</a:t>
            </a:r>
            <a:endParaRPr sz="2000" dirty="0"/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564904"/>
            <a:ext cx="7777728" cy="16949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3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92696"/>
            <a:ext cx="6480175" cy="502692"/>
          </a:xfrm>
        </p:spPr>
        <p:txBody>
          <a:bodyPr/>
          <a:lstStyle/>
          <a:p>
            <a:r>
              <a:t>KNX IP Secure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302" y="1700808"/>
            <a:ext cx="5645150" cy="4232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177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20688"/>
            <a:ext cx="6480175" cy="574700"/>
          </a:xfrm>
        </p:spPr>
        <p:txBody>
          <a:bodyPr/>
          <a:lstStyle/>
          <a:p>
            <a:r>
              <a:t>KNX Data Secure</a:t>
            </a:r>
          </a:p>
        </p:txBody>
      </p:sp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08" y="1556792"/>
            <a:ext cx="6120680" cy="4464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371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92696"/>
            <a:ext cx="6768231" cy="504056"/>
          </a:xfrm>
        </p:spPr>
        <p:txBody>
          <a:bodyPr/>
          <a:lstStyle/>
          <a:p>
            <a:pPr>
              <a:defRPr sz="2400"/>
            </a:pPr>
            <a:r>
              <a:t>Ouverture d'un projet ETS protégé par mot de passe</a:t>
            </a:r>
            <a:endParaRPr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B3C0E-A592-4A9D-8FCE-D93C3F4C7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75" y="1571529"/>
            <a:ext cx="7791850" cy="371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9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476672"/>
            <a:ext cx="7704856" cy="647130"/>
          </a:xfrm>
        </p:spPr>
        <p:txBody>
          <a:bodyPr/>
          <a:lstStyle/>
          <a:p>
            <a:pPr>
              <a:defRPr sz="2000"/>
            </a:pPr>
            <a:r>
              <a:t>Allocation d'un mot de passe de projet qui combine des lettres, des chiffres et des caractères</a:t>
            </a:r>
            <a:endParaRPr sz="200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03648" y="170080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6" name="Picture 5" descr="Graphical user interface, text, application  Description automatically generated">
            <a:extLst>
              <a:ext uri="{FF2B5EF4-FFF2-40B4-BE49-F238E27FC236}">
                <a16:creationId xmlns:a16="http://schemas.microsoft.com/office/drawing/2014/main" id="{C1F07F26-711D-45BC-A495-3B1B6878C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916832"/>
            <a:ext cx="4527783" cy="39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1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692696"/>
            <a:ext cx="6768231" cy="287090"/>
          </a:xfrm>
        </p:spPr>
        <p:txBody>
          <a:bodyPr/>
          <a:lstStyle/>
          <a:p>
            <a:pPr>
              <a:defRPr sz="2000"/>
            </a:pPr>
            <a:r>
              <a:t>Informations sur le projet d'un projet contenant des participants sécurisés</a:t>
            </a:r>
            <a:endParaRPr sz="20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91680" y="23488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1498D-1EC0-4089-B535-EDDCC6582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682647"/>
            <a:ext cx="7884368" cy="415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76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99592" y="404664"/>
            <a:ext cx="6480175" cy="647130"/>
          </a:xfrm>
        </p:spPr>
        <p:txBody>
          <a:bodyPr/>
          <a:lstStyle/>
          <a:p>
            <a:pPr>
              <a:defRPr sz="2400"/>
            </a:pPr>
            <a:r>
              <a:t>L'onglet ''Sécurité'' d'un projet ETS avec des produits KNX Secure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632" y="1700807"/>
            <a:ext cx="112029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76191B-9A75-4637-BB3C-3BE7BEF285F5}"/>
              </a:ext>
            </a:extLst>
          </p:cNvPr>
          <p:cNvGrpSpPr/>
          <p:nvPr/>
        </p:nvGrpSpPr>
        <p:grpSpPr>
          <a:xfrm>
            <a:off x="539553" y="1988840"/>
            <a:ext cx="8366776" cy="3122635"/>
            <a:chOff x="539553" y="1988840"/>
            <a:chExt cx="8366776" cy="31226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F158BB8-751B-4112-852B-09859F1F7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3" y="2060848"/>
              <a:ext cx="7776864" cy="2232031"/>
            </a:xfrm>
            <a:prstGeom prst="rect">
              <a:avLst/>
            </a:prstGeom>
          </p:spPr>
        </p:pic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2227FED3-4B34-41B6-BEA9-4BE9DFD0CB75}"/>
                </a:ext>
              </a:extLst>
            </p:cNvPr>
            <p:cNvSpPr/>
            <p:nvPr/>
          </p:nvSpPr>
          <p:spPr>
            <a:xfrm>
              <a:off x="6804248" y="1988840"/>
              <a:ext cx="2016224" cy="648072"/>
            </a:xfrm>
            <a:prstGeom prst="wedgeRoundRectCallout">
              <a:avLst>
                <a:gd name="adj1" fmla="val -34254"/>
                <a:gd name="adj2" fmla="val 6169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sz="1400"/>
              </a:pPr>
              <a:r>
                <a:t>Possibilité d'exporter les informations de clé</a:t>
              </a:r>
              <a:endParaRPr sz="1400"/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8ED91659-619A-4264-9F2A-AA8FBA0E8081}"/>
                </a:ext>
              </a:extLst>
            </p:cNvPr>
            <p:cNvSpPr/>
            <p:nvPr/>
          </p:nvSpPr>
          <p:spPr>
            <a:xfrm>
              <a:off x="6890105" y="4365104"/>
              <a:ext cx="2016224" cy="746371"/>
            </a:xfrm>
            <a:prstGeom prst="wedgeRoundRectCallout">
              <a:avLst>
                <a:gd name="adj1" fmla="val -15743"/>
                <a:gd name="adj2" fmla="val -175692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sz="1400"/>
              </a:pPr>
              <a:r>
                <a:t>Possibilité d'ajouter un autre certificat de participant</a:t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91773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825" y="404664"/>
            <a:ext cx="6628511" cy="719138"/>
          </a:xfrm>
        </p:spPr>
        <p:txBody>
          <a:bodyPr/>
          <a:lstStyle/>
          <a:p>
            <a:pPr>
              <a:defRPr sz="2400"/>
            </a:pPr>
            <a:r>
              <a:t>Lecture/saisie des certificats de participants KNX Secure</a:t>
            </a:r>
            <a:endParaRPr sz="240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55576" y="1484783"/>
            <a:ext cx="1054201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E0C959-7825-432E-A820-160B35CB18AB}"/>
              </a:ext>
            </a:extLst>
          </p:cNvPr>
          <p:cNvGrpSpPr/>
          <p:nvPr/>
        </p:nvGrpSpPr>
        <p:grpSpPr>
          <a:xfrm>
            <a:off x="179511" y="1412044"/>
            <a:ext cx="8964489" cy="4922835"/>
            <a:chOff x="179511" y="1412044"/>
            <a:chExt cx="8964489" cy="492283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92A08B1-88DE-48E6-9D84-A891E8421BE1}"/>
                </a:ext>
              </a:extLst>
            </p:cNvPr>
            <p:cNvGrpSpPr/>
            <p:nvPr/>
          </p:nvGrpSpPr>
          <p:grpSpPr>
            <a:xfrm>
              <a:off x="179511" y="1412044"/>
              <a:ext cx="8784977" cy="4922835"/>
              <a:chOff x="179511" y="1412044"/>
              <a:chExt cx="8784977" cy="4922835"/>
            </a:xfrm>
          </p:grpSpPr>
          <p:pic>
            <p:nvPicPr>
              <p:cNvPr id="6" name="Picture 5" descr="Graphical user interface, application, website  Description automatically generated">
                <a:extLst>
                  <a:ext uri="{FF2B5EF4-FFF2-40B4-BE49-F238E27FC236}">
                    <a16:creationId xmlns:a16="http://schemas.microsoft.com/office/drawing/2014/main" id="{DAB3696B-AEC7-40A5-A4B8-79A713B2E3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859" b="-162"/>
              <a:stretch/>
            </p:blipFill>
            <p:spPr>
              <a:xfrm>
                <a:off x="1324638" y="1412044"/>
                <a:ext cx="5914884" cy="492283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7" name="Speech Bubble: Rectangle with Corners Rounded 6">
                <a:extLst>
                  <a:ext uri="{FF2B5EF4-FFF2-40B4-BE49-F238E27FC236}">
                    <a16:creationId xmlns:a16="http://schemas.microsoft.com/office/drawing/2014/main" id="{59CF2E0E-4ED9-4D81-8098-50676DCD8DDD}"/>
                  </a:ext>
                </a:extLst>
              </p:cNvPr>
              <p:cNvSpPr/>
              <p:nvPr/>
            </p:nvSpPr>
            <p:spPr>
              <a:xfrm>
                <a:off x="323528" y="1438412"/>
                <a:ext cx="1224136" cy="406412"/>
              </a:xfrm>
              <a:prstGeom prst="wedgeRoundRectCallout">
                <a:avLst>
                  <a:gd name="adj1" fmla="val 64112"/>
                  <a:gd name="adj2" fmla="val 85176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sz="1400"/>
                </a:pPr>
                <a:r>
                  <a:t>QR code</a:t>
                </a:r>
                <a:endParaRPr sz="1400"/>
              </a:p>
            </p:txBody>
          </p:sp>
          <p:sp>
            <p:nvSpPr>
              <p:cNvPr id="8" name="Speech Bubble: Rectangle with Corners Rounded 7">
                <a:extLst>
                  <a:ext uri="{FF2B5EF4-FFF2-40B4-BE49-F238E27FC236}">
                    <a16:creationId xmlns:a16="http://schemas.microsoft.com/office/drawing/2014/main" id="{5695B130-D49A-4888-B77E-595C7D8B8068}"/>
                  </a:ext>
                </a:extLst>
              </p:cNvPr>
              <p:cNvSpPr/>
              <p:nvPr/>
            </p:nvSpPr>
            <p:spPr>
              <a:xfrm>
                <a:off x="6984268" y="2780927"/>
                <a:ext cx="1980220" cy="1034401"/>
              </a:xfrm>
              <a:prstGeom prst="wedgeRoundRectCallout">
                <a:avLst>
                  <a:gd name="adj1" fmla="val -94056"/>
                  <a:gd name="adj2" fmla="val 52366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sz="1400"/>
                </a:pPr>
                <a:r>
                  <a:t>Une webcam intégrée, qui peut être utilisé pour scanner le code QR (si disponible)</a:t>
                </a:r>
                <a:endParaRPr sz="1400"/>
              </a:p>
            </p:txBody>
          </p:sp>
          <p:sp>
            <p:nvSpPr>
              <p:cNvPr id="10" name="Speech Bubble: Rectangle with Corners Rounded 9">
                <a:extLst>
                  <a:ext uri="{FF2B5EF4-FFF2-40B4-BE49-F238E27FC236}">
                    <a16:creationId xmlns:a16="http://schemas.microsoft.com/office/drawing/2014/main" id="{B059C9BF-1738-4490-A0E0-CA2AE338379C}"/>
                  </a:ext>
                </a:extLst>
              </p:cNvPr>
              <p:cNvSpPr/>
              <p:nvPr/>
            </p:nvSpPr>
            <p:spPr>
              <a:xfrm>
                <a:off x="179511" y="4856016"/>
                <a:ext cx="1634681" cy="1165272"/>
              </a:xfrm>
              <a:prstGeom prst="wedgeRoundRectCallout">
                <a:avLst>
                  <a:gd name="adj1" fmla="val 76469"/>
                  <a:gd name="adj2" fmla="val -23096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sz="1400"/>
                </a:pPr>
                <a:r>
                  <a:t>Indication que le certificat a déjà été scanné et fait partie du projet</a:t>
                </a:r>
                <a:endParaRPr sz="1400"/>
              </a:p>
            </p:txBody>
          </p:sp>
        </p:grp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DA8CDE1C-D4A8-472D-B041-4D35D2AE5F11}"/>
                </a:ext>
              </a:extLst>
            </p:cNvPr>
            <p:cNvSpPr/>
            <p:nvPr/>
          </p:nvSpPr>
          <p:spPr>
            <a:xfrm>
              <a:off x="7163780" y="4856017"/>
              <a:ext cx="1980220" cy="713796"/>
            </a:xfrm>
            <a:prstGeom prst="wedgeRoundRectCallout">
              <a:avLst>
                <a:gd name="adj1" fmla="val -84632"/>
                <a:gd name="adj2" fmla="val -41445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sz="1400"/>
              </a:pPr>
              <a:r>
                <a:t>Zone de saisie pour l'entrée manuelle de la clé FDSK</a:t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152956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99593" y="332656"/>
            <a:ext cx="6480720" cy="719138"/>
          </a:xfrm>
        </p:spPr>
        <p:txBody>
          <a:bodyPr/>
          <a:lstStyle/>
          <a:p>
            <a:pPr>
              <a:defRPr sz="2400"/>
            </a:pPr>
            <a:r>
              <a:t>Méthode pour générer et télécharger des clés de sécurité</a:t>
            </a:r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7344816" cy="3672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339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99592" y="765646"/>
            <a:ext cx="6480175" cy="431106"/>
          </a:xfrm>
        </p:spPr>
        <p:txBody>
          <a:bodyPr/>
          <a:lstStyle/>
          <a:p>
            <a:pPr>
              <a:defRPr sz="2000"/>
            </a:pPr>
            <a:r>
              <a:t>illustration de produits KNX Secure dans la topologie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339752" y="1556791"/>
            <a:ext cx="1055957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1979712" y="170080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F94E41-0921-4C1D-8896-DAD9509CE404}"/>
              </a:ext>
            </a:extLst>
          </p:cNvPr>
          <p:cNvGrpSpPr/>
          <p:nvPr/>
        </p:nvGrpSpPr>
        <p:grpSpPr>
          <a:xfrm>
            <a:off x="1691680" y="1679140"/>
            <a:ext cx="5783632" cy="3985788"/>
            <a:chOff x="1691680" y="1679140"/>
            <a:chExt cx="5783632" cy="39857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E0D0A0-C366-4E07-AFF4-F82475CBD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1680" y="1679140"/>
              <a:ext cx="3105490" cy="3985788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2DFB17C2-D2B9-4A37-BA93-55EA37C834E1}"/>
                </a:ext>
              </a:extLst>
            </p:cNvPr>
            <p:cNvSpPr/>
            <p:nvPr/>
          </p:nvSpPr>
          <p:spPr>
            <a:xfrm>
              <a:off x="3923928" y="3429000"/>
              <a:ext cx="2808312" cy="504051"/>
            </a:xfrm>
            <a:prstGeom prst="wedgeRoundRectCallout">
              <a:avLst>
                <a:gd name="adj1" fmla="val -71167"/>
                <a:gd name="adj2" fmla="val 11779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t>Participant KNX non sécurisé</a:t>
              </a:r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FBB43022-B4BB-4682-9DA3-6B03F6B03B45}"/>
                </a:ext>
              </a:extLst>
            </p:cNvPr>
            <p:cNvSpPr/>
            <p:nvPr/>
          </p:nvSpPr>
          <p:spPr>
            <a:xfrm>
              <a:off x="4667000" y="4294938"/>
              <a:ext cx="2808312" cy="504051"/>
            </a:xfrm>
            <a:prstGeom prst="wedgeRoundRectCallout">
              <a:avLst>
                <a:gd name="adj1" fmla="val -73561"/>
                <a:gd name="adj2" fmla="val 10179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t>Participant KNX sécurisé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7178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738414"/>
            <a:ext cx="6768231" cy="458338"/>
          </a:xfrm>
        </p:spPr>
        <p:txBody>
          <a:bodyPr/>
          <a:lstStyle/>
          <a:p>
            <a:pPr>
              <a:defRPr sz="2000"/>
            </a:pPr>
            <a:r>
              <a:t>Sélection d'un produit KNX Secure – Liste des objets de groupe</a:t>
            </a:r>
            <a:endParaRPr sz="2000"/>
          </a:p>
        </p:txBody>
      </p:sp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755576" y="2852936"/>
            <a:ext cx="102375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4D7D56-1967-41A4-B84C-F6D7AF58B5DE}"/>
              </a:ext>
            </a:extLst>
          </p:cNvPr>
          <p:cNvGrpSpPr/>
          <p:nvPr/>
        </p:nvGrpSpPr>
        <p:grpSpPr>
          <a:xfrm>
            <a:off x="486821" y="1700808"/>
            <a:ext cx="8170357" cy="3516867"/>
            <a:chOff x="486821" y="1700808"/>
            <a:chExt cx="8170357" cy="351686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FE519AC-779E-411B-B160-0C2A32106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821" y="2708920"/>
              <a:ext cx="8170357" cy="1762385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439145AA-3B69-435D-8297-15925EF4AC52}"/>
                </a:ext>
              </a:extLst>
            </p:cNvPr>
            <p:cNvSpPr/>
            <p:nvPr/>
          </p:nvSpPr>
          <p:spPr>
            <a:xfrm>
              <a:off x="1043608" y="1700808"/>
              <a:ext cx="3240360" cy="602354"/>
            </a:xfrm>
            <a:prstGeom prst="wedgeRoundRectCallout">
              <a:avLst>
                <a:gd name="adj1" fmla="val -56107"/>
                <a:gd name="adj2" fmla="val 199751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t>Objet de groupe avec adresses de groupe sécurisée</a:t>
              </a:r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8066AA47-620F-4E17-842B-3FC08514FBAB}"/>
                </a:ext>
              </a:extLst>
            </p:cNvPr>
            <p:cNvSpPr/>
            <p:nvPr/>
          </p:nvSpPr>
          <p:spPr>
            <a:xfrm>
              <a:off x="1691680" y="4615321"/>
              <a:ext cx="3240360" cy="602354"/>
            </a:xfrm>
            <a:prstGeom prst="wedgeRoundRectCallout">
              <a:avLst>
                <a:gd name="adj1" fmla="val -77686"/>
                <a:gd name="adj2" fmla="val -15966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t>Objet de groupe avec adresse de groupe standard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2424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/>
            </a:pPr>
            <a:r>
              <a:t>Sélection d'une adresse de groupe et associations correspondantes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43608" y="227687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900113" y="2132855"/>
            <a:ext cx="955433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DABF33-C3C3-4437-B38B-28C6C4B37166}"/>
              </a:ext>
            </a:extLst>
          </p:cNvPr>
          <p:cNvGrpSpPr/>
          <p:nvPr/>
        </p:nvGrpSpPr>
        <p:grpSpPr>
          <a:xfrm>
            <a:off x="683568" y="1867682"/>
            <a:ext cx="7236296" cy="2857463"/>
            <a:chOff x="683568" y="1867682"/>
            <a:chExt cx="7236296" cy="2857463"/>
          </a:xfrm>
        </p:grpSpPr>
        <p:pic>
          <p:nvPicPr>
            <p:cNvPr id="7" name="Picture 6" descr="Graphical user interface, application, Word  Description automatically generated">
              <a:extLst>
                <a:ext uri="{FF2B5EF4-FFF2-40B4-BE49-F238E27FC236}">
                  <a16:creationId xmlns:a16="http://schemas.microsoft.com/office/drawing/2014/main" id="{2206CAF9-34E7-436F-9EC8-B677A99A3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8" y="2492896"/>
              <a:ext cx="7236296" cy="1670986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16A75881-0EED-4EE2-9E75-8E15313DCE4C}"/>
                </a:ext>
              </a:extLst>
            </p:cNvPr>
            <p:cNvSpPr/>
            <p:nvPr/>
          </p:nvSpPr>
          <p:spPr>
            <a:xfrm>
              <a:off x="1403648" y="1867682"/>
              <a:ext cx="2016224" cy="530345"/>
            </a:xfrm>
            <a:prstGeom prst="wedgeRoundRectCallout">
              <a:avLst>
                <a:gd name="adj1" fmla="val -40270"/>
                <a:gd name="adj2" fmla="val 25602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sz="1400"/>
              </a:pPr>
              <a:r>
                <a:t>Adresse de groupe sécurisée</a:t>
              </a:r>
              <a:endParaRPr sz="1400"/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DC7F53F5-86EE-4F4C-9D2E-FDF689E5EE33}"/>
                </a:ext>
              </a:extLst>
            </p:cNvPr>
            <p:cNvSpPr/>
            <p:nvPr/>
          </p:nvSpPr>
          <p:spPr>
            <a:xfrm>
              <a:off x="1259632" y="4362665"/>
              <a:ext cx="2016224" cy="362480"/>
            </a:xfrm>
            <a:prstGeom prst="wedgeRoundRectCallout">
              <a:avLst>
                <a:gd name="adj1" fmla="val -38902"/>
                <a:gd name="adj2" fmla="val -13647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sz="1400"/>
              </a:pPr>
              <a:r>
                <a:t>Adresse de groupe standard</a:t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043198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6"/>
            <a:ext cx="6768231" cy="504056"/>
          </a:xfrm>
        </p:spPr>
        <p:txBody>
          <a:bodyPr/>
          <a:lstStyle/>
          <a:p>
            <a:pPr>
              <a:defRPr sz="2400"/>
            </a:pPr>
            <a:r>
              <a:t>Paramètre de sécurité de l'adresse de groupe</a:t>
            </a:r>
            <a:endParaRPr sz="240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71600" y="15567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71600" y="1556792"/>
          <a:ext cx="2232025" cy="438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552830" imgH="5054843" progId="Visio.Drawing.15">
                  <p:embed/>
                </p:oleObj>
              </mc:Choice>
              <mc:Fallback>
                <p:oleObj name="Visio" r:id="rId3" imgW="2552830" imgH="5054843" progId="Visio.Drawing.15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556792"/>
                        <a:ext cx="2232025" cy="438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8479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0113" y="692696"/>
            <a:ext cx="6480175" cy="502692"/>
          </a:xfrm>
        </p:spPr>
        <p:txBody>
          <a:bodyPr/>
          <a:lstStyle/>
          <a:p>
            <a:r>
              <a:t>La validation a échoué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115616" y="1772816"/>
            <a:ext cx="4968552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79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20688"/>
            <a:ext cx="6480175" cy="574700"/>
          </a:xfrm>
        </p:spPr>
        <p:txBody>
          <a:bodyPr/>
          <a:lstStyle/>
          <a:p>
            <a:r>
              <a:t>Notification de sécurité</a:t>
            </a:r>
          </a:p>
        </p:txBody>
      </p:sp>
      <p:pic>
        <p:nvPicPr>
          <p:cNvPr id="5" name="Picture 4" descr="Graphical user interface, text, application  Description automatically generated">
            <a:extLst>
              <a:ext uri="{FF2B5EF4-FFF2-40B4-BE49-F238E27FC236}">
                <a16:creationId xmlns:a16="http://schemas.microsoft.com/office/drawing/2014/main" id="{E4F0E113-1FDB-4472-9364-E08ED72D5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132856"/>
            <a:ext cx="4599253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56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6480175" cy="502692"/>
          </a:xfrm>
        </p:spPr>
        <p:txBody>
          <a:bodyPr/>
          <a:lstStyle/>
          <a:p>
            <a:r>
              <a:t>Paramètres de la zone IP (1)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900113" y="1844823"/>
            <a:ext cx="128355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51D0DB-1AC5-45FE-B31C-10477B00439F}"/>
              </a:ext>
            </a:extLst>
          </p:cNvPr>
          <p:cNvGrpSpPr/>
          <p:nvPr/>
        </p:nvGrpSpPr>
        <p:grpSpPr>
          <a:xfrm>
            <a:off x="1609356" y="1936261"/>
            <a:ext cx="6779068" cy="2887182"/>
            <a:chOff x="1609356" y="1936261"/>
            <a:chExt cx="6779068" cy="2887182"/>
          </a:xfrm>
        </p:grpSpPr>
        <p:pic>
          <p:nvPicPr>
            <p:cNvPr id="7" name="Picture 6" descr="Graphical user interface, text, application, email  Description automatically generated">
              <a:extLst>
                <a:ext uri="{FF2B5EF4-FFF2-40B4-BE49-F238E27FC236}">
                  <a16:creationId xmlns:a16="http://schemas.microsoft.com/office/drawing/2014/main" id="{3161A85B-31C2-4618-B1A9-5674B2AE0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9356" y="2204864"/>
              <a:ext cx="3379794" cy="2618579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B990925F-278C-400D-9451-C7B9E20327CE}"/>
                </a:ext>
              </a:extLst>
            </p:cNvPr>
            <p:cNvSpPr/>
            <p:nvPr/>
          </p:nvSpPr>
          <p:spPr>
            <a:xfrm>
              <a:off x="3692138" y="1936261"/>
              <a:ext cx="4696286" cy="475780"/>
            </a:xfrm>
            <a:prstGeom prst="wedgeRoundRectCallout">
              <a:avLst>
                <a:gd name="adj1" fmla="val -64340"/>
                <a:gd name="adj2" fmla="val 15815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t>Cliquez sur le mot 'Topologie ligne réseau'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0480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6480175" cy="502692"/>
          </a:xfrm>
        </p:spPr>
        <p:txBody>
          <a:bodyPr/>
          <a:lstStyle/>
          <a:p>
            <a:r>
              <a:t>Paramètres de la zone IP (2)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900113" y="1844823"/>
            <a:ext cx="128355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771800" y="1628800"/>
            <a:ext cx="3217545" cy="438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40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20688"/>
            <a:ext cx="6480175" cy="574700"/>
          </a:xfrm>
        </p:spPr>
        <p:txBody>
          <a:bodyPr/>
          <a:lstStyle/>
          <a:p>
            <a:r>
              <a:t>Notification de sécurité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5" name="Picture 4" descr="Graphical user interface, text, application, email  Description automatically generated">
            <a:extLst>
              <a:ext uri="{FF2B5EF4-FFF2-40B4-BE49-F238E27FC236}">
                <a16:creationId xmlns:a16="http://schemas.microsoft.com/office/drawing/2014/main" id="{2F723BD4-06A9-4469-97F2-A3C7E46A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157226"/>
            <a:ext cx="5271708" cy="25435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206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04664"/>
            <a:ext cx="6480175" cy="646708"/>
          </a:xfrm>
        </p:spPr>
        <p:txBody>
          <a:bodyPr/>
          <a:lstStyle/>
          <a:p>
            <a:pPr>
              <a:defRPr sz="2400"/>
            </a:pPr>
            <a:r>
              <a:t>Sélection d'un produit KNP IP Sécure – Propriétés – Paramètres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11760" y="1556792"/>
            <a:ext cx="4036695" cy="46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43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04664"/>
            <a:ext cx="6480175" cy="646708"/>
          </a:xfrm>
        </p:spPr>
        <p:txBody>
          <a:bodyPr/>
          <a:lstStyle/>
          <a:p>
            <a:pPr>
              <a:defRPr sz="2400"/>
            </a:pPr>
            <a:r>
              <a:t>Sélection d'un produit KNX IP Secure – Propriétés – IP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979712" y="1844824"/>
            <a:ext cx="4710430" cy="387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18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04664"/>
            <a:ext cx="6480175" cy="790724"/>
          </a:xfrm>
        </p:spPr>
        <p:txBody>
          <a:bodyPr/>
          <a:lstStyle/>
          <a:p>
            <a:pPr>
              <a:defRPr sz="2400"/>
            </a:pPr>
            <a:r>
              <a:t>Sélection d'une interface de tunnel KNX IP dans la topologie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15615" y="1988839"/>
            <a:ext cx="1090583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6E197C-1676-4E3A-BB15-7A0C7B15B090}"/>
              </a:ext>
            </a:extLst>
          </p:cNvPr>
          <p:cNvGrpSpPr/>
          <p:nvPr/>
        </p:nvGrpSpPr>
        <p:grpSpPr>
          <a:xfrm>
            <a:off x="1084783" y="2034558"/>
            <a:ext cx="5928336" cy="3087675"/>
            <a:chOff x="1084783" y="2034558"/>
            <a:chExt cx="5928336" cy="3087675"/>
          </a:xfrm>
        </p:grpSpPr>
        <p:pic>
          <p:nvPicPr>
            <p:cNvPr id="4" name="Picture 3" descr="Graphical user interface, text, application  Description automatically generated">
              <a:extLst>
                <a:ext uri="{FF2B5EF4-FFF2-40B4-BE49-F238E27FC236}">
                  <a16:creationId xmlns:a16="http://schemas.microsoft.com/office/drawing/2014/main" id="{AAF14D6B-03A4-480C-BE8F-F603F023E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4783" y="2034558"/>
              <a:ext cx="2912412" cy="2618578"/>
            </a:xfrm>
            <a:prstGeom prst="rect">
              <a:avLst/>
            </a:prstGeom>
          </p:spPr>
        </p:pic>
        <p:pic>
          <p:nvPicPr>
            <p:cNvPr id="14" name="Picture 13" descr="Graphical user interface, text, application, email  Description automatically generated">
              <a:extLst>
                <a:ext uri="{FF2B5EF4-FFF2-40B4-BE49-F238E27FC236}">
                  <a16:creationId xmlns:a16="http://schemas.microsoft.com/office/drawing/2014/main" id="{5B3601DA-8262-404D-BAA3-577F943D6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9409" y="2034558"/>
              <a:ext cx="2843710" cy="308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0048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04664"/>
            <a:ext cx="6768231" cy="792088"/>
          </a:xfrm>
        </p:spPr>
        <p:txBody>
          <a:bodyPr/>
          <a:lstStyle/>
          <a:p>
            <a:pPr>
              <a:defRPr sz="2400"/>
            </a:pPr>
            <a:r>
              <a:t>Message d'erreur - la connexion avec l'interface de tunnel KNX IP Secure a échoué</a:t>
            </a:r>
            <a:endParaRPr sz="2400"/>
          </a:p>
        </p:txBody>
      </p:sp>
      <p:sp>
        <p:nvSpPr>
          <p:cNvPr id="12" name="Down Arrow 11"/>
          <p:cNvSpPr/>
          <p:nvPr/>
        </p:nvSpPr>
        <p:spPr>
          <a:xfrm>
            <a:off x="2339752" y="2996952"/>
            <a:ext cx="360040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FB7796-2089-D213-2FCA-A9CD9419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63" y="1639726"/>
            <a:ext cx="2901948" cy="1213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F11F23-B26F-8DB5-1074-B5872E487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44" y="3660423"/>
            <a:ext cx="4444416" cy="17371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170F5D-0885-8210-E539-B7062E79E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160" y="3284984"/>
            <a:ext cx="3871296" cy="2377646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4308974" y="4361695"/>
            <a:ext cx="735497" cy="334588"/>
          </a:xfrm>
          <a:prstGeom prst="rightArrow">
            <a:avLst>
              <a:gd name="adj1" fmla="val 62958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59428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332656"/>
            <a:ext cx="6480175" cy="862732"/>
          </a:xfrm>
        </p:spPr>
        <p:txBody>
          <a:bodyPr/>
          <a:lstStyle/>
          <a:p>
            <a:pPr>
              <a:defRPr sz="2400"/>
            </a:pPr>
            <a:r>
              <a:t>Attribution d'adresses de groupe sécurisées à une interface de tunnel IP</a:t>
            </a:r>
          </a:p>
        </p:txBody>
      </p:sp>
      <p:pic>
        <p:nvPicPr>
          <p:cNvPr id="5" name="Picture 4" descr="Graphical user interface, text, application  Description automatically generated">
            <a:extLst>
              <a:ext uri="{FF2B5EF4-FFF2-40B4-BE49-F238E27FC236}">
                <a16:creationId xmlns:a16="http://schemas.microsoft.com/office/drawing/2014/main" id="{CA2AF753-BD2E-4B82-9E21-2E3E9CB14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988840"/>
            <a:ext cx="6304622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58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04664"/>
            <a:ext cx="6480175" cy="790724"/>
          </a:xfrm>
        </p:spPr>
        <p:txBody>
          <a:bodyPr/>
          <a:lstStyle/>
          <a:p>
            <a:pPr>
              <a:defRPr sz="2400"/>
            </a:pPr>
            <a:r>
              <a:t>Surveillance du trafic de télégrammes sans ouverture du projet ETS correspondant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895466" y="1375261"/>
            <a:ext cx="933929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25F3F8-EBE1-4BB5-A181-FBF645AF5438}"/>
              </a:ext>
            </a:extLst>
          </p:cNvPr>
          <p:cNvGrpSpPr/>
          <p:nvPr/>
        </p:nvGrpSpPr>
        <p:grpSpPr>
          <a:xfrm>
            <a:off x="450056" y="1854672"/>
            <a:ext cx="7526956" cy="2807499"/>
            <a:chOff x="450056" y="1854672"/>
            <a:chExt cx="7526956" cy="2807499"/>
          </a:xfrm>
        </p:grpSpPr>
        <p:pic>
          <p:nvPicPr>
            <p:cNvPr id="5" name="Picture 4" descr="Table  Description automatically generated">
              <a:extLst>
                <a:ext uri="{FF2B5EF4-FFF2-40B4-BE49-F238E27FC236}">
                  <a16:creationId xmlns:a16="http://schemas.microsoft.com/office/drawing/2014/main" id="{A3F7F692-E6BB-4FF6-A02B-DDAC4D4CB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056" y="1854672"/>
              <a:ext cx="7380288" cy="1810861"/>
            </a:xfrm>
            <a:prstGeom prst="rect">
              <a:avLst/>
            </a:prstGeom>
          </p:spPr>
        </p:pic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9049B4F3-4D38-4826-8382-25C88BF6EC12}"/>
                </a:ext>
              </a:extLst>
            </p:cNvPr>
            <p:cNvSpPr/>
            <p:nvPr/>
          </p:nvSpPr>
          <p:spPr>
            <a:xfrm>
              <a:off x="6588224" y="4059818"/>
              <a:ext cx="1388788" cy="602353"/>
            </a:xfrm>
            <a:prstGeom prst="wedgeRoundRectCallout">
              <a:avLst>
                <a:gd name="adj1" fmla="val -23493"/>
                <a:gd name="adj2" fmla="val -200834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sz="1400"/>
              </a:pPr>
              <a:r>
                <a:t>Données utilisateur non interprétables</a:t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302569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04664"/>
            <a:ext cx="6480175" cy="790724"/>
          </a:xfrm>
        </p:spPr>
        <p:txBody>
          <a:bodyPr/>
          <a:lstStyle/>
          <a:p>
            <a:pPr>
              <a:defRPr sz="2400"/>
            </a:pPr>
            <a:r>
              <a:t>Surveillance du trafic de télégrammes avec ouverture du projet ETS correspondant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30940" y="4181082"/>
            <a:ext cx="97135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895466" y="1375261"/>
            <a:ext cx="933929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95466" y="1600050"/>
            <a:ext cx="100481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6FAB63-5ABF-4107-B37B-A283E0407103}"/>
              </a:ext>
            </a:extLst>
          </p:cNvPr>
          <p:cNvGrpSpPr/>
          <p:nvPr/>
        </p:nvGrpSpPr>
        <p:grpSpPr>
          <a:xfrm>
            <a:off x="179512" y="1825682"/>
            <a:ext cx="8532440" cy="2836489"/>
            <a:chOff x="179512" y="1825682"/>
            <a:chExt cx="8532440" cy="2836489"/>
          </a:xfrm>
        </p:grpSpPr>
        <p:pic>
          <p:nvPicPr>
            <p:cNvPr id="9" name="Picture 8" descr="Graphical user interface, text, application, email  Description automatically generated">
              <a:extLst>
                <a:ext uri="{FF2B5EF4-FFF2-40B4-BE49-F238E27FC236}">
                  <a16:creationId xmlns:a16="http://schemas.microsoft.com/office/drawing/2014/main" id="{82B6BD4F-56A6-426A-B35D-A36ED4F3B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1825682"/>
              <a:ext cx="8532440" cy="2355400"/>
            </a:xfrm>
            <a:prstGeom prst="rect">
              <a:avLst/>
            </a:prstGeom>
          </p:spPr>
        </p:pic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0ABBBED3-B103-481B-A203-88B343C649BF}"/>
                </a:ext>
              </a:extLst>
            </p:cNvPr>
            <p:cNvSpPr/>
            <p:nvPr/>
          </p:nvSpPr>
          <p:spPr>
            <a:xfrm>
              <a:off x="6588224" y="4059818"/>
              <a:ext cx="1388788" cy="602353"/>
            </a:xfrm>
            <a:prstGeom prst="wedgeRoundRectCallout">
              <a:avLst>
                <a:gd name="adj1" fmla="val -77241"/>
                <a:gd name="adj2" fmla="val -23956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sz="1400"/>
              </a:pPr>
              <a:r>
                <a:t>Données utilisateur interprétables</a:t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94912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pPr>
              <a:defRPr sz="2400"/>
            </a:pPr>
            <a:r>
              <a:rPr sz="2000" dirty="0"/>
              <a:t>Options </a:t>
            </a:r>
            <a:r>
              <a:rPr sz="2000" dirty="0" err="1"/>
              <a:t>d'impression</a:t>
            </a:r>
            <a:r>
              <a:rPr sz="2000" dirty="0"/>
              <a:t> des </a:t>
            </a:r>
            <a:r>
              <a:rPr sz="2000" dirty="0" err="1"/>
              <a:t>paramètres</a:t>
            </a:r>
            <a:r>
              <a:rPr sz="2000" dirty="0"/>
              <a:t> de </a:t>
            </a:r>
            <a:r>
              <a:rPr sz="2000" dirty="0" err="1"/>
              <a:t>sécurité</a:t>
            </a:r>
            <a:endParaRPr sz="20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6BB3C0-7D2E-03FE-56C1-FD3746B27693}"/>
              </a:ext>
            </a:extLst>
          </p:cNvPr>
          <p:cNvGrpSpPr/>
          <p:nvPr/>
        </p:nvGrpSpPr>
        <p:grpSpPr>
          <a:xfrm>
            <a:off x="900112" y="1484783"/>
            <a:ext cx="2303735" cy="4529787"/>
            <a:chOff x="900112" y="1484783"/>
            <a:chExt cx="2303735" cy="4529787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900112" y="1484783"/>
            <a:ext cx="2303735" cy="452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2161170" imgH="4247747" progId="Visio.Drawing.15">
                    <p:embed/>
                  </p:oleObj>
                </mc:Choice>
                <mc:Fallback>
                  <p:oleObj name="Visio" r:id="rId2" imgW="2161170" imgH="4247747" progId="Visio.Drawing.15">
                    <p:embed/>
                    <p:pic>
                      <p:nvPicPr>
                        <p:cNvPr id="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112" y="1484783"/>
                          <a:ext cx="2303735" cy="45297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BB1E2D-46F1-8880-CA2D-199933829EFC}"/>
                </a:ext>
              </a:extLst>
            </p:cNvPr>
            <p:cNvSpPr/>
            <p:nvPr/>
          </p:nvSpPr>
          <p:spPr>
            <a:xfrm>
              <a:off x="900112" y="4221088"/>
              <a:ext cx="1630024" cy="2976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88393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pPr>
              <a:defRPr sz="2400"/>
            </a:pPr>
            <a:r>
              <a:t>Proxy de sécurité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7E5DC4-8BC6-431D-88F7-84796E798DDD}"/>
              </a:ext>
            </a:extLst>
          </p:cNvPr>
          <p:cNvGrpSpPr/>
          <p:nvPr/>
        </p:nvGrpSpPr>
        <p:grpSpPr>
          <a:xfrm>
            <a:off x="1541936" y="2503214"/>
            <a:ext cx="6060128" cy="2892291"/>
            <a:chOff x="1541936" y="2503214"/>
            <a:chExt cx="6060128" cy="28922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3A6BBB-3BF6-4C70-B99D-E961085195C7}"/>
                </a:ext>
              </a:extLst>
            </p:cNvPr>
            <p:cNvGrpSpPr/>
            <p:nvPr/>
          </p:nvGrpSpPr>
          <p:grpSpPr>
            <a:xfrm>
              <a:off x="1541936" y="2503214"/>
              <a:ext cx="6060128" cy="1851572"/>
              <a:chOff x="2883050" y="4382498"/>
              <a:chExt cx="6060128" cy="185157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65667BA-4832-4C2F-B90F-0E6B4AE9E3AB}"/>
                  </a:ext>
                </a:extLst>
              </p:cNvPr>
              <p:cNvGrpSpPr/>
              <p:nvPr/>
            </p:nvGrpSpPr>
            <p:grpSpPr>
              <a:xfrm>
                <a:off x="2883050" y="4382498"/>
                <a:ext cx="6060128" cy="1851572"/>
                <a:chOff x="2883050" y="4382498"/>
                <a:chExt cx="6060128" cy="1851572"/>
              </a:xfrm>
            </p:grpSpPr>
            <p:pic>
              <p:nvPicPr>
                <p:cNvPr id="10" name="Grafik 3">
                  <a:extLst>
                    <a:ext uri="{FF2B5EF4-FFF2-40B4-BE49-F238E27FC236}">
                      <a16:creationId xmlns:a16="http://schemas.microsoft.com/office/drawing/2014/main" id="{6D53FC15-B179-4FD6-8A07-19AB07A1AF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466862" y="5120949"/>
                  <a:ext cx="476316" cy="466790"/>
                </a:xfrm>
                <a:prstGeom prst="rect">
                  <a:avLst/>
                </a:prstGeom>
              </p:spPr>
            </p:pic>
            <p:cxnSp>
              <p:nvCxnSpPr>
                <p:cNvPr id="11" name="Gerader Verbinder 4">
                  <a:extLst>
                    <a:ext uri="{FF2B5EF4-FFF2-40B4-BE49-F238E27FC236}">
                      <a16:creationId xmlns:a16="http://schemas.microsoft.com/office/drawing/2014/main" id="{BE175027-1CB2-40F9-80E0-2D6A5DAD4673}"/>
                    </a:ext>
                  </a:extLst>
                </p:cNvPr>
                <p:cNvCxnSpPr>
                  <a:cxnSpLocks/>
                  <a:endCxn id="12" idx="1"/>
                </p:cNvCxnSpPr>
                <p:nvPr/>
              </p:nvCxnSpPr>
              <p:spPr>
                <a:xfrm>
                  <a:off x="2883050" y="5332873"/>
                  <a:ext cx="2527955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00B050"/>
                  </a:solidFill>
                  <a:prstDash val="solid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sp>
              <p:nvSpPr>
                <p:cNvPr id="12" name="Rechteck 5">
                  <a:extLst>
                    <a:ext uri="{FF2B5EF4-FFF2-40B4-BE49-F238E27FC236}">
                      <a16:creationId xmlns:a16="http://schemas.microsoft.com/office/drawing/2014/main" id="{A7D610C6-DCE8-497D-BEF8-6A0ADE9E12E8}"/>
                    </a:ext>
                  </a:extLst>
                </p:cNvPr>
                <p:cNvSpPr/>
                <p:nvPr/>
              </p:nvSpPr>
              <p:spPr>
                <a:xfrm>
                  <a:off x="5411005" y="5168191"/>
                  <a:ext cx="354996" cy="329364"/>
                </a:xfrm>
                <a:prstGeom prst="rect">
                  <a:avLst/>
                </a:prstGeom>
                <a:gradFill rotWithShape="1">
                  <a:gsLst>
                    <a:gs pos="0">
                      <a:srgbClr val="C0504D">
                        <a:tint val="100000"/>
                        <a:shade val="100000"/>
                        <a:satMod val="130000"/>
                      </a:srgbClr>
                    </a:gs>
                    <a:gs pos="100000">
                      <a:srgbClr val="C0504D">
                        <a:tint val="50000"/>
                        <a:shade val="100000"/>
                        <a:satMod val="350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C0504D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sz="1800" b="0" i="0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cxnSp>
              <p:nvCxnSpPr>
                <p:cNvPr id="13" name="Gerader Verbinder 6">
                  <a:extLst>
                    <a:ext uri="{FF2B5EF4-FFF2-40B4-BE49-F238E27FC236}">
                      <a16:creationId xmlns:a16="http://schemas.microsoft.com/office/drawing/2014/main" id="{23178ADC-B72A-46AE-B04D-D685CA3E78EE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>
                  <a:off x="5766001" y="5332873"/>
                  <a:ext cx="2431418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4" name="Gerader Verbinder 7">
                  <a:extLst>
                    <a:ext uri="{FF2B5EF4-FFF2-40B4-BE49-F238E27FC236}">
                      <a16:creationId xmlns:a16="http://schemas.microsoft.com/office/drawing/2014/main" id="{24AE91D9-CED5-42B6-97E7-75D8D7709C80}"/>
                    </a:ext>
                  </a:extLst>
                </p:cNvPr>
                <p:cNvCxnSpPr/>
                <p:nvPr/>
              </p:nvCxnSpPr>
              <p:spPr>
                <a:xfrm>
                  <a:off x="3474720" y="5332873"/>
                  <a:ext cx="0" cy="254866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00B050"/>
                  </a:solidFill>
                  <a:prstDash val="solid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sp>
              <p:nvSpPr>
                <p:cNvPr id="15" name="Textfeld 8">
                  <a:extLst>
                    <a:ext uri="{FF2B5EF4-FFF2-40B4-BE49-F238E27FC236}">
                      <a16:creationId xmlns:a16="http://schemas.microsoft.com/office/drawing/2014/main" id="{62E5E12A-481B-48F6-826F-DC8026649C8C}"/>
                    </a:ext>
                  </a:extLst>
                </p:cNvPr>
                <p:cNvSpPr txBox="1"/>
                <p:nvPr/>
              </p:nvSpPr>
              <p:spPr>
                <a:xfrm>
                  <a:off x="3055171" y="5587739"/>
                  <a:ext cx="839097" cy="646331"/>
                </a:xfrm>
                <a:prstGeom prst="rect">
                  <a:avLst/>
                </a:prstGeom>
                <a:noFill/>
                <a:ln>
                  <a:solidFill>
                    <a:srgbClr val="4F81BD">
                      <a:shade val="95000"/>
                      <a:satMod val="105000"/>
                    </a:srgb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0" marR="0" lvl="0" indent="0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80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MS PGothic" panose="020B0600070205080204" pitchFamily="34" charset="-128"/>
                      <a:cs typeface="+mn-cs"/>
                    </a:defRPr>
                  </a:pPr>
                  <a:r>
                    <a:t>1.0.20 Standard</a:t>
                  </a:r>
                </a:p>
              </p:txBody>
            </p:sp>
            <p:sp>
              <p:nvSpPr>
                <p:cNvPr id="16" name="Textfeld 9">
                  <a:extLst>
                    <a:ext uri="{FF2B5EF4-FFF2-40B4-BE49-F238E27FC236}">
                      <a16:creationId xmlns:a16="http://schemas.microsoft.com/office/drawing/2014/main" id="{2D652F17-CF21-44A0-AE6B-2D577487B73D}"/>
                    </a:ext>
                  </a:extLst>
                </p:cNvPr>
                <p:cNvSpPr txBox="1"/>
                <p:nvPr/>
              </p:nvSpPr>
              <p:spPr>
                <a:xfrm>
                  <a:off x="6898483" y="5581500"/>
                  <a:ext cx="839097" cy="646331"/>
                </a:xfrm>
                <a:prstGeom prst="rect">
                  <a:avLst/>
                </a:prstGeom>
                <a:noFill/>
                <a:ln>
                  <a:solidFill>
                    <a:srgbClr val="4F81BD">
                      <a:shade val="95000"/>
                      <a:satMod val="105000"/>
                    </a:srgb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0" marR="0" lvl="0" indent="0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80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MS PGothic" panose="020B0600070205080204" pitchFamily="34" charset="-128"/>
                      <a:cs typeface="+mn-cs"/>
                    </a:defRPr>
                  </a:pPr>
                  <a:r>
                    <a:t>1.1.30 Sécurisé</a:t>
                  </a:r>
                </a:p>
              </p:txBody>
            </p:sp>
            <p:cxnSp>
              <p:nvCxnSpPr>
                <p:cNvPr id="17" name="Gerader Verbinder 11">
                  <a:extLst>
                    <a:ext uri="{FF2B5EF4-FFF2-40B4-BE49-F238E27FC236}">
                      <a16:creationId xmlns:a16="http://schemas.microsoft.com/office/drawing/2014/main" id="{88902ED6-AA3A-4B86-B584-6311B148779B}"/>
                    </a:ext>
                  </a:extLst>
                </p:cNvPr>
                <p:cNvCxnSpPr>
                  <a:cxnSpLocks/>
                  <a:endCxn id="16" idx="0"/>
                </p:cNvCxnSpPr>
                <p:nvPr/>
              </p:nvCxnSpPr>
              <p:spPr>
                <a:xfrm>
                  <a:off x="7318032" y="5332873"/>
                  <a:ext cx="0" cy="248627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C0504D"/>
                  </a:solidFill>
                  <a:prstDash val="solid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sp>
              <p:nvSpPr>
                <p:cNvPr id="18" name="Pfeil: nach links und rechts 13">
                  <a:extLst>
                    <a:ext uri="{FF2B5EF4-FFF2-40B4-BE49-F238E27FC236}">
                      <a16:creationId xmlns:a16="http://schemas.microsoft.com/office/drawing/2014/main" id="{CDD27B12-FA3D-4712-A4FB-EA15E976B705}"/>
                    </a:ext>
                  </a:extLst>
                </p:cNvPr>
                <p:cNvSpPr/>
                <p:nvPr/>
              </p:nvSpPr>
              <p:spPr>
                <a:xfrm>
                  <a:off x="3094388" y="4382498"/>
                  <a:ext cx="1936285" cy="742661"/>
                </a:xfrm>
                <a:prstGeom prst="leftRightArrow">
                  <a:avLst/>
                </a:prstGeom>
                <a:noFill/>
                <a:ln w="9525" cap="flat" cmpd="sng" algn="ctr">
                  <a:solidFill>
                    <a:srgbClr val="4F81BD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80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defRPr>
                  </a:pPr>
                  <a:r>
                    <a:t>1/1 Standard</a:t>
                  </a:r>
                </a:p>
              </p:txBody>
            </p:sp>
            <p:sp>
              <p:nvSpPr>
                <p:cNvPr id="19" name="Pfeil: nach links und rechts 14">
                  <a:extLst>
                    <a:ext uri="{FF2B5EF4-FFF2-40B4-BE49-F238E27FC236}">
                      <a16:creationId xmlns:a16="http://schemas.microsoft.com/office/drawing/2014/main" id="{1A556EFF-1CEF-4D87-94E7-05041AD7CCD6}"/>
                    </a:ext>
                  </a:extLst>
                </p:cNvPr>
                <p:cNvSpPr/>
                <p:nvPr/>
              </p:nvSpPr>
              <p:spPr>
                <a:xfrm>
                  <a:off x="5772255" y="4382498"/>
                  <a:ext cx="1981550" cy="733912"/>
                </a:xfrm>
                <a:prstGeom prst="leftRightArrow">
                  <a:avLst/>
                </a:prstGeom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74000">
                      <a:srgbClr val="4F81BD">
                        <a:lumMod val="45000"/>
                        <a:lumOff val="55000"/>
                      </a:srgbClr>
                    </a:gs>
                    <a:gs pos="83000">
                      <a:srgbClr val="4F81BD">
                        <a:lumMod val="45000"/>
                        <a:lumOff val="55000"/>
                      </a:srgbClr>
                    </a:gs>
                    <a:gs pos="100000">
                      <a:srgbClr val="4F81BD">
                        <a:lumMod val="30000"/>
                        <a:lumOff val="70000"/>
                      </a:srgbClr>
                    </a:gs>
                  </a:gsLst>
                  <a:lin ang="5400000" scaled="1"/>
                  <a:tileRect/>
                </a:gradFill>
                <a:ln w="9525" cap="flat" cmpd="sng" algn="ctr">
                  <a:solidFill>
                    <a:srgbClr val="4F81BD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80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defRPr>
                  </a:pPr>
                  <a:r>
                    <a:rPr sz="1600" dirty="0"/>
                    <a:t>  1/1/1 </a:t>
                  </a:r>
                  <a:r>
                    <a:rPr sz="1600" dirty="0" err="1"/>
                    <a:t>Sécurisé</a:t>
                  </a:r>
                  <a:endParaRPr sz="1600" dirty="0"/>
                </a:p>
              </p:txBody>
            </p:sp>
            <p:pic>
              <p:nvPicPr>
                <p:cNvPr id="20" name="Grafik 12">
                  <a:extLst>
                    <a:ext uri="{FF2B5EF4-FFF2-40B4-BE49-F238E27FC236}">
                      <a16:creationId xmlns:a16="http://schemas.microsoft.com/office/drawing/2014/main" id="{3EBE0C04-1826-4752-90D5-98E7B3DAD0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3842" y="4587676"/>
                  <a:ext cx="323555" cy="323555"/>
                </a:xfrm>
                <a:prstGeom prst="rect">
                  <a:avLst/>
                </a:prstGeom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C06E17-00AC-4ED3-A2BC-F2667BF6D13F}"/>
                  </a:ext>
                </a:extLst>
              </p:cNvPr>
              <p:cNvSpPr txBox="1"/>
              <p:nvPr/>
            </p:nvSpPr>
            <p:spPr>
              <a:xfrm>
                <a:off x="5253364" y="5517794"/>
                <a:ext cx="992579" cy="64633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defTabSz="609585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defRPr>
                </a:pPr>
                <a:r>
                  <a:t>Proxy </a:t>
                </a:r>
                <a:b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</a:br>
                <a:r>
                  <a:t>de sécurité</a:t>
                </a:r>
                <a:endParaRPr kumimoji="0" sz="18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C766BB8-30B6-49E2-997B-A90FF5B1C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4505" y="4493219"/>
              <a:ext cx="2548349" cy="90228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E70E1B6-E156-44C8-A21E-C26ECFA9C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7460" y="4415692"/>
              <a:ext cx="744521" cy="7445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7763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pPr>
              <a:defRPr sz="2400"/>
            </a:pPr>
            <a:r>
              <a:t>Domaines de sécurité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5E144B6-458B-4921-8573-C9FBE613B4B0}"/>
              </a:ext>
            </a:extLst>
          </p:cNvPr>
          <p:cNvGrpSpPr/>
          <p:nvPr/>
        </p:nvGrpSpPr>
        <p:grpSpPr>
          <a:xfrm>
            <a:off x="842263" y="1608355"/>
            <a:ext cx="8109822" cy="4761986"/>
            <a:chOff x="842263" y="1608355"/>
            <a:chExt cx="8109822" cy="4761986"/>
          </a:xfrm>
        </p:grpSpPr>
        <p:sp>
          <p:nvSpPr>
            <p:cNvPr id="25" name="Freihandform: Form 31">
              <a:extLst>
                <a:ext uri="{FF2B5EF4-FFF2-40B4-BE49-F238E27FC236}">
                  <a16:creationId xmlns:a16="http://schemas.microsoft.com/office/drawing/2014/main" id="{39E1AD47-B812-4B7C-989F-8CBC12D4AE43}"/>
                </a:ext>
              </a:extLst>
            </p:cNvPr>
            <p:cNvSpPr/>
            <p:nvPr/>
          </p:nvSpPr>
          <p:spPr>
            <a:xfrm>
              <a:off x="1691680" y="1988840"/>
              <a:ext cx="4981947" cy="3048000"/>
            </a:xfrm>
            <a:custGeom>
              <a:avLst/>
              <a:gdLst>
                <a:gd name="connsiteX0" fmla="*/ 1924050 w 4981947"/>
                <a:gd name="connsiteY0" fmla="*/ 2162175 h 3048000"/>
                <a:gd name="connsiteX1" fmla="*/ 1914525 w 4981947"/>
                <a:gd name="connsiteY1" fmla="*/ 2514600 h 3048000"/>
                <a:gd name="connsiteX2" fmla="*/ 1905000 w 4981947"/>
                <a:gd name="connsiteY2" fmla="*/ 2552700 h 3048000"/>
                <a:gd name="connsiteX3" fmla="*/ 1885950 w 4981947"/>
                <a:gd name="connsiteY3" fmla="*/ 2581275 h 3048000"/>
                <a:gd name="connsiteX4" fmla="*/ 1866900 w 4981947"/>
                <a:gd name="connsiteY4" fmla="*/ 2667000 h 3048000"/>
                <a:gd name="connsiteX5" fmla="*/ 1828800 w 4981947"/>
                <a:gd name="connsiteY5" fmla="*/ 2705100 h 3048000"/>
                <a:gd name="connsiteX6" fmla="*/ 1781175 w 4981947"/>
                <a:gd name="connsiteY6" fmla="*/ 2771775 h 3048000"/>
                <a:gd name="connsiteX7" fmla="*/ 1752600 w 4981947"/>
                <a:gd name="connsiteY7" fmla="*/ 2800350 h 3048000"/>
                <a:gd name="connsiteX8" fmla="*/ 1714500 w 4981947"/>
                <a:gd name="connsiteY8" fmla="*/ 2876550 h 3048000"/>
                <a:gd name="connsiteX9" fmla="*/ 1657350 w 4981947"/>
                <a:gd name="connsiteY9" fmla="*/ 2914650 h 3048000"/>
                <a:gd name="connsiteX10" fmla="*/ 1590675 w 4981947"/>
                <a:gd name="connsiteY10" fmla="*/ 2933700 h 3048000"/>
                <a:gd name="connsiteX11" fmla="*/ 1552575 w 4981947"/>
                <a:gd name="connsiteY11" fmla="*/ 2952750 h 3048000"/>
                <a:gd name="connsiteX12" fmla="*/ 1495425 w 4981947"/>
                <a:gd name="connsiteY12" fmla="*/ 2971800 h 3048000"/>
                <a:gd name="connsiteX13" fmla="*/ 1428750 w 4981947"/>
                <a:gd name="connsiteY13" fmla="*/ 3019425 h 3048000"/>
                <a:gd name="connsiteX14" fmla="*/ 1266825 w 4981947"/>
                <a:gd name="connsiteY14" fmla="*/ 3048000 h 3048000"/>
                <a:gd name="connsiteX15" fmla="*/ 990600 w 4981947"/>
                <a:gd name="connsiteY15" fmla="*/ 3028950 h 3048000"/>
                <a:gd name="connsiteX16" fmla="*/ 809625 w 4981947"/>
                <a:gd name="connsiteY16" fmla="*/ 2952750 h 3048000"/>
                <a:gd name="connsiteX17" fmla="*/ 781050 w 4981947"/>
                <a:gd name="connsiteY17" fmla="*/ 2933700 h 3048000"/>
                <a:gd name="connsiteX18" fmla="*/ 742950 w 4981947"/>
                <a:gd name="connsiteY18" fmla="*/ 2886075 h 3048000"/>
                <a:gd name="connsiteX19" fmla="*/ 695325 w 4981947"/>
                <a:gd name="connsiteY19" fmla="*/ 2838450 h 3048000"/>
                <a:gd name="connsiteX20" fmla="*/ 647700 w 4981947"/>
                <a:gd name="connsiteY20" fmla="*/ 2771775 h 3048000"/>
                <a:gd name="connsiteX21" fmla="*/ 590550 w 4981947"/>
                <a:gd name="connsiteY21" fmla="*/ 2724150 h 3048000"/>
                <a:gd name="connsiteX22" fmla="*/ 542925 w 4981947"/>
                <a:gd name="connsiteY22" fmla="*/ 2638425 h 3048000"/>
                <a:gd name="connsiteX23" fmla="*/ 533400 w 4981947"/>
                <a:gd name="connsiteY23" fmla="*/ 2590800 h 3048000"/>
                <a:gd name="connsiteX24" fmla="*/ 504825 w 4981947"/>
                <a:gd name="connsiteY24" fmla="*/ 2533650 h 3048000"/>
                <a:gd name="connsiteX25" fmla="*/ 466725 w 4981947"/>
                <a:gd name="connsiteY25" fmla="*/ 2409825 h 3048000"/>
                <a:gd name="connsiteX26" fmla="*/ 428625 w 4981947"/>
                <a:gd name="connsiteY26" fmla="*/ 2324100 h 3048000"/>
                <a:gd name="connsiteX27" fmla="*/ 419100 w 4981947"/>
                <a:gd name="connsiteY27" fmla="*/ 2190750 h 3048000"/>
                <a:gd name="connsiteX28" fmla="*/ 409575 w 4981947"/>
                <a:gd name="connsiteY28" fmla="*/ 2038350 h 3048000"/>
                <a:gd name="connsiteX29" fmla="*/ 400050 w 4981947"/>
                <a:gd name="connsiteY29" fmla="*/ 1933575 h 3048000"/>
                <a:gd name="connsiteX30" fmla="*/ 390525 w 4981947"/>
                <a:gd name="connsiteY30" fmla="*/ 1876425 h 3048000"/>
                <a:gd name="connsiteX31" fmla="*/ 352425 w 4981947"/>
                <a:gd name="connsiteY31" fmla="*/ 1828800 h 3048000"/>
                <a:gd name="connsiteX32" fmla="*/ 314325 w 4981947"/>
                <a:gd name="connsiteY32" fmla="*/ 1724025 h 3048000"/>
                <a:gd name="connsiteX33" fmla="*/ 295275 w 4981947"/>
                <a:gd name="connsiteY33" fmla="*/ 1685925 h 3048000"/>
                <a:gd name="connsiteX34" fmla="*/ 276225 w 4981947"/>
                <a:gd name="connsiteY34" fmla="*/ 1638300 h 3048000"/>
                <a:gd name="connsiteX35" fmla="*/ 247650 w 4981947"/>
                <a:gd name="connsiteY35" fmla="*/ 1609725 h 3048000"/>
                <a:gd name="connsiteX36" fmla="*/ 219075 w 4981947"/>
                <a:gd name="connsiteY36" fmla="*/ 1552575 h 3048000"/>
                <a:gd name="connsiteX37" fmla="*/ 180975 w 4981947"/>
                <a:gd name="connsiteY37" fmla="*/ 1514475 h 3048000"/>
                <a:gd name="connsiteX38" fmla="*/ 133350 w 4981947"/>
                <a:gd name="connsiteY38" fmla="*/ 1419225 h 3048000"/>
                <a:gd name="connsiteX39" fmla="*/ 85725 w 4981947"/>
                <a:gd name="connsiteY39" fmla="*/ 1333500 h 3048000"/>
                <a:gd name="connsiteX40" fmla="*/ 66675 w 4981947"/>
                <a:gd name="connsiteY40" fmla="*/ 1266825 h 3048000"/>
                <a:gd name="connsiteX41" fmla="*/ 47625 w 4981947"/>
                <a:gd name="connsiteY41" fmla="*/ 1238250 h 3048000"/>
                <a:gd name="connsiteX42" fmla="*/ 38100 w 4981947"/>
                <a:gd name="connsiteY42" fmla="*/ 1200150 h 3048000"/>
                <a:gd name="connsiteX43" fmla="*/ 19050 w 4981947"/>
                <a:gd name="connsiteY43" fmla="*/ 1162050 h 3048000"/>
                <a:gd name="connsiteX44" fmla="*/ 0 w 4981947"/>
                <a:gd name="connsiteY44" fmla="*/ 1066800 h 3048000"/>
                <a:gd name="connsiteX45" fmla="*/ 38100 w 4981947"/>
                <a:gd name="connsiteY45" fmla="*/ 781050 h 3048000"/>
                <a:gd name="connsiteX46" fmla="*/ 76200 w 4981947"/>
                <a:gd name="connsiteY46" fmla="*/ 657225 h 3048000"/>
                <a:gd name="connsiteX47" fmla="*/ 95250 w 4981947"/>
                <a:gd name="connsiteY47" fmla="*/ 619125 h 3048000"/>
                <a:gd name="connsiteX48" fmla="*/ 104775 w 4981947"/>
                <a:gd name="connsiteY48" fmla="*/ 581025 h 3048000"/>
                <a:gd name="connsiteX49" fmla="*/ 142875 w 4981947"/>
                <a:gd name="connsiteY49" fmla="*/ 542925 h 3048000"/>
                <a:gd name="connsiteX50" fmla="*/ 171450 w 4981947"/>
                <a:gd name="connsiteY50" fmla="*/ 485775 h 3048000"/>
                <a:gd name="connsiteX51" fmla="*/ 190500 w 4981947"/>
                <a:gd name="connsiteY51" fmla="*/ 447675 h 3048000"/>
                <a:gd name="connsiteX52" fmla="*/ 219075 w 4981947"/>
                <a:gd name="connsiteY52" fmla="*/ 419100 h 3048000"/>
                <a:gd name="connsiteX53" fmla="*/ 238125 w 4981947"/>
                <a:gd name="connsiteY53" fmla="*/ 381000 h 3048000"/>
                <a:gd name="connsiteX54" fmla="*/ 247650 w 4981947"/>
                <a:gd name="connsiteY54" fmla="*/ 352425 h 3048000"/>
                <a:gd name="connsiteX55" fmla="*/ 276225 w 4981947"/>
                <a:gd name="connsiteY55" fmla="*/ 342900 h 3048000"/>
                <a:gd name="connsiteX56" fmla="*/ 342900 w 4981947"/>
                <a:gd name="connsiteY56" fmla="*/ 295275 h 3048000"/>
                <a:gd name="connsiteX57" fmla="*/ 381000 w 4981947"/>
                <a:gd name="connsiteY57" fmla="*/ 285750 h 3048000"/>
                <a:gd name="connsiteX58" fmla="*/ 495300 w 4981947"/>
                <a:gd name="connsiteY58" fmla="*/ 266700 h 3048000"/>
                <a:gd name="connsiteX59" fmla="*/ 2495550 w 4981947"/>
                <a:gd name="connsiteY59" fmla="*/ 257175 h 3048000"/>
                <a:gd name="connsiteX60" fmla="*/ 2638425 w 4981947"/>
                <a:gd name="connsiteY60" fmla="*/ 219075 h 3048000"/>
                <a:gd name="connsiteX61" fmla="*/ 2762250 w 4981947"/>
                <a:gd name="connsiteY61" fmla="*/ 190500 h 3048000"/>
                <a:gd name="connsiteX62" fmla="*/ 2828925 w 4981947"/>
                <a:gd name="connsiteY62" fmla="*/ 171450 h 3048000"/>
                <a:gd name="connsiteX63" fmla="*/ 2905125 w 4981947"/>
                <a:gd name="connsiteY63" fmla="*/ 152400 h 3048000"/>
                <a:gd name="connsiteX64" fmla="*/ 2981325 w 4981947"/>
                <a:gd name="connsiteY64" fmla="*/ 123825 h 3048000"/>
                <a:gd name="connsiteX65" fmla="*/ 3028950 w 4981947"/>
                <a:gd name="connsiteY65" fmla="*/ 104775 h 3048000"/>
                <a:gd name="connsiteX66" fmla="*/ 3076575 w 4981947"/>
                <a:gd name="connsiteY66" fmla="*/ 95250 h 3048000"/>
                <a:gd name="connsiteX67" fmla="*/ 3105150 w 4981947"/>
                <a:gd name="connsiteY67" fmla="*/ 85725 h 3048000"/>
                <a:gd name="connsiteX68" fmla="*/ 3181350 w 4981947"/>
                <a:gd name="connsiteY68" fmla="*/ 57150 h 3048000"/>
                <a:gd name="connsiteX69" fmla="*/ 3362325 w 4981947"/>
                <a:gd name="connsiteY69" fmla="*/ 28575 h 3048000"/>
                <a:gd name="connsiteX70" fmla="*/ 3400425 w 4981947"/>
                <a:gd name="connsiteY70" fmla="*/ 19050 h 3048000"/>
                <a:gd name="connsiteX71" fmla="*/ 3467100 w 4981947"/>
                <a:gd name="connsiteY71" fmla="*/ 0 h 3048000"/>
                <a:gd name="connsiteX72" fmla="*/ 4638675 w 4981947"/>
                <a:gd name="connsiteY72" fmla="*/ 19050 h 3048000"/>
                <a:gd name="connsiteX73" fmla="*/ 4724400 w 4981947"/>
                <a:gd name="connsiteY73" fmla="*/ 66675 h 3048000"/>
                <a:gd name="connsiteX74" fmla="*/ 4781550 w 4981947"/>
                <a:gd name="connsiteY74" fmla="*/ 95250 h 3048000"/>
                <a:gd name="connsiteX75" fmla="*/ 4848225 w 4981947"/>
                <a:gd name="connsiteY75" fmla="*/ 180975 h 3048000"/>
                <a:gd name="connsiteX76" fmla="*/ 4914900 w 4981947"/>
                <a:gd name="connsiteY76" fmla="*/ 314325 h 3048000"/>
                <a:gd name="connsiteX77" fmla="*/ 4953000 w 4981947"/>
                <a:gd name="connsiteY77" fmla="*/ 381000 h 3048000"/>
                <a:gd name="connsiteX78" fmla="*/ 4962525 w 4981947"/>
                <a:gd name="connsiteY78" fmla="*/ 476250 h 3048000"/>
                <a:gd name="connsiteX79" fmla="*/ 4981575 w 4981947"/>
                <a:gd name="connsiteY79" fmla="*/ 600075 h 3048000"/>
                <a:gd name="connsiteX80" fmla="*/ 4972050 w 4981947"/>
                <a:gd name="connsiteY80" fmla="*/ 800100 h 3048000"/>
                <a:gd name="connsiteX81" fmla="*/ 4962525 w 4981947"/>
                <a:gd name="connsiteY81" fmla="*/ 838200 h 3048000"/>
                <a:gd name="connsiteX82" fmla="*/ 4905375 w 4981947"/>
                <a:gd name="connsiteY82" fmla="*/ 933450 h 3048000"/>
                <a:gd name="connsiteX83" fmla="*/ 4724400 w 4981947"/>
                <a:gd name="connsiteY83" fmla="*/ 1057275 h 3048000"/>
                <a:gd name="connsiteX84" fmla="*/ 4676775 w 4981947"/>
                <a:gd name="connsiteY84" fmla="*/ 1104900 h 3048000"/>
                <a:gd name="connsiteX85" fmla="*/ 4505325 w 4981947"/>
                <a:gd name="connsiteY85" fmla="*/ 1200150 h 3048000"/>
                <a:gd name="connsiteX86" fmla="*/ 4448175 w 4981947"/>
                <a:gd name="connsiteY86" fmla="*/ 1257300 h 3048000"/>
                <a:gd name="connsiteX87" fmla="*/ 4391025 w 4981947"/>
                <a:gd name="connsiteY87" fmla="*/ 1285875 h 3048000"/>
                <a:gd name="connsiteX88" fmla="*/ 4295775 w 4981947"/>
                <a:gd name="connsiteY88" fmla="*/ 1352550 h 3048000"/>
                <a:gd name="connsiteX89" fmla="*/ 4248150 w 4981947"/>
                <a:gd name="connsiteY89" fmla="*/ 1371600 h 3048000"/>
                <a:gd name="connsiteX90" fmla="*/ 4143375 w 4981947"/>
                <a:gd name="connsiteY90" fmla="*/ 1447800 h 3048000"/>
                <a:gd name="connsiteX91" fmla="*/ 4086225 w 4981947"/>
                <a:gd name="connsiteY91" fmla="*/ 1466850 h 3048000"/>
                <a:gd name="connsiteX92" fmla="*/ 3952875 w 4981947"/>
                <a:gd name="connsiteY92" fmla="*/ 1552575 h 3048000"/>
                <a:gd name="connsiteX93" fmla="*/ 3876675 w 4981947"/>
                <a:gd name="connsiteY93" fmla="*/ 1581150 h 3048000"/>
                <a:gd name="connsiteX94" fmla="*/ 3781425 w 4981947"/>
                <a:gd name="connsiteY94" fmla="*/ 1609725 h 3048000"/>
                <a:gd name="connsiteX95" fmla="*/ 3705225 w 4981947"/>
                <a:gd name="connsiteY95" fmla="*/ 1619250 h 3048000"/>
                <a:gd name="connsiteX96" fmla="*/ 3181350 w 4981947"/>
                <a:gd name="connsiteY96" fmla="*/ 1609725 h 3048000"/>
                <a:gd name="connsiteX97" fmla="*/ 3009900 w 4981947"/>
                <a:gd name="connsiteY97" fmla="*/ 1590675 h 3048000"/>
                <a:gd name="connsiteX98" fmla="*/ 2800350 w 4981947"/>
                <a:gd name="connsiteY98" fmla="*/ 1581150 h 3048000"/>
                <a:gd name="connsiteX99" fmla="*/ 2447925 w 4981947"/>
                <a:gd name="connsiteY99" fmla="*/ 1609725 h 3048000"/>
                <a:gd name="connsiteX100" fmla="*/ 2409825 w 4981947"/>
                <a:gd name="connsiteY100" fmla="*/ 1619250 h 3048000"/>
                <a:gd name="connsiteX101" fmla="*/ 2276475 w 4981947"/>
                <a:gd name="connsiteY101" fmla="*/ 1676400 h 3048000"/>
                <a:gd name="connsiteX102" fmla="*/ 2228850 w 4981947"/>
                <a:gd name="connsiteY102" fmla="*/ 1695450 h 3048000"/>
                <a:gd name="connsiteX103" fmla="*/ 2143125 w 4981947"/>
                <a:gd name="connsiteY103" fmla="*/ 1743075 h 3048000"/>
                <a:gd name="connsiteX104" fmla="*/ 2057400 w 4981947"/>
                <a:gd name="connsiteY104" fmla="*/ 1809750 h 3048000"/>
                <a:gd name="connsiteX105" fmla="*/ 1981200 w 4981947"/>
                <a:gd name="connsiteY105" fmla="*/ 1905000 h 3048000"/>
                <a:gd name="connsiteX106" fmla="*/ 1971675 w 4981947"/>
                <a:gd name="connsiteY106" fmla="*/ 1952625 h 3048000"/>
                <a:gd name="connsiteX107" fmla="*/ 1962150 w 4981947"/>
                <a:gd name="connsiteY107" fmla="*/ 1990725 h 3048000"/>
                <a:gd name="connsiteX108" fmla="*/ 1952625 w 4981947"/>
                <a:gd name="connsiteY108" fmla="*/ 2047875 h 3048000"/>
                <a:gd name="connsiteX109" fmla="*/ 1924050 w 4981947"/>
                <a:gd name="connsiteY109" fmla="*/ 2124075 h 3048000"/>
                <a:gd name="connsiteX110" fmla="*/ 1924050 w 4981947"/>
                <a:gd name="connsiteY110" fmla="*/ 2162175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4981947" h="3048000">
                  <a:moveTo>
                    <a:pt x="1924050" y="2162175"/>
                  </a:moveTo>
                  <a:cubicBezTo>
                    <a:pt x="1922463" y="2227262"/>
                    <a:pt x="1920251" y="2397222"/>
                    <a:pt x="1914525" y="2514600"/>
                  </a:cubicBezTo>
                  <a:cubicBezTo>
                    <a:pt x="1913887" y="2527675"/>
                    <a:pt x="1910157" y="2540668"/>
                    <a:pt x="1905000" y="2552700"/>
                  </a:cubicBezTo>
                  <a:cubicBezTo>
                    <a:pt x="1900491" y="2563222"/>
                    <a:pt x="1892300" y="2571750"/>
                    <a:pt x="1885950" y="2581275"/>
                  </a:cubicBezTo>
                  <a:cubicBezTo>
                    <a:pt x="1879600" y="2609850"/>
                    <a:pt x="1879167" y="2640422"/>
                    <a:pt x="1866900" y="2667000"/>
                  </a:cubicBezTo>
                  <a:cubicBezTo>
                    <a:pt x="1859374" y="2683307"/>
                    <a:pt x="1840627" y="2691583"/>
                    <a:pt x="1828800" y="2705100"/>
                  </a:cubicBezTo>
                  <a:cubicBezTo>
                    <a:pt x="1708699" y="2842359"/>
                    <a:pt x="1870078" y="2665091"/>
                    <a:pt x="1781175" y="2771775"/>
                  </a:cubicBezTo>
                  <a:cubicBezTo>
                    <a:pt x="1772551" y="2782123"/>
                    <a:pt x="1762125" y="2790825"/>
                    <a:pt x="1752600" y="2800350"/>
                  </a:cubicBezTo>
                  <a:cubicBezTo>
                    <a:pt x="1745690" y="2817625"/>
                    <a:pt x="1732060" y="2861185"/>
                    <a:pt x="1714500" y="2876550"/>
                  </a:cubicBezTo>
                  <a:cubicBezTo>
                    <a:pt x="1697270" y="2891627"/>
                    <a:pt x="1679562" y="2909097"/>
                    <a:pt x="1657350" y="2914650"/>
                  </a:cubicBezTo>
                  <a:cubicBezTo>
                    <a:pt x="1638016" y="2919483"/>
                    <a:pt x="1609806" y="2925501"/>
                    <a:pt x="1590675" y="2933700"/>
                  </a:cubicBezTo>
                  <a:cubicBezTo>
                    <a:pt x="1577624" y="2939293"/>
                    <a:pt x="1565758" y="2947477"/>
                    <a:pt x="1552575" y="2952750"/>
                  </a:cubicBezTo>
                  <a:cubicBezTo>
                    <a:pt x="1533931" y="2960208"/>
                    <a:pt x="1513775" y="2963645"/>
                    <a:pt x="1495425" y="2971800"/>
                  </a:cubicBezTo>
                  <a:cubicBezTo>
                    <a:pt x="1467424" y="2984245"/>
                    <a:pt x="1456895" y="3005353"/>
                    <a:pt x="1428750" y="3019425"/>
                  </a:cubicBezTo>
                  <a:cubicBezTo>
                    <a:pt x="1375168" y="3046216"/>
                    <a:pt x="1327264" y="3042506"/>
                    <a:pt x="1266825" y="3048000"/>
                  </a:cubicBezTo>
                  <a:cubicBezTo>
                    <a:pt x="1174750" y="3041650"/>
                    <a:pt x="1082144" y="3040686"/>
                    <a:pt x="990600" y="3028950"/>
                  </a:cubicBezTo>
                  <a:cubicBezTo>
                    <a:pt x="918911" y="3019759"/>
                    <a:pt x="870216" y="2988095"/>
                    <a:pt x="809625" y="2952750"/>
                  </a:cubicBezTo>
                  <a:cubicBezTo>
                    <a:pt x="799737" y="2946982"/>
                    <a:pt x="789145" y="2941795"/>
                    <a:pt x="781050" y="2933700"/>
                  </a:cubicBezTo>
                  <a:cubicBezTo>
                    <a:pt x="766675" y="2919325"/>
                    <a:pt x="756550" y="2901186"/>
                    <a:pt x="742950" y="2886075"/>
                  </a:cubicBezTo>
                  <a:cubicBezTo>
                    <a:pt x="727931" y="2869388"/>
                    <a:pt x="709698" y="2855697"/>
                    <a:pt x="695325" y="2838450"/>
                  </a:cubicBezTo>
                  <a:cubicBezTo>
                    <a:pt x="677840" y="2817468"/>
                    <a:pt x="664762" y="2793102"/>
                    <a:pt x="647700" y="2771775"/>
                  </a:cubicBezTo>
                  <a:cubicBezTo>
                    <a:pt x="626746" y="2745582"/>
                    <a:pt x="616977" y="2741768"/>
                    <a:pt x="590550" y="2724150"/>
                  </a:cubicBezTo>
                  <a:cubicBezTo>
                    <a:pt x="574675" y="2695575"/>
                    <a:pt x="555802" y="2668471"/>
                    <a:pt x="542925" y="2638425"/>
                  </a:cubicBezTo>
                  <a:cubicBezTo>
                    <a:pt x="536548" y="2623545"/>
                    <a:pt x="537327" y="2606506"/>
                    <a:pt x="533400" y="2590800"/>
                  </a:cubicBezTo>
                  <a:cubicBezTo>
                    <a:pt x="525513" y="2559252"/>
                    <a:pt x="523449" y="2561586"/>
                    <a:pt x="504825" y="2533650"/>
                  </a:cubicBezTo>
                  <a:cubicBezTo>
                    <a:pt x="488748" y="2421114"/>
                    <a:pt x="508698" y="2510560"/>
                    <a:pt x="466725" y="2409825"/>
                  </a:cubicBezTo>
                  <a:cubicBezTo>
                    <a:pt x="428942" y="2319145"/>
                    <a:pt x="467430" y="2382307"/>
                    <a:pt x="428625" y="2324100"/>
                  </a:cubicBezTo>
                  <a:cubicBezTo>
                    <a:pt x="425450" y="2279650"/>
                    <a:pt x="422064" y="2235215"/>
                    <a:pt x="419100" y="2190750"/>
                  </a:cubicBezTo>
                  <a:cubicBezTo>
                    <a:pt x="415714" y="2139964"/>
                    <a:pt x="413335" y="2089110"/>
                    <a:pt x="409575" y="2038350"/>
                  </a:cubicBezTo>
                  <a:cubicBezTo>
                    <a:pt x="406984" y="2003377"/>
                    <a:pt x="404148" y="1968404"/>
                    <a:pt x="400050" y="1933575"/>
                  </a:cubicBezTo>
                  <a:cubicBezTo>
                    <a:pt x="397793" y="1914395"/>
                    <a:pt x="398517" y="1894007"/>
                    <a:pt x="390525" y="1876425"/>
                  </a:cubicBezTo>
                  <a:cubicBezTo>
                    <a:pt x="382112" y="1857917"/>
                    <a:pt x="365125" y="1844675"/>
                    <a:pt x="352425" y="1828800"/>
                  </a:cubicBezTo>
                  <a:cubicBezTo>
                    <a:pt x="339602" y="1790331"/>
                    <a:pt x="332159" y="1766825"/>
                    <a:pt x="314325" y="1724025"/>
                  </a:cubicBezTo>
                  <a:cubicBezTo>
                    <a:pt x="308864" y="1710918"/>
                    <a:pt x="301042" y="1698900"/>
                    <a:pt x="295275" y="1685925"/>
                  </a:cubicBezTo>
                  <a:cubicBezTo>
                    <a:pt x="288331" y="1670301"/>
                    <a:pt x="285287" y="1652799"/>
                    <a:pt x="276225" y="1638300"/>
                  </a:cubicBezTo>
                  <a:cubicBezTo>
                    <a:pt x="269086" y="1626877"/>
                    <a:pt x="255122" y="1620933"/>
                    <a:pt x="247650" y="1609725"/>
                  </a:cubicBezTo>
                  <a:cubicBezTo>
                    <a:pt x="235836" y="1592004"/>
                    <a:pt x="231289" y="1570023"/>
                    <a:pt x="219075" y="1552575"/>
                  </a:cubicBezTo>
                  <a:cubicBezTo>
                    <a:pt x="208775" y="1537861"/>
                    <a:pt x="190687" y="1529583"/>
                    <a:pt x="180975" y="1514475"/>
                  </a:cubicBezTo>
                  <a:cubicBezTo>
                    <a:pt x="161779" y="1484615"/>
                    <a:pt x="149225" y="1450975"/>
                    <a:pt x="133350" y="1419225"/>
                  </a:cubicBezTo>
                  <a:cubicBezTo>
                    <a:pt x="106021" y="1364566"/>
                    <a:pt x="121605" y="1393301"/>
                    <a:pt x="85725" y="1333500"/>
                  </a:cubicBezTo>
                  <a:cubicBezTo>
                    <a:pt x="79375" y="1311275"/>
                    <a:pt x="75259" y="1288286"/>
                    <a:pt x="66675" y="1266825"/>
                  </a:cubicBezTo>
                  <a:cubicBezTo>
                    <a:pt x="62423" y="1256196"/>
                    <a:pt x="52134" y="1248772"/>
                    <a:pt x="47625" y="1238250"/>
                  </a:cubicBezTo>
                  <a:cubicBezTo>
                    <a:pt x="42468" y="1226218"/>
                    <a:pt x="42697" y="1212407"/>
                    <a:pt x="38100" y="1200150"/>
                  </a:cubicBezTo>
                  <a:cubicBezTo>
                    <a:pt x="33114" y="1186855"/>
                    <a:pt x="24036" y="1175345"/>
                    <a:pt x="19050" y="1162050"/>
                  </a:cubicBezTo>
                  <a:cubicBezTo>
                    <a:pt x="10525" y="1139316"/>
                    <a:pt x="3292" y="1086553"/>
                    <a:pt x="0" y="1066800"/>
                  </a:cubicBezTo>
                  <a:cubicBezTo>
                    <a:pt x="12700" y="971550"/>
                    <a:pt x="22718" y="875904"/>
                    <a:pt x="38100" y="781050"/>
                  </a:cubicBezTo>
                  <a:cubicBezTo>
                    <a:pt x="40662" y="765248"/>
                    <a:pt x="68957" y="675334"/>
                    <a:pt x="76200" y="657225"/>
                  </a:cubicBezTo>
                  <a:cubicBezTo>
                    <a:pt x="81473" y="644042"/>
                    <a:pt x="90264" y="632420"/>
                    <a:pt x="95250" y="619125"/>
                  </a:cubicBezTo>
                  <a:cubicBezTo>
                    <a:pt x="99847" y="606868"/>
                    <a:pt x="97837" y="592126"/>
                    <a:pt x="104775" y="581025"/>
                  </a:cubicBezTo>
                  <a:cubicBezTo>
                    <a:pt x="114294" y="565795"/>
                    <a:pt x="130175" y="555625"/>
                    <a:pt x="142875" y="542925"/>
                  </a:cubicBezTo>
                  <a:cubicBezTo>
                    <a:pt x="160339" y="490534"/>
                    <a:pt x="141907" y="537476"/>
                    <a:pt x="171450" y="485775"/>
                  </a:cubicBezTo>
                  <a:cubicBezTo>
                    <a:pt x="178495" y="473447"/>
                    <a:pt x="182247" y="459229"/>
                    <a:pt x="190500" y="447675"/>
                  </a:cubicBezTo>
                  <a:cubicBezTo>
                    <a:pt x="198330" y="436714"/>
                    <a:pt x="211245" y="430061"/>
                    <a:pt x="219075" y="419100"/>
                  </a:cubicBezTo>
                  <a:cubicBezTo>
                    <a:pt x="227328" y="407546"/>
                    <a:pt x="232532" y="394051"/>
                    <a:pt x="238125" y="381000"/>
                  </a:cubicBezTo>
                  <a:cubicBezTo>
                    <a:pt x="242080" y="371772"/>
                    <a:pt x="240550" y="359525"/>
                    <a:pt x="247650" y="352425"/>
                  </a:cubicBezTo>
                  <a:cubicBezTo>
                    <a:pt x="254750" y="345325"/>
                    <a:pt x="266700" y="346075"/>
                    <a:pt x="276225" y="342900"/>
                  </a:cubicBezTo>
                  <a:cubicBezTo>
                    <a:pt x="280562" y="339647"/>
                    <a:pt x="332067" y="299918"/>
                    <a:pt x="342900" y="295275"/>
                  </a:cubicBezTo>
                  <a:cubicBezTo>
                    <a:pt x="354932" y="290118"/>
                    <a:pt x="368133" y="288162"/>
                    <a:pt x="381000" y="285750"/>
                  </a:cubicBezTo>
                  <a:cubicBezTo>
                    <a:pt x="418964" y="278632"/>
                    <a:pt x="456675" y="266884"/>
                    <a:pt x="495300" y="266700"/>
                  </a:cubicBezTo>
                  <a:lnTo>
                    <a:pt x="2495550" y="257175"/>
                  </a:lnTo>
                  <a:cubicBezTo>
                    <a:pt x="2607234" y="234838"/>
                    <a:pt x="2463060" y="265224"/>
                    <a:pt x="2638425" y="219075"/>
                  </a:cubicBezTo>
                  <a:cubicBezTo>
                    <a:pt x="2805159" y="175198"/>
                    <a:pt x="2665239" y="216958"/>
                    <a:pt x="2762250" y="190500"/>
                  </a:cubicBezTo>
                  <a:cubicBezTo>
                    <a:pt x="2784550" y="184418"/>
                    <a:pt x="2806591" y="177406"/>
                    <a:pt x="2828925" y="171450"/>
                  </a:cubicBezTo>
                  <a:cubicBezTo>
                    <a:pt x="2854223" y="164704"/>
                    <a:pt x="2881707" y="164109"/>
                    <a:pt x="2905125" y="152400"/>
                  </a:cubicBezTo>
                  <a:cubicBezTo>
                    <a:pt x="2983067" y="113429"/>
                    <a:pt x="2903512" y="149763"/>
                    <a:pt x="2981325" y="123825"/>
                  </a:cubicBezTo>
                  <a:cubicBezTo>
                    <a:pt x="2997545" y="118418"/>
                    <a:pt x="3012573" y="109688"/>
                    <a:pt x="3028950" y="104775"/>
                  </a:cubicBezTo>
                  <a:cubicBezTo>
                    <a:pt x="3044457" y="100123"/>
                    <a:pt x="3060869" y="99177"/>
                    <a:pt x="3076575" y="95250"/>
                  </a:cubicBezTo>
                  <a:cubicBezTo>
                    <a:pt x="3086315" y="92815"/>
                    <a:pt x="3095714" y="89156"/>
                    <a:pt x="3105150" y="85725"/>
                  </a:cubicBezTo>
                  <a:cubicBezTo>
                    <a:pt x="3130644" y="76454"/>
                    <a:pt x="3155325" y="64804"/>
                    <a:pt x="3181350" y="57150"/>
                  </a:cubicBezTo>
                  <a:cubicBezTo>
                    <a:pt x="3254937" y="35507"/>
                    <a:pt x="3285133" y="36294"/>
                    <a:pt x="3362325" y="28575"/>
                  </a:cubicBezTo>
                  <a:cubicBezTo>
                    <a:pt x="3375025" y="25400"/>
                    <a:pt x="3387795" y="22494"/>
                    <a:pt x="3400425" y="19050"/>
                  </a:cubicBezTo>
                  <a:cubicBezTo>
                    <a:pt x="3422725" y="12968"/>
                    <a:pt x="3443986" y="0"/>
                    <a:pt x="3467100" y="0"/>
                  </a:cubicBezTo>
                  <a:cubicBezTo>
                    <a:pt x="3857677" y="0"/>
                    <a:pt x="4248150" y="12700"/>
                    <a:pt x="4638675" y="19050"/>
                  </a:cubicBezTo>
                  <a:cubicBezTo>
                    <a:pt x="4698545" y="39007"/>
                    <a:pt x="4637061" y="15727"/>
                    <a:pt x="4724400" y="66675"/>
                  </a:cubicBezTo>
                  <a:cubicBezTo>
                    <a:pt x="4742797" y="77407"/>
                    <a:pt x="4762500" y="85725"/>
                    <a:pt x="4781550" y="95250"/>
                  </a:cubicBezTo>
                  <a:cubicBezTo>
                    <a:pt x="4803775" y="123825"/>
                    <a:pt x="4827716" y="151144"/>
                    <a:pt x="4848225" y="180975"/>
                  </a:cubicBezTo>
                  <a:cubicBezTo>
                    <a:pt x="4896196" y="250750"/>
                    <a:pt x="4878250" y="241025"/>
                    <a:pt x="4914900" y="314325"/>
                  </a:cubicBezTo>
                  <a:cubicBezTo>
                    <a:pt x="4926348" y="337220"/>
                    <a:pt x="4940300" y="358775"/>
                    <a:pt x="4953000" y="381000"/>
                  </a:cubicBezTo>
                  <a:cubicBezTo>
                    <a:pt x="4956175" y="412750"/>
                    <a:pt x="4958398" y="444610"/>
                    <a:pt x="4962525" y="476250"/>
                  </a:cubicBezTo>
                  <a:cubicBezTo>
                    <a:pt x="4967926" y="517660"/>
                    <a:pt x="4980347" y="558332"/>
                    <a:pt x="4981575" y="600075"/>
                  </a:cubicBezTo>
                  <a:cubicBezTo>
                    <a:pt x="4983537" y="666797"/>
                    <a:pt x="4977373" y="733562"/>
                    <a:pt x="4972050" y="800100"/>
                  </a:cubicBezTo>
                  <a:cubicBezTo>
                    <a:pt x="4971006" y="813149"/>
                    <a:pt x="4968379" y="826491"/>
                    <a:pt x="4962525" y="838200"/>
                  </a:cubicBezTo>
                  <a:cubicBezTo>
                    <a:pt x="4945966" y="871318"/>
                    <a:pt x="4929873" y="905686"/>
                    <a:pt x="4905375" y="933450"/>
                  </a:cubicBezTo>
                  <a:cubicBezTo>
                    <a:pt x="4851444" y="994571"/>
                    <a:pt x="4788278" y="1010431"/>
                    <a:pt x="4724400" y="1057275"/>
                  </a:cubicBezTo>
                  <a:cubicBezTo>
                    <a:pt x="4706296" y="1070551"/>
                    <a:pt x="4695580" y="1092636"/>
                    <a:pt x="4676775" y="1104900"/>
                  </a:cubicBezTo>
                  <a:cubicBezTo>
                    <a:pt x="4622014" y="1140613"/>
                    <a:pt x="4551554" y="1153921"/>
                    <a:pt x="4505325" y="1200150"/>
                  </a:cubicBezTo>
                  <a:cubicBezTo>
                    <a:pt x="4486275" y="1219200"/>
                    <a:pt x="4469728" y="1241136"/>
                    <a:pt x="4448175" y="1257300"/>
                  </a:cubicBezTo>
                  <a:cubicBezTo>
                    <a:pt x="4431136" y="1270079"/>
                    <a:pt x="4409723" y="1275676"/>
                    <a:pt x="4391025" y="1285875"/>
                  </a:cubicBezTo>
                  <a:cubicBezTo>
                    <a:pt x="4183734" y="1398943"/>
                    <a:pt x="4514047" y="1221587"/>
                    <a:pt x="4295775" y="1352550"/>
                  </a:cubicBezTo>
                  <a:cubicBezTo>
                    <a:pt x="4281114" y="1361347"/>
                    <a:pt x="4263443" y="1363954"/>
                    <a:pt x="4248150" y="1371600"/>
                  </a:cubicBezTo>
                  <a:cubicBezTo>
                    <a:pt x="4102073" y="1444638"/>
                    <a:pt x="4318137" y="1345856"/>
                    <a:pt x="4143375" y="1447800"/>
                  </a:cubicBezTo>
                  <a:cubicBezTo>
                    <a:pt x="4126030" y="1457918"/>
                    <a:pt x="4104682" y="1458940"/>
                    <a:pt x="4086225" y="1466850"/>
                  </a:cubicBezTo>
                  <a:cubicBezTo>
                    <a:pt x="3871244" y="1558985"/>
                    <a:pt x="4133659" y="1449270"/>
                    <a:pt x="3952875" y="1552575"/>
                  </a:cubicBezTo>
                  <a:cubicBezTo>
                    <a:pt x="3929322" y="1566034"/>
                    <a:pt x="3902169" y="1571879"/>
                    <a:pt x="3876675" y="1581150"/>
                  </a:cubicBezTo>
                  <a:cubicBezTo>
                    <a:pt x="3852891" y="1589799"/>
                    <a:pt x="3796241" y="1606762"/>
                    <a:pt x="3781425" y="1609725"/>
                  </a:cubicBezTo>
                  <a:cubicBezTo>
                    <a:pt x="3756324" y="1614745"/>
                    <a:pt x="3730625" y="1616075"/>
                    <a:pt x="3705225" y="1619250"/>
                  </a:cubicBezTo>
                  <a:lnTo>
                    <a:pt x="3181350" y="1609725"/>
                  </a:lnTo>
                  <a:cubicBezTo>
                    <a:pt x="3074961" y="1606451"/>
                    <a:pt x="3106265" y="1597099"/>
                    <a:pt x="3009900" y="1590675"/>
                  </a:cubicBezTo>
                  <a:cubicBezTo>
                    <a:pt x="2940133" y="1586024"/>
                    <a:pt x="2870200" y="1584325"/>
                    <a:pt x="2800350" y="1581150"/>
                  </a:cubicBezTo>
                  <a:lnTo>
                    <a:pt x="2447925" y="1609725"/>
                  </a:lnTo>
                  <a:cubicBezTo>
                    <a:pt x="2434896" y="1610996"/>
                    <a:pt x="2422364" y="1615488"/>
                    <a:pt x="2409825" y="1619250"/>
                  </a:cubicBezTo>
                  <a:cubicBezTo>
                    <a:pt x="2327234" y="1644027"/>
                    <a:pt x="2368515" y="1633920"/>
                    <a:pt x="2276475" y="1676400"/>
                  </a:cubicBezTo>
                  <a:cubicBezTo>
                    <a:pt x="2260951" y="1683565"/>
                    <a:pt x="2244415" y="1688375"/>
                    <a:pt x="2228850" y="1695450"/>
                  </a:cubicBezTo>
                  <a:cubicBezTo>
                    <a:pt x="2196123" y="1710326"/>
                    <a:pt x="2170791" y="1722325"/>
                    <a:pt x="2143125" y="1743075"/>
                  </a:cubicBezTo>
                  <a:cubicBezTo>
                    <a:pt x="2114165" y="1764795"/>
                    <a:pt x="2082998" y="1784152"/>
                    <a:pt x="2057400" y="1809750"/>
                  </a:cubicBezTo>
                  <a:cubicBezTo>
                    <a:pt x="2028649" y="1838501"/>
                    <a:pt x="1981200" y="1905000"/>
                    <a:pt x="1981200" y="1905000"/>
                  </a:cubicBezTo>
                  <a:cubicBezTo>
                    <a:pt x="1978025" y="1920875"/>
                    <a:pt x="1975187" y="1936821"/>
                    <a:pt x="1971675" y="1952625"/>
                  </a:cubicBezTo>
                  <a:cubicBezTo>
                    <a:pt x="1968835" y="1965404"/>
                    <a:pt x="1964717" y="1977888"/>
                    <a:pt x="1962150" y="1990725"/>
                  </a:cubicBezTo>
                  <a:cubicBezTo>
                    <a:pt x="1958362" y="2009663"/>
                    <a:pt x="1957707" y="2029243"/>
                    <a:pt x="1952625" y="2047875"/>
                  </a:cubicBezTo>
                  <a:cubicBezTo>
                    <a:pt x="1948057" y="2064626"/>
                    <a:pt x="1928288" y="2102884"/>
                    <a:pt x="1924050" y="2124075"/>
                  </a:cubicBezTo>
                  <a:cubicBezTo>
                    <a:pt x="1922805" y="2130302"/>
                    <a:pt x="1925637" y="2097088"/>
                    <a:pt x="1924050" y="2162175"/>
                  </a:cubicBezTo>
                  <a:close/>
                </a:path>
              </a:pathLst>
            </a:custGeom>
            <a:solidFill>
              <a:srgbClr val="FFCCCC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Freihandform: Form 32">
              <a:extLst>
                <a:ext uri="{FF2B5EF4-FFF2-40B4-BE49-F238E27FC236}">
                  <a16:creationId xmlns:a16="http://schemas.microsoft.com/office/drawing/2014/main" id="{608121FE-2517-4E96-B9CF-9DCA186EB237}"/>
                </a:ext>
              </a:extLst>
            </p:cNvPr>
            <p:cNvSpPr/>
            <p:nvPr/>
          </p:nvSpPr>
          <p:spPr>
            <a:xfrm>
              <a:off x="3670367" y="3745761"/>
              <a:ext cx="3745838" cy="1148204"/>
            </a:xfrm>
            <a:custGeom>
              <a:avLst/>
              <a:gdLst>
                <a:gd name="connsiteX0" fmla="*/ 2513 w 3745838"/>
                <a:gd name="connsiteY0" fmla="*/ 567179 h 1148204"/>
                <a:gd name="connsiteX1" fmla="*/ 31088 w 3745838"/>
                <a:gd name="connsiteY1" fmla="*/ 519554 h 1148204"/>
                <a:gd name="connsiteX2" fmla="*/ 40613 w 3745838"/>
                <a:gd name="connsiteY2" fmla="*/ 462404 h 1148204"/>
                <a:gd name="connsiteX3" fmla="*/ 59663 w 3745838"/>
                <a:gd name="connsiteY3" fmla="*/ 405254 h 1148204"/>
                <a:gd name="connsiteX4" fmla="*/ 69188 w 3745838"/>
                <a:gd name="connsiteY4" fmla="*/ 367154 h 1148204"/>
                <a:gd name="connsiteX5" fmla="*/ 107288 w 3745838"/>
                <a:gd name="connsiteY5" fmla="*/ 271904 h 1148204"/>
                <a:gd name="connsiteX6" fmla="*/ 135863 w 3745838"/>
                <a:gd name="connsiteY6" fmla="*/ 233804 h 1148204"/>
                <a:gd name="connsiteX7" fmla="*/ 154913 w 3745838"/>
                <a:gd name="connsiteY7" fmla="*/ 205229 h 1148204"/>
                <a:gd name="connsiteX8" fmla="*/ 231113 w 3745838"/>
                <a:gd name="connsiteY8" fmla="*/ 176654 h 1148204"/>
                <a:gd name="connsiteX9" fmla="*/ 297788 w 3745838"/>
                <a:gd name="connsiteY9" fmla="*/ 157604 h 1148204"/>
                <a:gd name="connsiteX10" fmla="*/ 373988 w 3745838"/>
                <a:gd name="connsiteY10" fmla="*/ 129029 h 1148204"/>
                <a:gd name="connsiteX11" fmla="*/ 450188 w 3745838"/>
                <a:gd name="connsiteY11" fmla="*/ 100454 h 1148204"/>
                <a:gd name="connsiteX12" fmla="*/ 574013 w 3745838"/>
                <a:gd name="connsiteY12" fmla="*/ 81404 h 1148204"/>
                <a:gd name="connsiteX13" fmla="*/ 650213 w 3745838"/>
                <a:gd name="connsiteY13" fmla="*/ 71879 h 1148204"/>
                <a:gd name="connsiteX14" fmla="*/ 1059788 w 3745838"/>
                <a:gd name="connsiteY14" fmla="*/ 52829 h 1148204"/>
                <a:gd name="connsiteX15" fmla="*/ 3450563 w 3745838"/>
                <a:gd name="connsiteY15" fmla="*/ 186179 h 1148204"/>
                <a:gd name="connsiteX16" fmla="*/ 3498188 w 3745838"/>
                <a:gd name="connsiteY16" fmla="*/ 205229 h 1148204"/>
                <a:gd name="connsiteX17" fmla="*/ 3631538 w 3745838"/>
                <a:gd name="connsiteY17" fmla="*/ 310004 h 1148204"/>
                <a:gd name="connsiteX18" fmla="*/ 3660113 w 3745838"/>
                <a:gd name="connsiteY18" fmla="*/ 357629 h 1148204"/>
                <a:gd name="connsiteX19" fmla="*/ 3688688 w 3745838"/>
                <a:gd name="connsiteY19" fmla="*/ 386204 h 1148204"/>
                <a:gd name="connsiteX20" fmla="*/ 3745838 w 3745838"/>
                <a:gd name="connsiteY20" fmla="*/ 462404 h 1148204"/>
                <a:gd name="connsiteX21" fmla="*/ 3717263 w 3745838"/>
                <a:gd name="connsiteY21" fmla="*/ 652904 h 1148204"/>
                <a:gd name="connsiteX22" fmla="*/ 3688688 w 3745838"/>
                <a:gd name="connsiteY22" fmla="*/ 700529 h 1148204"/>
                <a:gd name="connsiteX23" fmla="*/ 3622013 w 3745838"/>
                <a:gd name="connsiteY23" fmla="*/ 767204 h 1148204"/>
                <a:gd name="connsiteX24" fmla="*/ 3593438 w 3745838"/>
                <a:gd name="connsiteY24" fmla="*/ 795779 h 1148204"/>
                <a:gd name="connsiteX25" fmla="*/ 3555338 w 3745838"/>
                <a:gd name="connsiteY25" fmla="*/ 814829 h 1148204"/>
                <a:gd name="connsiteX26" fmla="*/ 3526763 w 3745838"/>
                <a:gd name="connsiteY26" fmla="*/ 843404 h 1148204"/>
                <a:gd name="connsiteX27" fmla="*/ 3479138 w 3745838"/>
                <a:gd name="connsiteY27" fmla="*/ 871979 h 1148204"/>
                <a:gd name="connsiteX28" fmla="*/ 3383888 w 3745838"/>
                <a:gd name="connsiteY28" fmla="*/ 929129 h 1148204"/>
                <a:gd name="connsiteX29" fmla="*/ 3317213 w 3745838"/>
                <a:gd name="connsiteY29" fmla="*/ 967229 h 1148204"/>
                <a:gd name="connsiteX30" fmla="*/ 3221963 w 3745838"/>
                <a:gd name="connsiteY30" fmla="*/ 986279 h 1148204"/>
                <a:gd name="connsiteX31" fmla="*/ 3050513 w 3745838"/>
                <a:gd name="connsiteY31" fmla="*/ 1014854 h 1148204"/>
                <a:gd name="connsiteX32" fmla="*/ 2869538 w 3745838"/>
                <a:gd name="connsiteY32" fmla="*/ 1043429 h 1148204"/>
                <a:gd name="connsiteX33" fmla="*/ 2717138 w 3745838"/>
                <a:gd name="connsiteY33" fmla="*/ 1062479 h 1148204"/>
                <a:gd name="connsiteX34" fmla="*/ 2659988 w 3745838"/>
                <a:gd name="connsiteY34" fmla="*/ 1081529 h 1148204"/>
                <a:gd name="connsiteX35" fmla="*/ 2612363 w 3745838"/>
                <a:gd name="connsiteY35" fmla="*/ 1091054 h 1148204"/>
                <a:gd name="connsiteX36" fmla="*/ 2450438 w 3745838"/>
                <a:gd name="connsiteY36" fmla="*/ 1119629 h 1148204"/>
                <a:gd name="connsiteX37" fmla="*/ 2250413 w 3745838"/>
                <a:gd name="connsiteY37" fmla="*/ 1129154 h 1148204"/>
                <a:gd name="connsiteX38" fmla="*/ 2145638 w 3745838"/>
                <a:gd name="connsiteY38" fmla="*/ 1138679 h 1148204"/>
                <a:gd name="connsiteX39" fmla="*/ 1631288 w 3745838"/>
                <a:gd name="connsiteY39" fmla="*/ 1148204 h 1148204"/>
                <a:gd name="connsiteX40" fmla="*/ 878813 w 3745838"/>
                <a:gd name="connsiteY40" fmla="*/ 1138679 h 1148204"/>
                <a:gd name="connsiteX41" fmla="*/ 631163 w 3745838"/>
                <a:gd name="connsiteY41" fmla="*/ 1119629 h 1148204"/>
                <a:gd name="connsiteX42" fmla="*/ 526388 w 3745838"/>
                <a:gd name="connsiteY42" fmla="*/ 1091054 h 1148204"/>
                <a:gd name="connsiteX43" fmla="*/ 431138 w 3745838"/>
                <a:gd name="connsiteY43" fmla="*/ 1072004 h 1148204"/>
                <a:gd name="connsiteX44" fmla="*/ 316838 w 3745838"/>
                <a:gd name="connsiteY44" fmla="*/ 1024379 h 1148204"/>
                <a:gd name="connsiteX45" fmla="*/ 259688 w 3745838"/>
                <a:gd name="connsiteY45" fmla="*/ 995804 h 1148204"/>
                <a:gd name="connsiteX46" fmla="*/ 183488 w 3745838"/>
                <a:gd name="connsiteY46" fmla="*/ 919604 h 1148204"/>
                <a:gd name="connsiteX47" fmla="*/ 154913 w 3745838"/>
                <a:gd name="connsiteY47" fmla="*/ 900554 h 1148204"/>
                <a:gd name="connsiteX48" fmla="*/ 126338 w 3745838"/>
                <a:gd name="connsiteY48" fmla="*/ 862454 h 1148204"/>
                <a:gd name="connsiteX49" fmla="*/ 69188 w 3745838"/>
                <a:gd name="connsiteY49" fmla="*/ 814829 h 1148204"/>
                <a:gd name="connsiteX50" fmla="*/ 50138 w 3745838"/>
                <a:gd name="connsiteY50" fmla="*/ 776729 h 1148204"/>
                <a:gd name="connsiteX51" fmla="*/ 31088 w 3745838"/>
                <a:gd name="connsiteY51" fmla="*/ 748154 h 1148204"/>
                <a:gd name="connsiteX52" fmla="*/ 21563 w 3745838"/>
                <a:gd name="connsiteY52" fmla="*/ 710054 h 1148204"/>
                <a:gd name="connsiteX53" fmla="*/ 2513 w 3745838"/>
                <a:gd name="connsiteY53" fmla="*/ 633854 h 1148204"/>
                <a:gd name="connsiteX54" fmla="*/ 2513 w 3745838"/>
                <a:gd name="connsiteY54" fmla="*/ 567179 h 114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745838" h="1148204">
                  <a:moveTo>
                    <a:pt x="2513" y="567179"/>
                  </a:moveTo>
                  <a:cubicBezTo>
                    <a:pt x="7275" y="548129"/>
                    <a:pt x="24761" y="536953"/>
                    <a:pt x="31088" y="519554"/>
                  </a:cubicBezTo>
                  <a:cubicBezTo>
                    <a:pt x="37688" y="501404"/>
                    <a:pt x="35929" y="481140"/>
                    <a:pt x="40613" y="462404"/>
                  </a:cubicBezTo>
                  <a:cubicBezTo>
                    <a:pt x="45483" y="442923"/>
                    <a:pt x="53893" y="424488"/>
                    <a:pt x="59663" y="405254"/>
                  </a:cubicBezTo>
                  <a:cubicBezTo>
                    <a:pt x="63425" y="392715"/>
                    <a:pt x="65426" y="379693"/>
                    <a:pt x="69188" y="367154"/>
                  </a:cubicBezTo>
                  <a:cubicBezTo>
                    <a:pt x="79053" y="334270"/>
                    <a:pt x="88927" y="301281"/>
                    <a:pt x="107288" y="271904"/>
                  </a:cubicBezTo>
                  <a:cubicBezTo>
                    <a:pt x="115702" y="258442"/>
                    <a:pt x="126636" y="246722"/>
                    <a:pt x="135863" y="233804"/>
                  </a:cubicBezTo>
                  <a:cubicBezTo>
                    <a:pt x="142517" y="224489"/>
                    <a:pt x="145097" y="211119"/>
                    <a:pt x="154913" y="205229"/>
                  </a:cubicBezTo>
                  <a:cubicBezTo>
                    <a:pt x="178174" y="191272"/>
                    <a:pt x="205619" y="185925"/>
                    <a:pt x="231113" y="176654"/>
                  </a:cubicBezTo>
                  <a:cubicBezTo>
                    <a:pt x="261175" y="165722"/>
                    <a:pt x="264201" y="166001"/>
                    <a:pt x="297788" y="157604"/>
                  </a:cubicBezTo>
                  <a:cubicBezTo>
                    <a:pt x="351183" y="122008"/>
                    <a:pt x="299088" y="151499"/>
                    <a:pt x="373988" y="129029"/>
                  </a:cubicBezTo>
                  <a:cubicBezTo>
                    <a:pt x="395176" y="122673"/>
                    <a:pt x="426391" y="105742"/>
                    <a:pt x="450188" y="100454"/>
                  </a:cubicBezTo>
                  <a:cubicBezTo>
                    <a:pt x="472016" y="95603"/>
                    <a:pt x="555023" y="83936"/>
                    <a:pt x="574013" y="81404"/>
                  </a:cubicBezTo>
                  <a:cubicBezTo>
                    <a:pt x="599386" y="78021"/>
                    <a:pt x="624660" y="73382"/>
                    <a:pt x="650213" y="71879"/>
                  </a:cubicBezTo>
                  <a:cubicBezTo>
                    <a:pt x="786650" y="63853"/>
                    <a:pt x="1059788" y="52829"/>
                    <a:pt x="1059788" y="52829"/>
                  </a:cubicBezTo>
                  <a:cubicBezTo>
                    <a:pt x="1842452" y="-103704"/>
                    <a:pt x="2654224" y="132244"/>
                    <a:pt x="3450563" y="186179"/>
                  </a:cubicBezTo>
                  <a:cubicBezTo>
                    <a:pt x="3467622" y="187334"/>
                    <a:pt x="3483527" y="196432"/>
                    <a:pt x="3498188" y="205229"/>
                  </a:cubicBezTo>
                  <a:cubicBezTo>
                    <a:pt x="3533220" y="226248"/>
                    <a:pt x="3600759" y="270431"/>
                    <a:pt x="3631538" y="310004"/>
                  </a:cubicBezTo>
                  <a:cubicBezTo>
                    <a:pt x="3642904" y="324617"/>
                    <a:pt x="3649005" y="342818"/>
                    <a:pt x="3660113" y="357629"/>
                  </a:cubicBezTo>
                  <a:cubicBezTo>
                    <a:pt x="3668195" y="368405"/>
                    <a:pt x="3679818" y="376067"/>
                    <a:pt x="3688688" y="386204"/>
                  </a:cubicBezTo>
                  <a:cubicBezTo>
                    <a:pt x="3720364" y="422405"/>
                    <a:pt x="3723155" y="428380"/>
                    <a:pt x="3745838" y="462404"/>
                  </a:cubicBezTo>
                  <a:cubicBezTo>
                    <a:pt x="3736313" y="525904"/>
                    <a:pt x="3732248" y="590467"/>
                    <a:pt x="3717263" y="652904"/>
                  </a:cubicBezTo>
                  <a:cubicBezTo>
                    <a:pt x="3712943" y="670906"/>
                    <a:pt x="3698957" y="685125"/>
                    <a:pt x="3688688" y="700529"/>
                  </a:cubicBezTo>
                  <a:cubicBezTo>
                    <a:pt x="3651999" y="755562"/>
                    <a:pt x="3671402" y="724871"/>
                    <a:pt x="3622013" y="767204"/>
                  </a:cubicBezTo>
                  <a:cubicBezTo>
                    <a:pt x="3611786" y="775970"/>
                    <a:pt x="3604399" y="787949"/>
                    <a:pt x="3593438" y="795779"/>
                  </a:cubicBezTo>
                  <a:cubicBezTo>
                    <a:pt x="3581884" y="804032"/>
                    <a:pt x="3566892" y="806576"/>
                    <a:pt x="3555338" y="814829"/>
                  </a:cubicBezTo>
                  <a:cubicBezTo>
                    <a:pt x="3544377" y="822659"/>
                    <a:pt x="3537539" y="835322"/>
                    <a:pt x="3526763" y="843404"/>
                  </a:cubicBezTo>
                  <a:cubicBezTo>
                    <a:pt x="3511952" y="854512"/>
                    <a:pt x="3494542" y="861710"/>
                    <a:pt x="3479138" y="871979"/>
                  </a:cubicBezTo>
                  <a:cubicBezTo>
                    <a:pt x="3356055" y="954034"/>
                    <a:pt x="3546394" y="838848"/>
                    <a:pt x="3383888" y="929129"/>
                  </a:cubicBezTo>
                  <a:cubicBezTo>
                    <a:pt x="3330080" y="959022"/>
                    <a:pt x="3382196" y="939379"/>
                    <a:pt x="3317213" y="967229"/>
                  </a:cubicBezTo>
                  <a:cubicBezTo>
                    <a:pt x="3279554" y="983368"/>
                    <a:pt x="3271264" y="976419"/>
                    <a:pt x="3221963" y="986279"/>
                  </a:cubicBezTo>
                  <a:cubicBezTo>
                    <a:pt x="3028420" y="1024988"/>
                    <a:pt x="3277097" y="988197"/>
                    <a:pt x="3050513" y="1014854"/>
                  </a:cubicBezTo>
                  <a:cubicBezTo>
                    <a:pt x="2975612" y="1023666"/>
                    <a:pt x="2954350" y="1031313"/>
                    <a:pt x="2869538" y="1043429"/>
                  </a:cubicBezTo>
                  <a:cubicBezTo>
                    <a:pt x="2818857" y="1050669"/>
                    <a:pt x="2767938" y="1056129"/>
                    <a:pt x="2717138" y="1062479"/>
                  </a:cubicBezTo>
                  <a:cubicBezTo>
                    <a:pt x="2698088" y="1068829"/>
                    <a:pt x="2679361" y="1076245"/>
                    <a:pt x="2659988" y="1081529"/>
                  </a:cubicBezTo>
                  <a:cubicBezTo>
                    <a:pt x="2644369" y="1085789"/>
                    <a:pt x="2628291" y="1088158"/>
                    <a:pt x="2612363" y="1091054"/>
                  </a:cubicBezTo>
                  <a:cubicBezTo>
                    <a:pt x="2558438" y="1100859"/>
                    <a:pt x="2504946" y="1113891"/>
                    <a:pt x="2450438" y="1119629"/>
                  </a:cubicBezTo>
                  <a:cubicBezTo>
                    <a:pt x="2384054" y="1126617"/>
                    <a:pt x="2317034" y="1124990"/>
                    <a:pt x="2250413" y="1129154"/>
                  </a:cubicBezTo>
                  <a:cubicBezTo>
                    <a:pt x="2215412" y="1131342"/>
                    <a:pt x="2180690" y="1137600"/>
                    <a:pt x="2145638" y="1138679"/>
                  </a:cubicBezTo>
                  <a:cubicBezTo>
                    <a:pt x="1974240" y="1143953"/>
                    <a:pt x="1802738" y="1145029"/>
                    <a:pt x="1631288" y="1148204"/>
                  </a:cubicBezTo>
                  <a:lnTo>
                    <a:pt x="878813" y="1138679"/>
                  </a:lnTo>
                  <a:cubicBezTo>
                    <a:pt x="841725" y="1137922"/>
                    <a:pt x="695832" y="1134000"/>
                    <a:pt x="631163" y="1119629"/>
                  </a:cubicBezTo>
                  <a:cubicBezTo>
                    <a:pt x="595824" y="1111776"/>
                    <a:pt x="561604" y="1099439"/>
                    <a:pt x="526388" y="1091054"/>
                  </a:cubicBezTo>
                  <a:cubicBezTo>
                    <a:pt x="494890" y="1083554"/>
                    <a:pt x="431138" y="1072004"/>
                    <a:pt x="431138" y="1072004"/>
                  </a:cubicBezTo>
                  <a:cubicBezTo>
                    <a:pt x="393038" y="1056129"/>
                    <a:pt x="351181" y="1047274"/>
                    <a:pt x="316838" y="1024379"/>
                  </a:cubicBezTo>
                  <a:cubicBezTo>
                    <a:pt x="279909" y="999760"/>
                    <a:pt x="299123" y="1008949"/>
                    <a:pt x="259688" y="995804"/>
                  </a:cubicBezTo>
                  <a:cubicBezTo>
                    <a:pt x="112642" y="878167"/>
                    <a:pt x="292216" y="1028332"/>
                    <a:pt x="183488" y="919604"/>
                  </a:cubicBezTo>
                  <a:cubicBezTo>
                    <a:pt x="175393" y="911509"/>
                    <a:pt x="163008" y="908649"/>
                    <a:pt x="154913" y="900554"/>
                  </a:cubicBezTo>
                  <a:cubicBezTo>
                    <a:pt x="143688" y="889329"/>
                    <a:pt x="137563" y="873679"/>
                    <a:pt x="126338" y="862454"/>
                  </a:cubicBezTo>
                  <a:cubicBezTo>
                    <a:pt x="84566" y="820682"/>
                    <a:pt x="108198" y="869444"/>
                    <a:pt x="69188" y="814829"/>
                  </a:cubicBezTo>
                  <a:cubicBezTo>
                    <a:pt x="60935" y="803275"/>
                    <a:pt x="57183" y="789057"/>
                    <a:pt x="50138" y="776729"/>
                  </a:cubicBezTo>
                  <a:cubicBezTo>
                    <a:pt x="44458" y="766790"/>
                    <a:pt x="37438" y="757679"/>
                    <a:pt x="31088" y="748154"/>
                  </a:cubicBezTo>
                  <a:cubicBezTo>
                    <a:pt x="27913" y="735454"/>
                    <a:pt x="25159" y="722641"/>
                    <a:pt x="21563" y="710054"/>
                  </a:cubicBezTo>
                  <a:cubicBezTo>
                    <a:pt x="11275" y="674047"/>
                    <a:pt x="6982" y="678543"/>
                    <a:pt x="2513" y="633854"/>
                  </a:cubicBezTo>
                  <a:cubicBezTo>
                    <a:pt x="933" y="618058"/>
                    <a:pt x="-2249" y="586229"/>
                    <a:pt x="2513" y="567179"/>
                  </a:cubicBezTo>
                  <a:close/>
                </a:path>
              </a:pathLst>
            </a:custGeom>
            <a:solidFill>
              <a:srgbClr val="FFCCCC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7" name="Gerader Verbinder 33">
              <a:extLst>
                <a:ext uri="{FF2B5EF4-FFF2-40B4-BE49-F238E27FC236}">
                  <a16:creationId xmlns:a16="http://schemas.microsoft.com/office/drawing/2014/main" id="{DC764C98-4897-46E2-9145-A31FB4A6197B}"/>
                </a:ext>
              </a:extLst>
            </p:cNvPr>
            <p:cNvCxnSpPr/>
            <p:nvPr/>
          </p:nvCxnSpPr>
          <p:spPr>
            <a:xfrm>
              <a:off x="1982343" y="2407439"/>
              <a:ext cx="4340994" cy="0"/>
            </a:xfrm>
            <a:prstGeom prst="line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8" name="Gerader Verbinder 34">
              <a:extLst>
                <a:ext uri="{FF2B5EF4-FFF2-40B4-BE49-F238E27FC236}">
                  <a16:creationId xmlns:a16="http://schemas.microsoft.com/office/drawing/2014/main" id="{89CFA5F5-E941-4F5B-BD8C-A701104AA7BD}"/>
                </a:ext>
              </a:extLst>
            </p:cNvPr>
            <p:cNvCxnSpPr/>
            <p:nvPr/>
          </p:nvCxnSpPr>
          <p:spPr>
            <a:xfrm>
              <a:off x="2713863" y="2407439"/>
              <a:ext cx="0" cy="173254"/>
            </a:xfrm>
            <a:prstGeom prst="line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9" name="Gerader Verbinder 35">
              <a:extLst>
                <a:ext uri="{FF2B5EF4-FFF2-40B4-BE49-F238E27FC236}">
                  <a16:creationId xmlns:a16="http://schemas.microsoft.com/office/drawing/2014/main" id="{9E1159BD-5AC9-40A0-BADD-69E948D5EEB4}"/>
                </a:ext>
              </a:extLst>
            </p:cNvPr>
            <p:cNvCxnSpPr>
              <a:stCxn id="30" idx="2"/>
            </p:cNvCxnSpPr>
            <p:nvPr/>
          </p:nvCxnSpPr>
          <p:spPr>
            <a:xfrm flipH="1">
              <a:off x="2713862" y="2959277"/>
              <a:ext cx="1" cy="1633096"/>
            </a:xfrm>
            <a:prstGeom prst="line">
              <a:avLst/>
            </a:prstGeom>
            <a:noFill/>
            <a:ln w="38100" cap="flat" cmpd="sng" algn="ctr">
              <a:solidFill>
                <a:srgbClr val="9BBB59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0" name="Rechteck 36">
              <a:extLst>
                <a:ext uri="{FF2B5EF4-FFF2-40B4-BE49-F238E27FC236}">
                  <a16:creationId xmlns:a16="http://schemas.microsoft.com/office/drawing/2014/main" id="{524C4046-9D5F-4F3D-B68A-6497CAC97B04}"/>
                </a:ext>
              </a:extLst>
            </p:cNvPr>
            <p:cNvSpPr/>
            <p:nvPr/>
          </p:nvSpPr>
          <p:spPr>
            <a:xfrm>
              <a:off x="2497294" y="2571074"/>
              <a:ext cx="433137" cy="388203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1" name="Gerader Verbinder 37">
              <a:extLst>
                <a:ext uri="{FF2B5EF4-FFF2-40B4-BE49-F238E27FC236}">
                  <a16:creationId xmlns:a16="http://schemas.microsoft.com/office/drawing/2014/main" id="{BAC7ACE7-488E-4270-A4F5-B38D0CEF8237}"/>
                </a:ext>
              </a:extLst>
            </p:cNvPr>
            <p:cNvCxnSpPr/>
            <p:nvPr/>
          </p:nvCxnSpPr>
          <p:spPr>
            <a:xfrm flipV="1">
              <a:off x="2497294" y="2571074"/>
              <a:ext cx="433137" cy="3882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cxnSp>
          <p:nvCxnSpPr>
            <p:cNvPr id="32" name="Gerader Verbinder 38">
              <a:extLst>
                <a:ext uri="{FF2B5EF4-FFF2-40B4-BE49-F238E27FC236}">
                  <a16:creationId xmlns:a16="http://schemas.microsoft.com/office/drawing/2014/main" id="{E27EE71C-8295-4965-902B-9BD9230D7AB3}"/>
                </a:ext>
              </a:extLst>
            </p:cNvPr>
            <p:cNvCxnSpPr/>
            <p:nvPr/>
          </p:nvCxnSpPr>
          <p:spPr>
            <a:xfrm>
              <a:off x="2713863" y="3350915"/>
              <a:ext cx="711367" cy="0"/>
            </a:xfrm>
            <a:prstGeom prst="line">
              <a:avLst/>
            </a:prstGeom>
            <a:noFill/>
            <a:ln w="38100" cap="flat" cmpd="sng" algn="ctr">
              <a:solidFill>
                <a:srgbClr val="9BBB59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33" name="Gerader Verbinder 39">
              <a:extLst>
                <a:ext uri="{FF2B5EF4-FFF2-40B4-BE49-F238E27FC236}">
                  <a16:creationId xmlns:a16="http://schemas.microsoft.com/office/drawing/2014/main" id="{CA60E7C8-5ACD-4547-8F83-90B882432ABE}"/>
                </a:ext>
              </a:extLst>
            </p:cNvPr>
            <p:cNvCxnSpPr/>
            <p:nvPr/>
          </p:nvCxnSpPr>
          <p:spPr>
            <a:xfrm>
              <a:off x="2713862" y="4222453"/>
              <a:ext cx="711367" cy="0"/>
            </a:xfrm>
            <a:prstGeom prst="line">
              <a:avLst/>
            </a:prstGeom>
            <a:noFill/>
            <a:ln w="38100" cap="flat" cmpd="sng" algn="ctr">
              <a:solidFill>
                <a:srgbClr val="9BBB59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4" name="Rechteck 40">
              <a:extLst>
                <a:ext uri="{FF2B5EF4-FFF2-40B4-BE49-F238E27FC236}">
                  <a16:creationId xmlns:a16="http://schemas.microsoft.com/office/drawing/2014/main" id="{1335D113-A681-4F42-B653-B88C45830C18}"/>
                </a:ext>
              </a:extLst>
            </p:cNvPr>
            <p:cNvSpPr/>
            <p:nvPr/>
          </p:nvSpPr>
          <p:spPr>
            <a:xfrm>
              <a:off x="3425230" y="3156813"/>
              <a:ext cx="433137" cy="388203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" name="Gerader Verbinder 41">
              <a:extLst>
                <a:ext uri="{FF2B5EF4-FFF2-40B4-BE49-F238E27FC236}">
                  <a16:creationId xmlns:a16="http://schemas.microsoft.com/office/drawing/2014/main" id="{0BD6DBE3-E4CC-4002-8B8D-918BC3CBA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1431" y="3156813"/>
              <a:ext cx="0" cy="38820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sp>
          <p:nvSpPr>
            <p:cNvPr id="36" name="Rechteck 42">
              <a:extLst>
                <a:ext uri="{FF2B5EF4-FFF2-40B4-BE49-F238E27FC236}">
                  <a16:creationId xmlns:a16="http://schemas.microsoft.com/office/drawing/2014/main" id="{66F8331B-BB48-4D8B-A629-28928B04EBC2}"/>
                </a:ext>
              </a:extLst>
            </p:cNvPr>
            <p:cNvSpPr/>
            <p:nvPr/>
          </p:nvSpPr>
          <p:spPr>
            <a:xfrm>
              <a:off x="3431495" y="4028351"/>
              <a:ext cx="433137" cy="388203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7" name="Gerader Verbinder 43">
              <a:extLst>
                <a:ext uri="{FF2B5EF4-FFF2-40B4-BE49-F238E27FC236}">
                  <a16:creationId xmlns:a16="http://schemas.microsoft.com/office/drawing/2014/main" id="{980ACA28-4206-4619-ADE5-D53DE6A46B01}"/>
                </a:ext>
              </a:extLst>
            </p:cNvPr>
            <p:cNvCxnSpPr/>
            <p:nvPr/>
          </p:nvCxnSpPr>
          <p:spPr>
            <a:xfrm flipV="1">
              <a:off x="3431495" y="4028351"/>
              <a:ext cx="433137" cy="3882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sp>
          <p:nvSpPr>
            <p:cNvPr id="38" name="Rechteck 44">
              <a:extLst>
                <a:ext uri="{FF2B5EF4-FFF2-40B4-BE49-F238E27FC236}">
                  <a16:creationId xmlns:a16="http://schemas.microsoft.com/office/drawing/2014/main" id="{283E842D-E81C-41F3-BA61-4F07058F416C}"/>
                </a:ext>
              </a:extLst>
            </p:cNvPr>
            <p:cNvSpPr/>
            <p:nvPr/>
          </p:nvSpPr>
          <p:spPr>
            <a:xfrm>
              <a:off x="4862711" y="4028351"/>
              <a:ext cx="433137" cy="388203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9" name="Gerader Verbinder 45">
              <a:extLst>
                <a:ext uri="{FF2B5EF4-FFF2-40B4-BE49-F238E27FC236}">
                  <a16:creationId xmlns:a16="http://schemas.microsoft.com/office/drawing/2014/main" id="{DC0F4027-A167-4AE3-A6F9-62190E14B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8912" y="4028351"/>
              <a:ext cx="0" cy="38820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cxnSp>
          <p:nvCxnSpPr>
            <p:cNvPr id="40" name="Gerader Verbinder 46">
              <a:extLst>
                <a:ext uri="{FF2B5EF4-FFF2-40B4-BE49-F238E27FC236}">
                  <a16:creationId xmlns:a16="http://schemas.microsoft.com/office/drawing/2014/main" id="{8FDECD6A-1D0A-4BE9-97FA-5AE95E6D9DCA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3864632" y="4222453"/>
              <a:ext cx="998079" cy="0"/>
            </a:xfrm>
            <a:prstGeom prst="line">
              <a:avLst/>
            </a:prstGeom>
            <a:noFill/>
            <a:ln w="38100" cap="flat" cmpd="sng" algn="ctr">
              <a:solidFill>
                <a:srgbClr val="F79646"/>
              </a:solidFill>
              <a:prstDash val="sysDot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41" name="Textfeld 47">
              <a:extLst>
                <a:ext uri="{FF2B5EF4-FFF2-40B4-BE49-F238E27FC236}">
                  <a16:creationId xmlns:a16="http://schemas.microsoft.com/office/drawing/2014/main" id="{9BB5F6B5-10C8-496D-A19C-47676A77D02C}"/>
                </a:ext>
              </a:extLst>
            </p:cNvPr>
            <p:cNvSpPr txBox="1"/>
            <p:nvPr/>
          </p:nvSpPr>
          <p:spPr>
            <a:xfrm>
              <a:off x="5130210" y="2128720"/>
              <a:ext cx="13752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09585" eaLnBrk="0" hangingPunct="0">
                <a:defRPr sz="1200">
                  <a:solidFill>
                    <a:srgbClr val="0C4B9D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defRPr>
              </a:pPr>
              <a:r>
                <a:rPr sz="1200"/>
                <a:t>0.0 Ligne réseau IP</a:t>
              </a:r>
            </a:p>
          </p:txBody>
        </p:sp>
        <p:sp>
          <p:nvSpPr>
            <p:cNvPr id="42" name="Textfeld 48">
              <a:extLst>
                <a:ext uri="{FF2B5EF4-FFF2-40B4-BE49-F238E27FC236}">
                  <a16:creationId xmlns:a16="http://schemas.microsoft.com/office/drawing/2014/main" id="{A097B7D2-EE3A-40A0-BE19-6ED572E2A6C9}"/>
                </a:ext>
              </a:extLst>
            </p:cNvPr>
            <p:cNvSpPr txBox="1"/>
            <p:nvPr/>
          </p:nvSpPr>
          <p:spPr>
            <a:xfrm>
              <a:off x="842263" y="1608355"/>
              <a:ext cx="37431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09585" eaLnBrk="0" hangingPunct="0">
                <a:defRPr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defRPr>
              </a:pPr>
              <a:r>
                <a:t>1.0.0 Routeur IP </a:t>
              </a:r>
              <a:r>
                <a:rPr b="1"/>
                <a:t>sans</a:t>
              </a:r>
              <a:r>
                <a:t> proxy de sécurité</a:t>
              </a:r>
              <a:endParaRPr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Textfeld 49">
              <a:extLst>
                <a:ext uri="{FF2B5EF4-FFF2-40B4-BE49-F238E27FC236}">
                  <a16:creationId xmlns:a16="http://schemas.microsoft.com/office/drawing/2014/main" id="{F54DB4FA-4EB1-4D15-BD6C-1F21C91BE813}"/>
                </a:ext>
              </a:extLst>
            </p:cNvPr>
            <p:cNvSpPr txBox="1"/>
            <p:nvPr/>
          </p:nvSpPr>
          <p:spPr>
            <a:xfrm>
              <a:off x="3863123" y="3156723"/>
              <a:ext cx="181476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09585" eaLnBrk="0" hangingPunct="0">
                <a:defRPr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defRPr>
              </a:pPr>
              <a:r>
                <a:rPr sz="1600" dirty="0"/>
                <a:t>1.0.7 </a:t>
              </a:r>
              <a:r>
                <a:rPr sz="1600" dirty="0" err="1"/>
                <a:t>Actionneur</a:t>
              </a:r>
              <a:r>
                <a:rPr sz="1600" dirty="0"/>
                <a:t> TP</a:t>
              </a:r>
              <a:endParaRPr sz="1600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Textfeld 50">
              <a:extLst>
                <a:ext uri="{FF2B5EF4-FFF2-40B4-BE49-F238E27FC236}">
                  <a16:creationId xmlns:a16="http://schemas.microsoft.com/office/drawing/2014/main" id="{BAAB31E0-DD36-48E3-A4C0-D5897B5B6DB3}"/>
                </a:ext>
              </a:extLst>
            </p:cNvPr>
            <p:cNvSpPr txBox="1"/>
            <p:nvPr/>
          </p:nvSpPr>
          <p:spPr>
            <a:xfrm>
              <a:off x="3128073" y="5162706"/>
              <a:ext cx="210915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09585" eaLnBrk="0" hangingPunct="0">
                <a:defRPr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defRPr>
              </a:pPr>
              <a:r>
                <a:t>1.1.0 Coupler de média </a:t>
              </a:r>
              <a:r>
                <a:rPr b="1"/>
                <a:t>avec</a:t>
              </a:r>
              <a:r>
                <a:t> proxy de sécurité</a:t>
              </a:r>
              <a:endParaRPr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Textfeld 51">
              <a:extLst>
                <a:ext uri="{FF2B5EF4-FFF2-40B4-BE49-F238E27FC236}">
                  <a16:creationId xmlns:a16="http://schemas.microsoft.com/office/drawing/2014/main" id="{AE47AD74-7C13-456D-8D36-AF2CEB159C10}"/>
                </a:ext>
              </a:extLst>
            </p:cNvPr>
            <p:cNvSpPr txBox="1"/>
            <p:nvPr/>
          </p:nvSpPr>
          <p:spPr>
            <a:xfrm>
              <a:off x="5300857" y="4027119"/>
              <a:ext cx="18147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09585" eaLnBrk="0" hangingPunct="0">
                <a:defRPr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defRPr>
              </a:pPr>
              <a:r>
                <a:t>1.1.2 Capteur RF</a:t>
              </a:r>
            </a:p>
          </p:txBody>
        </p:sp>
        <p:sp>
          <p:nvSpPr>
            <p:cNvPr id="46" name="Textfeld 52">
              <a:extLst>
                <a:ext uri="{FF2B5EF4-FFF2-40B4-BE49-F238E27FC236}">
                  <a16:creationId xmlns:a16="http://schemas.microsoft.com/office/drawing/2014/main" id="{6294F6B2-4720-46E0-A7EA-6CB257042ECB}"/>
                </a:ext>
              </a:extLst>
            </p:cNvPr>
            <p:cNvSpPr txBox="1"/>
            <p:nvPr/>
          </p:nvSpPr>
          <p:spPr>
            <a:xfrm>
              <a:off x="1805981" y="3060862"/>
              <a:ext cx="9180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09585" eaLnBrk="0" hangingPunct="0">
                <a:defRPr sz="1200">
                  <a:solidFill>
                    <a:srgbClr val="369226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defRPr>
              </a:pPr>
              <a:r>
                <a:t>1.0 Zone TP</a:t>
              </a:r>
            </a:p>
          </p:txBody>
        </p:sp>
        <p:sp>
          <p:nvSpPr>
            <p:cNvPr id="47" name="Textfeld 53">
              <a:extLst>
                <a:ext uri="{FF2B5EF4-FFF2-40B4-BE49-F238E27FC236}">
                  <a16:creationId xmlns:a16="http://schemas.microsoft.com/office/drawing/2014/main" id="{5B687420-A04C-496A-9DF6-8DAD6D1D31BB}"/>
                </a:ext>
              </a:extLst>
            </p:cNvPr>
            <p:cNvSpPr txBox="1"/>
            <p:nvPr/>
          </p:nvSpPr>
          <p:spPr>
            <a:xfrm>
              <a:off x="3921781" y="3945454"/>
              <a:ext cx="88615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09585" eaLnBrk="0" hangingPunct="0">
                <a:defRPr sz="1200">
                  <a:solidFill>
                    <a:srgbClr val="F79646">
                      <a:lumMod val="75000"/>
                    </a:srgbClr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defRPr>
              </a:pPr>
              <a:r>
                <a:t>1.1 Ligne RF</a:t>
              </a:r>
            </a:p>
          </p:txBody>
        </p:sp>
        <p:pic>
          <p:nvPicPr>
            <p:cNvPr id="48" name="Grafik 54">
              <a:extLst>
                <a:ext uri="{FF2B5EF4-FFF2-40B4-BE49-F238E27FC236}">
                  <a16:creationId xmlns:a16="http://schemas.microsoft.com/office/drawing/2014/main" id="{F11B86A3-DA3B-4686-8A25-69615D1C6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1393" y="3410449"/>
              <a:ext cx="203175" cy="203175"/>
            </a:xfrm>
            <a:prstGeom prst="rect">
              <a:avLst/>
            </a:prstGeom>
          </p:spPr>
        </p:pic>
        <p:pic>
          <p:nvPicPr>
            <p:cNvPr id="49" name="Grafik 55">
              <a:extLst>
                <a:ext uri="{FF2B5EF4-FFF2-40B4-BE49-F238E27FC236}">
                  <a16:creationId xmlns:a16="http://schemas.microsoft.com/office/drawing/2014/main" id="{CD303998-F8EC-4BEA-AF58-E08DEA939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4430" y="4294863"/>
              <a:ext cx="203175" cy="203175"/>
            </a:xfrm>
            <a:prstGeom prst="rect">
              <a:avLst/>
            </a:prstGeom>
          </p:spPr>
        </p:pic>
        <p:pic>
          <p:nvPicPr>
            <p:cNvPr id="50" name="Grafik 56">
              <a:extLst>
                <a:ext uri="{FF2B5EF4-FFF2-40B4-BE49-F238E27FC236}">
                  <a16:creationId xmlns:a16="http://schemas.microsoft.com/office/drawing/2014/main" id="{6EB1FA63-0DC0-4937-8A99-5BCFF4BCB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25582" y="4140134"/>
              <a:ext cx="302400" cy="302400"/>
            </a:xfrm>
            <a:prstGeom prst="rect">
              <a:avLst/>
            </a:prstGeom>
          </p:spPr>
        </p:pic>
        <p:pic>
          <p:nvPicPr>
            <p:cNvPr id="51" name="Grafik 57">
              <a:extLst>
                <a:ext uri="{FF2B5EF4-FFF2-40B4-BE49-F238E27FC236}">
                  <a16:creationId xmlns:a16="http://schemas.microsoft.com/office/drawing/2014/main" id="{4DF316BB-D5B7-4859-8DFE-C52F3FA93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91661" y="4143663"/>
              <a:ext cx="302400" cy="302400"/>
            </a:xfrm>
            <a:prstGeom prst="rect">
              <a:avLst/>
            </a:prstGeom>
          </p:spPr>
        </p:pic>
        <p:pic>
          <p:nvPicPr>
            <p:cNvPr id="52" name="Grafik 58">
              <a:extLst>
                <a:ext uri="{FF2B5EF4-FFF2-40B4-BE49-F238E27FC236}">
                  <a16:creationId xmlns:a16="http://schemas.microsoft.com/office/drawing/2014/main" id="{25288E98-D322-4BC9-96AB-452712007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1384" y="4285340"/>
              <a:ext cx="203175" cy="203175"/>
            </a:xfrm>
            <a:prstGeom prst="rect">
              <a:avLst/>
            </a:prstGeom>
          </p:spPr>
        </p:pic>
        <p:pic>
          <p:nvPicPr>
            <p:cNvPr id="53" name="Grafik 59">
              <a:extLst>
                <a:ext uri="{FF2B5EF4-FFF2-40B4-BE49-F238E27FC236}">
                  <a16:creationId xmlns:a16="http://schemas.microsoft.com/office/drawing/2014/main" id="{2A16FD9E-901E-4380-ADB7-1EEE36A5A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1764" y="4285340"/>
              <a:ext cx="203175" cy="203175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6E083CF-D51B-496C-B56D-0F0E8F9A7283}"/>
                </a:ext>
              </a:extLst>
            </p:cNvPr>
            <p:cNvCxnSpPr/>
            <p:nvPr/>
          </p:nvCxnSpPr>
          <p:spPr>
            <a:xfrm>
              <a:off x="2240974" y="1969971"/>
              <a:ext cx="290775" cy="52253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E42822C-55F3-4DAF-B9D7-FBEA53BF8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70367" y="4528585"/>
              <a:ext cx="166557" cy="593893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ihandform: Form 32">
              <a:extLst>
                <a:ext uri="{FF2B5EF4-FFF2-40B4-BE49-F238E27FC236}">
                  <a16:creationId xmlns:a16="http://schemas.microsoft.com/office/drawing/2014/main" id="{31698C56-EAEE-41AF-B4DE-76D38B7C2527}"/>
                </a:ext>
              </a:extLst>
            </p:cNvPr>
            <p:cNvSpPr/>
            <p:nvPr/>
          </p:nvSpPr>
          <p:spPr>
            <a:xfrm>
              <a:off x="7062975" y="5960267"/>
              <a:ext cx="1656895" cy="410074"/>
            </a:xfrm>
            <a:custGeom>
              <a:avLst/>
              <a:gdLst>
                <a:gd name="connsiteX0" fmla="*/ 2513 w 3745838"/>
                <a:gd name="connsiteY0" fmla="*/ 567179 h 1148204"/>
                <a:gd name="connsiteX1" fmla="*/ 31088 w 3745838"/>
                <a:gd name="connsiteY1" fmla="*/ 519554 h 1148204"/>
                <a:gd name="connsiteX2" fmla="*/ 40613 w 3745838"/>
                <a:gd name="connsiteY2" fmla="*/ 462404 h 1148204"/>
                <a:gd name="connsiteX3" fmla="*/ 59663 w 3745838"/>
                <a:gd name="connsiteY3" fmla="*/ 405254 h 1148204"/>
                <a:gd name="connsiteX4" fmla="*/ 69188 w 3745838"/>
                <a:gd name="connsiteY4" fmla="*/ 367154 h 1148204"/>
                <a:gd name="connsiteX5" fmla="*/ 107288 w 3745838"/>
                <a:gd name="connsiteY5" fmla="*/ 271904 h 1148204"/>
                <a:gd name="connsiteX6" fmla="*/ 135863 w 3745838"/>
                <a:gd name="connsiteY6" fmla="*/ 233804 h 1148204"/>
                <a:gd name="connsiteX7" fmla="*/ 154913 w 3745838"/>
                <a:gd name="connsiteY7" fmla="*/ 205229 h 1148204"/>
                <a:gd name="connsiteX8" fmla="*/ 231113 w 3745838"/>
                <a:gd name="connsiteY8" fmla="*/ 176654 h 1148204"/>
                <a:gd name="connsiteX9" fmla="*/ 297788 w 3745838"/>
                <a:gd name="connsiteY9" fmla="*/ 157604 h 1148204"/>
                <a:gd name="connsiteX10" fmla="*/ 373988 w 3745838"/>
                <a:gd name="connsiteY10" fmla="*/ 129029 h 1148204"/>
                <a:gd name="connsiteX11" fmla="*/ 450188 w 3745838"/>
                <a:gd name="connsiteY11" fmla="*/ 100454 h 1148204"/>
                <a:gd name="connsiteX12" fmla="*/ 574013 w 3745838"/>
                <a:gd name="connsiteY12" fmla="*/ 81404 h 1148204"/>
                <a:gd name="connsiteX13" fmla="*/ 650213 w 3745838"/>
                <a:gd name="connsiteY13" fmla="*/ 71879 h 1148204"/>
                <a:gd name="connsiteX14" fmla="*/ 1059788 w 3745838"/>
                <a:gd name="connsiteY14" fmla="*/ 52829 h 1148204"/>
                <a:gd name="connsiteX15" fmla="*/ 3450563 w 3745838"/>
                <a:gd name="connsiteY15" fmla="*/ 186179 h 1148204"/>
                <a:gd name="connsiteX16" fmla="*/ 3498188 w 3745838"/>
                <a:gd name="connsiteY16" fmla="*/ 205229 h 1148204"/>
                <a:gd name="connsiteX17" fmla="*/ 3631538 w 3745838"/>
                <a:gd name="connsiteY17" fmla="*/ 310004 h 1148204"/>
                <a:gd name="connsiteX18" fmla="*/ 3660113 w 3745838"/>
                <a:gd name="connsiteY18" fmla="*/ 357629 h 1148204"/>
                <a:gd name="connsiteX19" fmla="*/ 3688688 w 3745838"/>
                <a:gd name="connsiteY19" fmla="*/ 386204 h 1148204"/>
                <a:gd name="connsiteX20" fmla="*/ 3745838 w 3745838"/>
                <a:gd name="connsiteY20" fmla="*/ 462404 h 1148204"/>
                <a:gd name="connsiteX21" fmla="*/ 3717263 w 3745838"/>
                <a:gd name="connsiteY21" fmla="*/ 652904 h 1148204"/>
                <a:gd name="connsiteX22" fmla="*/ 3688688 w 3745838"/>
                <a:gd name="connsiteY22" fmla="*/ 700529 h 1148204"/>
                <a:gd name="connsiteX23" fmla="*/ 3622013 w 3745838"/>
                <a:gd name="connsiteY23" fmla="*/ 767204 h 1148204"/>
                <a:gd name="connsiteX24" fmla="*/ 3593438 w 3745838"/>
                <a:gd name="connsiteY24" fmla="*/ 795779 h 1148204"/>
                <a:gd name="connsiteX25" fmla="*/ 3555338 w 3745838"/>
                <a:gd name="connsiteY25" fmla="*/ 814829 h 1148204"/>
                <a:gd name="connsiteX26" fmla="*/ 3526763 w 3745838"/>
                <a:gd name="connsiteY26" fmla="*/ 843404 h 1148204"/>
                <a:gd name="connsiteX27" fmla="*/ 3479138 w 3745838"/>
                <a:gd name="connsiteY27" fmla="*/ 871979 h 1148204"/>
                <a:gd name="connsiteX28" fmla="*/ 3383888 w 3745838"/>
                <a:gd name="connsiteY28" fmla="*/ 929129 h 1148204"/>
                <a:gd name="connsiteX29" fmla="*/ 3317213 w 3745838"/>
                <a:gd name="connsiteY29" fmla="*/ 967229 h 1148204"/>
                <a:gd name="connsiteX30" fmla="*/ 3221963 w 3745838"/>
                <a:gd name="connsiteY30" fmla="*/ 986279 h 1148204"/>
                <a:gd name="connsiteX31" fmla="*/ 3050513 w 3745838"/>
                <a:gd name="connsiteY31" fmla="*/ 1014854 h 1148204"/>
                <a:gd name="connsiteX32" fmla="*/ 2869538 w 3745838"/>
                <a:gd name="connsiteY32" fmla="*/ 1043429 h 1148204"/>
                <a:gd name="connsiteX33" fmla="*/ 2717138 w 3745838"/>
                <a:gd name="connsiteY33" fmla="*/ 1062479 h 1148204"/>
                <a:gd name="connsiteX34" fmla="*/ 2659988 w 3745838"/>
                <a:gd name="connsiteY34" fmla="*/ 1081529 h 1148204"/>
                <a:gd name="connsiteX35" fmla="*/ 2612363 w 3745838"/>
                <a:gd name="connsiteY35" fmla="*/ 1091054 h 1148204"/>
                <a:gd name="connsiteX36" fmla="*/ 2450438 w 3745838"/>
                <a:gd name="connsiteY36" fmla="*/ 1119629 h 1148204"/>
                <a:gd name="connsiteX37" fmla="*/ 2250413 w 3745838"/>
                <a:gd name="connsiteY37" fmla="*/ 1129154 h 1148204"/>
                <a:gd name="connsiteX38" fmla="*/ 2145638 w 3745838"/>
                <a:gd name="connsiteY38" fmla="*/ 1138679 h 1148204"/>
                <a:gd name="connsiteX39" fmla="*/ 1631288 w 3745838"/>
                <a:gd name="connsiteY39" fmla="*/ 1148204 h 1148204"/>
                <a:gd name="connsiteX40" fmla="*/ 878813 w 3745838"/>
                <a:gd name="connsiteY40" fmla="*/ 1138679 h 1148204"/>
                <a:gd name="connsiteX41" fmla="*/ 631163 w 3745838"/>
                <a:gd name="connsiteY41" fmla="*/ 1119629 h 1148204"/>
                <a:gd name="connsiteX42" fmla="*/ 526388 w 3745838"/>
                <a:gd name="connsiteY42" fmla="*/ 1091054 h 1148204"/>
                <a:gd name="connsiteX43" fmla="*/ 431138 w 3745838"/>
                <a:gd name="connsiteY43" fmla="*/ 1072004 h 1148204"/>
                <a:gd name="connsiteX44" fmla="*/ 316838 w 3745838"/>
                <a:gd name="connsiteY44" fmla="*/ 1024379 h 1148204"/>
                <a:gd name="connsiteX45" fmla="*/ 259688 w 3745838"/>
                <a:gd name="connsiteY45" fmla="*/ 995804 h 1148204"/>
                <a:gd name="connsiteX46" fmla="*/ 183488 w 3745838"/>
                <a:gd name="connsiteY46" fmla="*/ 919604 h 1148204"/>
                <a:gd name="connsiteX47" fmla="*/ 154913 w 3745838"/>
                <a:gd name="connsiteY47" fmla="*/ 900554 h 1148204"/>
                <a:gd name="connsiteX48" fmla="*/ 126338 w 3745838"/>
                <a:gd name="connsiteY48" fmla="*/ 862454 h 1148204"/>
                <a:gd name="connsiteX49" fmla="*/ 69188 w 3745838"/>
                <a:gd name="connsiteY49" fmla="*/ 814829 h 1148204"/>
                <a:gd name="connsiteX50" fmla="*/ 50138 w 3745838"/>
                <a:gd name="connsiteY50" fmla="*/ 776729 h 1148204"/>
                <a:gd name="connsiteX51" fmla="*/ 31088 w 3745838"/>
                <a:gd name="connsiteY51" fmla="*/ 748154 h 1148204"/>
                <a:gd name="connsiteX52" fmla="*/ 21563 w 3745838"/>
                <a:gd name="connsiteY52" fmla="*/ 710054 h 1148204"/>
                <a:gd name="connsiteX53" fmla="*/ 2513 w 3745838"/>
                <a:gd name="connsiteY53" fmla="*/ 633854 h 1148204"/>
                <a:gd name="connsiteX54" fmla="*/ 2513 w 3745838"/>
                <a:gd name="connsiteY54" fmla="*/ 567179 h 114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745838" h="1148204">
                  <a:moveTo>
                    <a:pt x="2513" y="567179"/>
                  </a:moveTo>
                  <a:cubicBezTo>
                    <a:pt x="7275" y="548129"/>
                    <a:pt x="24761" y="536953"/>
                    <a:pt x="31088" y="519554"/>
                  </a:cubicBezTo>
                  <a:cubicBezTo>
                    <a:pt x="37688" y="501404"/>
                    <a:pt x="35929" y="481140"/>
                    <a:pt x="40613" y="462404"/>
                  </a:cubicBezTo>
                  <a:cubicBezTo>
                    <a:pt x="45483" y="442923"/>
                    <a:pt x="53893" y="424488"/>
                    <a:pt x="59663" y="405254"/>
                  </a:cubicBezTo>
                  <a:cubicBezTo>
                    <a:pt x="63425" y="392715"/>
                    <a:pt x="65426" y="379693"/>
                    <a:pt x="69188" y="367154"/>
                  </a:cubicBezTo>
                  <a:cubicBezTo>
                    <a:pt x="79053" y="334270"/>
                    <a:pt x="88927" y="301281"/>
                    <a:pt x="107288" y="271904"/>
                  </a:cubicBezTo>
                  <a:cubicBezTo>
                    <a:pt x="115702" y="258442"/>
                    <a:pt x="126636" y="246722"/>
                    <a:pt x="135863" y="233804"/>
                  </a:cubicBezTo>
                  <a:cubicBezTo>
                    <a:pt x="142517" y="224489"/>
                    <a:pt x="145097" y="211119"/>
                    <a:pt x="154913" y="205229"/>
                  </a:cubicBezTo>
                  <a:cubicBezTo>
                    <a:pt x="178174" y="191272"/>
                    <a:pt x="205619" y="185925"/>
                    <a:pt x="231113" y="176654"/>
                  </a:cubicBezTo>
                  <a:cubicBezTo>
                    <a:pt x="261175" y="165722"/>
                    <a:pt x="264201" y="166001"/>
                    <a:pt x="297788" y="157604"/>
                  </a:cubicBezTo>
                  <a:cubicBezTo>
                    <a:pt x="351183" y="122008"/>
                    <a:pt x="299088" y="151499"/>
                    <a:pt x="373988" y="129029"/>
                  </a:cubicBezTo>
                  <a:cubicBezTo>
                    <a:pt x="395176" y="122673"/>
                    <a:pt x="426391" y="105742"/>
                    <a:pt x="450188" y="100454"/>
                  </a:cubicBezTo>
                  <a:cubicBezTo>
                    <a:pt x="472016" y="95603"/>
                    <a:pt x="555023" y="83936"/>
                    <a:pt x="574013" y="81404"/>
                  </a:cubicBezTo>
                  <a:cubicBezTo>
                    <a:pt x="599386" y="78021"/>
                    <a:pt x="624660" y="73382"/>
                    <a:pt x="650213" y="71879"/>
                  </a:cubicBezTo>
                  <a:cubicBezTo>
                    <a:pt x="786650" y="63853"/>
                    <a:pt x="1059788" y="52829"/>
                    <a:pt x="1059788" y="52829"/>
                  </a:cubicBezTo>
                  <a:cubicBezTo>
                    <a:pt x="1842452" y="-103704"/>
                    <a:pt x="2654224" y="132244"/>
                    <a:pt x="3450563" y="186179"/>
                  </a:cubicBezTo>
                  <a:cubicBezTo>
                    <a:pt x="3467622" y="187334"/>
                    <a:pt x="3483527" y="196432"/>
                    <a:pt x="3498188" y="205229"/>
                  </a:cubicBezTo>
                  <a:cubicBezTo>
                    <a:pt x="3533220" y="226248"/>
                    <a:pt x="3600759" y="270431"/>
                    <a:pt x="3631538" y="310004"/>
                  </a:cubicBezTo>
                  <a:cubicBezTo>
                    <a:pt x="3642904" y="324617"/>
                    <a:pt x="3649005" y="342818"/>
                    <a:pt x="3660113" y="357629"/>
                  </a:cubicBezTo>
                  <a:cubicBezTo>
                    <a:pt x="3668195" y="368405"/>
                    <a:pt x="3679818" y="376067"/>
                    <a:pt x="3688688" y="386204"/>
                  </a:cubicBezTo>
                  <a:cubicBezTo>
                    <a:pt x="3720364" y="422405"/>
                    <a:pt x="3723155" y="428380"/>
                    <a:pt x="3745838" y="462404"/>
                  </a:cubicBezTo>
                  <a:cubicBezTo>
                    <a:pt x="3736313" y="525904"/>
                    <a:pt x="3732248" y="590467"/>
                    <a:pt x="3717263" y="652904"/>
                  </a:cubicBezTo>
                  <a:cubicBezTo>
                    <a:pt x="3712943" y="670906"/>
                    <a:pt x="3698957" y="685125"/>
                    <a:pt x="3688688" y="700529"/>
                  </a:cubicBezTo>
                  <a:cubicBezTo>
                    <a:pt x="3651999" y="755562"/>
                    <a:pt x="3671402" y="724871"/>
                    <a:pt x="3622013" y="767204"/>
                  </a:cubicBezTo>
                  <a:cubicBezTo>
                    <a:pt x="3611786" y="775970"/>
                    <a:pt x="3604399" y="787949"/>
                    <a:pt x="3593438" y="795779"/>
                  </a:cubicBezTo>
                  <a:cubicBezTo>
                    <a:pt x="3581884" y="804032"/>
                    <a:pt x="3566892" y="806576"/>
                    <a:pt x="3555338" y="814829"/>
                  </a:cubicBezTo>
                  <a:cubicBezTo>
                    <a:pt x="3544377" y="822659"/>
                    <a:pt x="3537539" y="835322"/>
                    <a:pt x="3526763" y="843404"/>
                  </a:cubicBezTo>
                  <a:cubicBezTo>
                    <a:pt x="3511952" y="854512"/>
                    <a:pt x="3494542" y="861710"/>
                    <a:pt x="3479138" y="871979"/>
                  </a:cubicBezTo>
                  <a:cubicBezTo>
                    <a:pt x="3356055" y="954034"/>
                    <a:pt x="3546394" y="838848"/>
                    <a:pt x="3383888" y="929129"/>
                  </a:cubicBezTo>
                  <a:cubicBezTo>
                    <a:pt x="3330080" y="959022"/>
                    <a:pt x="3382196" y="939379"/>
                    <a:pt x="3317213" y="967229"/>
                  </a:cubicBezTo>
                  <a:cubicBezTo>
                    <a:pt x="3279554" y="983368"/>
                    <a:pt x="3271264" y="976419"/>
                    <a:pt x="3221963" y="986279"/>
                  </a:cubicBezTo>
                  <a:cubicBezTo>
                    <a:pt x="3028420" y="1024988"/>
                    <a:pt x="3277097" y="988197"/>
                    <a:pt x="3050513" y="1014854"/>
                  </a:cubicBezTo>
                  <a:cubicBezTo>
                    <a:pt x="2975612" y="1023666"/>
                    <a:pt x="2954350" y="1031313"/>
                    <a:pt x="2869538" y="1043429"/>
                  </a:cubicBezTo>
                  <a:cubicBezTo>
                    <a:pt x="2818857" y="1050669"/>
                    <a:pt x="2767938" y="1056129"/>
                    <a:pt x="2717138" y="1062479"/>
                  </a:cubicBezTo>
                  <a:cubicBezTo>
                    <a:pt x="2698088" y="1068829"/>
                    <a:pt x="2679361" y="1076245"/>
                    <a:pt x="2659988" y="1081529"/>
                  </a:cubicBezTo>
                  <a:cubicBezTo>
                    <a:pt x="2644369" y="1085789"/>
                    <a:pt x="2628291" y="1088158"/>
                    <a:pt x="2612363" y="1091054"/>
                  </a:cubicBezTo>
                  <a:cubicBezTo>
                    <a:pt x="2558438" y="1100859"/>
                    <a:pt x="2504946" y="1113891"/>
                    <a:pt x="2450438" y="1119629"/>
                  </a:cubicBezTo>
                  <a:cubicBezTo>
                    <a:pt x="2384054" y="1126617"/>
                    <a:pt x="2317034" y="1124990"/>
                    <a:pt x="2250413" y="1129154"/>
                  </a:cubicBezTo>
                  <a:cubicBezTo>
                    <a:pt x="2215412" y="1131342"/>
                    <a:pt x="2180690" y="1137600"/>
                    <a:pt x="2145638" y="1138679"/>
                  </a:cubicBezTo>
                  <a:cubicBezTo>
                    <a:pt x="1974240" y="1143953"/>
                    <a:pt x="1802738" y="1145029"/>
                    <a:pt x="1631288" y="1148204"/>
                  </a:cubicBezTo>
                  <a:lnTo>
                    <a:pt x="878813" y="1138679"/>
                  </a:lnTo>
                  <a:cubicBezTo>
                    <a:pt x="841725" y="1137922"/>
                    <a:pt x="695832" y="1134000"/>
                    <a:pt x="631163" y="1119629"/>
                  </a:cubicBezTo>
                  <a:cubicBezTo>
                    <a:pt x="595824" y="1111776"/>
                    <a:pt x="561604" y="1099439"/>
                    <a:pt x="526388" y="1091054"/>
                  </a:cubicBezTo>
                  <a:cubicBezTo>
                    <a:pt x="494890" y="1083554"/>
                    <a:pt x="431138" y="1072004"/>
                    <a:pt x="431138" y="1072004"/>
                  </a:cubicBezTo>
                  <a:cubicBezTo>
                    <a:pt x="393038" y="1056129"/>
                    <a:pt x="351181" y="1047274"/>
                    <a:pt x="316838" y="1024379"/>
                  </a:cubicBezTo>
                  <a:cubicBezTo>
                    <a:pt x="279909" y="999760"/>
                    <a:pt x="299123" y="1008949"/>
                    <a:pt x="259688" y="995804"/>
                  </a:cubicBezTo>
                  <a:cubicBezTo>
                    <a:pt x="112642" y="878167"/>
                    <a:pt x="292216" y="1028332"/>
                    <a:pt x="183488" y="919604"/>
                  </a:cubicBezTo>
                  <a:cubicBezTo>
                    <a:pt x="175393" y="911509"/>
                    <a:pt x="163008" y="908649"/>
                    <a:pt x="154913" y="900554"/>
                  </a:cubicBezTo>
                  <a:cubicBezTo>
                    <a:pt x="143688" y="889329"/>
                    <a:pt x="137563" y="873679"/>
                    <a:pt x="126338" y="862454"/>
                  </a:cubicBezTo>
                  <a:cubicBezTo>
                    <a:pt x="84566" y="820682"/>
                    <a:pt x="108198" y="869444"/>
                    <a:pt x="69188" y="814829"/>
                  </a:cubicBezTo>
                  <a:cubicBezTo>
                    <a:pt x="60935" y="803275"/>
                    <a:pt x="57183" y="789057"/>
                    <a:pt x="50138" y="776729"/>
                  </a:cubicBezTo>
                  <a:cubicBezTo>
                    <a:pt x="44458" y="766790"/>
                    <a:pt x="37438" y="757679"/>
                    <a:pt x="31088" y="748154"/>
                  </a:cubicBezTo>
                  <a:cubicBezTo>
                    <a:pt x="27913" y="735454"/>
                    <a:pt x="25159" y="722641"/>
                    <a:pt x="21563" y="710054"/>
                  </a:cubicBezTo>
                  <a:cubicBezTo>
                    <a:pt x="11275" y="674047"/>
                    <a:pt x="6982" y="678543"/>
                    <a:pt x="2513" y="633854"/>
                  </a:cubicBezTo>
                  <a:cubicBezTo>
                    <a:pt x="933" y="618058"/>
                    <a:pt x="-2249" y="586229"/>
                    <a:pt x="2513" y="567179"/>
                  </a:cubicBezTo>
                  <a:close/>
                </a:path>
              </a:pathLst>
            </a:custGeom>
            <a:solidFill>
              <a:srgbClr val="FFCCCC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Textfeld 51">
              <a:extLst>
                <a:ext uri="{FF2B5EF4-FFF2-40B4-BE49-F238E27FC236}">
                  <a16:creationId xmlns:a16="http://schemas.microsoft.com/office/drawing/2014/main" id="{D6629E07-09D9-4C12-A184-6980AFC87250}"/>
                </a:ext>
              </a:extLst>
            </p:cNvPr>
            <p:cNvSpPr txBox="1"/>
            <p:nvPr/>
          </p:nvSpPr>
          <p:spPr>
            <a:xfrm>
              <a:off x="7137323" y="5980638"/>
              <a:ext cx="18147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09585" eaLnBrk="0" hangingPunct="0">
                <a:defRPr sz="160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defRPr>
              </a:pPr>
              <a:r>
                <a:rPr sz="1400" dirty="0"/>
                <a:t>Domaine de </a:t>
              </a:r>
              <a:r>
                <a:rPr sz="1400" dirty="0" err="1"/>
                <a:t>sécurité</a:t>
              </a:r>
              <a:endParaRPr sz="1400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402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pPr>
              <a:defRPr sz="2400"/>
            </a:pPr>
            <a:r>
              <a:t>Transférer des domaines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2356EE44-708B-48DD-9931-4D193F8CB5CC}"/>
              </a:ext>
            </a:extLst>
          </p:cNvPr>
          <p:cNvSpPr txBox="1">
            <a:spLocks/>
          </p:cNvSpPr>
          <p:nvPr/>
        </p:nvSpPr>
        <p:spPr bwMode="auto">
          <a:xfrm>
            <a:off x="900112" y="1507640"/>
            <a:ext cx="8136384" cy="408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17" tIns="60958" rIns="121917" bIns="60958" numCol="1" anchor="t" anchorCtr="0" compatLnSpc="1">
            <a:prstTxWarp prst="textNoShape">
              <a:avLst/>
            </a:prstTxWarp>
          </a:bodyPr>
          <a:lstStyle>
            <a:lvl1pPr marL="457189" indent="-457189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990575" indent="-380990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2pPr>
            <a:lvl3pPr marL="1523962" indent="-304792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3pPr>
            <a:lvl4pPr marL="2133547" indent="-304792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4pPr>
            <a:lvl5pPr marL="2743131" indent="-304792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Black" pitchFamily="50" charset="0"/>
              </a:defRPr>
            </a:pPr>
            <a:r>
              <a:rPr dirty="0" err="1"/>
              <a:t>Exemples</a:t>
            </a:r>
            <a:endParaRPr kumimoji="0" sz="2000" b="0" i="0" u="none" strike="noStrike" kern="120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otham Light"/>
              <a:ea typeface="MS PGothic" panose="020B0600070205080204" pitchFamily="34" charset="-128"/>
            </a:endParaRPr>
          </a:p>
          <a:p>
            <a:pPr marL="457200" marR="0" lvl="0" indent="-457200" algn="l" defTabSz="60958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Both"/>
              <a:tabLst/>
              <a:defRPr sz="160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defRPr>
            </a:pPr>
            <a:r>
              <a:rPr dirty="0"/>
              <a:t>Une </a:t>
            </a:r>
            <a:r>
              <a:rPr dirty="0" err="1"/>
              <a:t>adresse</a:t>
            </a:r>
            <a:r>
              <a:rPr dirty="0"/>
              <a:t> de </a:t>
            </a:r>
            <a:r>
              <a:rPr dirty="0" err="1"/>
              <a:t>groupe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liée</a:t>
            </a:r>
            <a:r>
              <a:rPr dirty="0"/>
              <a:t> à 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sécurisé</a:t>
            </a:r>
            <a:r>
              <a:rPr dirty="0"/>
              <a:t> dans la </a:t>
            </a:r>
            <a:r>
              <a:rPr dirty="0" err="1"/>
              <a:t>ligne</a:t>
            </a:r>
            <a:r>
              <a:rPr dirty="0"/>
              <a:t> 1.1 et à un </a:t>
            </a:r>
            <a:r>
              <a:rPr dirty="0" err="1"/>
              <a:t>objet</a:t>
            </a:r>
            <a:r>
              <a:rPr dirty="0"/>
              <a:t> standard à la </a:t>
            </a:r>
            <a:r>
              <a:rPr dirty="0" err="1"/>
              <a:t>ligne</a:t>
            </a:r>
            <a:r>
              <a:rPr dirty="0"/>
              <a:t> 2.1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</a:br>
            <a:endParaRPr kumimoji="0" sz="1600" b="0" i="0" u="none" strike="noStrike" kern="120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otham Light"/>
              <a:ea typeface="MS PGothic" panose="020B0600070205080204" pitchFamily="34" charset="-128"/>
            </a:endParaRPr>
          </a:p>
          <a:p>
            <a:pPr marL="457200" marR="0" lvl="0" indent="-457200" algn="l" defTabSz="60958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Both"/>
              <a:tabLst/>
              <a:defRPr sz="160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defRPr>
            </a:pPr>
            <a:r>
              <a:rPr dirty="0"/>
              <a:t>Une </a:t>
            </a:r>
            <a:r>
              <a:rPr dirty="0" err="1"/>
              <a:t>adresse</a:t>
            </a:r>
            <a:r>
              <a:rPr dirty="0"/>
              <a:t> de </a:t>
            </a:r>
            <a:r>
              <a:rPr dirty="0" err="1"/>
              <a:t>groupe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liée</a:t>
            </a:r>
            <a:r>
              <a:rPr dirty="0"/>
              <a:t> à 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sécurisé</a:t>
            </a:r>
            <a:r>
              <a:rPr dirty="0"/>
              <a:t> à la </a:t>
            </a:r>
            <a:r>
              <a:rPr dirty="0" err="1"/>
              <a:t>ligne</a:t>
            </a:r>
            <a:r>
              <a:rPr dirty="0"/>
              <a:t> 1.1 et à un </a:t>
            </a:r>
            <a:r>
              <a:rPr dirty="0" err="1"/>
              <a:t>objet</a:t>
            </a:r>
            <a:r>
              <a:rPr dirty="0"/>
              <a:t> standard aux </a:t>
            </a:r>
            <a:r>
              <a:rPr dirty="0" err="1"/>
              <a:t>lignes</a:t>
            </a:r>
            <a:r>
              <a:rPr dirty="0"/>
              <a:t> 2.1 et 1.0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</a:br>
            <a:endParaRPr kumimoji="0" sz="1600" b="0" i="0" u="none" strike="noStrike" kern="120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otham Light"/>
              <a:ea typeface="MS PGothic" panose="020B0600070205080204" pitchFamily="34" charset="-128"/>
            </a:endParaRPr>
          </a:p>
          <a:p>
            <a:pPr marL="457200" marR="0" lvl="0" indent="-457200" algn="l" defTabSz="60958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Both"/>
              <a:tabLst/>
              <a:defRPr sz="160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defRPr>
            </a:pPr>
            <a:r>
              <a:rPr dirty="0"/>
              <a:t>Une </a:t>
            </a:r>
            <a:r>
              <a:rPr dirty="0" err="1"/>
              <a:t>adresse</a:t>
            </a:r>
            <a:r>
              <a:rPr dirty="0"/>
              <a:t> de </a:t>
            </a:r>
            <a:r>
              <a:rPr dirty="0" err="1"/>
              <a:t>groupe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liée</a:t>
            </a:r>
            <a:r>
              <a:rPr dirty="0"/>
              <a:t> à 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sécurisé</a:t>
            </a:r>
            <a:r>
              <a:rPr dirty="0"/>
              <a:t> dans les </a:t>
            </a:r>
            <a:r>
              <a:rPr dirty="0" err="1"/>
              <a:t>lignes</a:t>
            </a:r>
            <a:r>
              <a:rPr dirty="0"/>
              <a:t> 1.1 et 3.1 un </a:t>
            </a:r>
            <a:r>
              <a:rPr dirty="0" err="1"/>
              <a:t>objet</a:t>
            </a:r>
            <a:r>
              <a:rPr dirty="0"/>
              <a:t> standard dans les </a:t>
            </a:r>
            <a:r>
              <a:rPr dirty="0" err="1"/>
              <a:t>lignes</a:t>
            </a:r>
            <a:r>
              <a:rPr dirty="0"/>
              <a:t> 2.1 et 1.0</a:t>
            </a:r>
          </a:p>
          <a:p>
            <a:pPr marL="457189" marR="0" lvl="0" indent="-457189" algn="l" defTabSz="60958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sz="2000" b="0" i="0" u="none" strike="noStrike" kern="120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otham Light"/>
              <a:ea typeface="MS PGothic" panose="020B0600070205080204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9224CF-F7CD-248B-546C-F2F16D4EBD60}"/>
              </a:ext>
            </a:extLst>
          </p:cNvPr>
          <p:cNvGrpSpPr/>
          <p:nvPr/>
        </p:nvGrpSpPr>
        <p:grpSpPr>
          <a:xfrm>
            <a:off x="2481813" y="2468010"/>
            <a:ext cx="4441600" cy="360000"/>
            <a:chOff x="2481813" y="2468010"/>
            <a:chExt cx="4441600" cy="360000"/>
          </a:xfrm>
        </p:grpSpPr>
        <p:sp>
          <p:nvSpPr>
            <p:cNvPr id="56" name="Ellipse 3">
              <a:extLst>
                <a:ext uri="{FF2B5EF4-FFF2-40B4-BE49-F238E27FC236}">
                  <a16:creationId xmlns:a16="http://schemas.microsoft.com/office/drawing/2014/main" id="{1F97520B-B1FF-4372-8AAB-3A80C912B8D2}"/>
                </a:ext>
              </a:extLst>
            </p:cNvPr>
            <p:cNvSpPr/>
            <p:nvPr/>
          </p:nvSpPr>
          <p:spPr>
            <a:xfrm>
              <a:off x="2481813" y="246801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57" name="Ellipse 4">
              <a:extLst>
                <a:ext uri="{FF2B5EF4-FFF2-40B4-BE49-F238E27FC236}">
                  <a16:creationId xmlns:a16="http://schemas.microsoft.com/office/drawing/2014/main" id="{319533E4-5055-46B3-8FA9-EDEED545A9C4}"/>
                </a:ext>
              </a:extLst>
            </p:cNvPr>
            <p:cNvSpPr/>
            <p:nvPr/>
          </p:nvSpPr>
          <p:spPr>
            <a:xfrm>
              <a:off x="2841813" y="246801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?</a:t>
              </a:r>
            </a:p>
          </p:txBody>
        </p:sp>
        <p:sp>
          <p:nvSpPr>
            <p:cNvPr id="61" name="Ellipse 5">
              <a:extLst>
                <a:ext uri="{FF2B5EF4-FFF2-40B4-BE49-F238E27FC236}">
                  <a16:creationId xmlns:a16="http://schemas.microsoft.com/office/drawing/2014/main" id="{7BAB12DB-D8B6-4D1C-88C2-9A231673682B}"/>
                </a:ext>
              </a:extLst>
            </p:cNvPr>
            <p:cNvSpPr/>
            <p:nvPr/>
          </p:nvSpPr>
          <p:spPr>
            <a:xfrm>
              <a:off x="3201813" y="246801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0.0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?</a:t>
              </a:r>
            </a:p>
          </p:txBody>
        </p:sp>
        <p:sp>
          <p:nvSpPr>
            <p:cNvPr id="62" name="Ellipse 6">
              <a:extLst>
                <a:ext uri="{FF2B5EF4-FFF2-40B4-BE49-F238E27FC236}">
                  <a16:creationId xmlns:a16="http://schemas.microsoft.com/office/drawing/2014/main" id="{9E6085D0-9A49-4BAE-8EE8-EC0D5B674B95}"/>
                </a:ext>
              </a:extLst>
            </p:cNvPr>
            <p:cNvSpPr/>
            <p:nvPr/>
          </p:nvSpPr>
          <p:spPr>
            <a:xfrm>
              <a:off x="3561813" y="246801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?</a:t>
              </a:r>
            </a:p>
          </p:txBody>
        </p:sp>
        <p:sp>
          <p:nvSpPr>
            <p:cNvPr id="63" name="Ellipse 7">
              <a:extLst>
                <a:ext uri="{FF2B5EF4-FFF2-40B4-BE49-F238E27FC236}">
                  <a16:creationId xmlns:a16="http://schemas.microsoft.com/office/drawing/2014/main" id="{C7A56F69-1DA0-4194-8657-1AE527D3A280}"/>
                </a:ext>
              </a:extLst>
            </p:cNvPr>
            <p:cNvSpPr/>
            <p:nvPr/>
          </p:nvSpPr>
          <p:spPr>
            <a:xfrm>
              <a:off x="3921813" y="2468010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76" name="Ellipse 20">
              <a:extLst>
                <a:ext uri="{FF2B5EF4-FFF2-40B4-BE49-F238E27FC236}">
                  <a16:creationId xmlns:a16="http://schemas.microsoft.com/office/drawing/2014/main" id="{24A36B68-2573-4D56-9BED-263E70AF6D25}"/>
                </a:ext>
              </a:extLst>
            </p:cNvPr>
            <p:cNvSpPr/>
            <p:nvPr/>
          </p:nvSpPr>
          <p:spPr>
            <a:xfrm>
              <a:off x="5123413" y="246801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77" name="Ellipse 21">
              <a:extLst>
                <a:ext uri="{FF2B5EF4-FFF2-40B4-BE49-F238E27FC236}">
                  <a16:creationId xmlns:a16="http://schemas.microsoft.com/office/drawing/2014/main" id="{B7BAE125-57F8-4484-8F74-633B20E05277}"/>
                </a:ext>
              </a:extLst>
            </p:cNvPr>
            <p:cNvSpPr/>
            <p:nvPr/>
          </p:nvSpPr>
          <p:spPr>
            <a:xfrm>
              <a:off x="5483413" y="246801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78" name="Ellipse 22">
              <a:extLst>
                <a:ext uri="{FF2B5EF4-FFF2-40B4-BE49-F238E27FC236}">
                  <a16:creationId xmlns:a16="http://schemas.microsoft.com/office/drawing/2014/main" id="{EB50FC73-EF33-49A4-AC08-1E001F77AEF5}"/>
                </a:ext>
              </a:extLst>
            </p:cNvPr>
            <p:cNvSpPr/>
            <p:nvPr/>
          </p:nvSpPr>
          <p:spPr>
            <a:xfrm>
              <a:off x="5843413" y="246801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0.0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79" name="Ellipse 23">
              <a:extLst>
                <a:ext uri="{FF2B5EF4-FFF2-40B4-BE49-F238E27FC236}">
                  <a16:creationId xmlns:a16="http://schemas.microsoft.com/office/drawing/2014/main" id="{4F99D1D0-6EA0-4B97-BED9-22ABB7F29EFA}"/>
                </a:ext>
              </a:extLst>
            </p:cNvPr>
            <p:cNvSpPr/>
            <p:nvPr/>
          </p:nvSpPr>
          <p:spPr>
            <a:xfrm>
              <a:off x="6203413" y="246801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rPr dirty="0"/>
                <a:t>2.0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rPr dirty="0"/>
                <a:t>S</a:t>
              </a:r>
            </a:p>
          </p:txBody>
        </p:sp>
        <p:sp>
          <p:nvSpPr>
            <p:cNvPr id="80" name="Ellipse 24">
              <a:extLst>
                <a:ext uri="{FF2B5EF4-FFF2-40B4-BE49-F238E27FC236}">
                  <a16:creationId xmlns:a16="http://schemas.microsoft.com/office/drawing/2014/main" id="{F8590957-1E95-4364-BB21-19242587312E}"/>
                </a:ext>
              </a:extLst>
            </p:cNvPr>
            <p:cNvSpPr/>
            <p:nvPr/>
          </p:nvSpPr>
          <p:spPr>
            <a:xfrm>
              <a:off x="6563413" y="2468010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93" name="Pfeil: nach rechts 37">
              <a:extLst>
                <a:ext uri="{FF2B5EF4-FFF2-40B4-BE49-F238E27FC236}">
                  <a16:creationId xmlns:a16="http://schemas.microsoft.com/office/drawing/2014/main" id="{69D8A1E0-6220-460B-B11A-2008FAE54765}"/>
                </a:ext>
              </a:extLst>
            </p:cNvPr>
            <p:cNvSpPr/>
            <p:nvPr/>
          </p:nvSpPr>
          <p:spPr>
            <a:xfrm>
              <a:off x="4472538" y="2525160"/>
              <a:ext cx="466725" cy="255225"/>
            </a:xfrm>
            <a:prstGeom prst="rightArrow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5CE220F-2701-1709-932C-BB6C269302BE}"/>
              </a:ext>
            </a:extLst>
          </p:cNvPr>
          <p:cNvGrpSpPr/>
          <p:nvPr/>
        </p:nvGrpSpPr>
        <p:grpSpPr>
          <a:xfrm>
            <a:off x="2469646" y="3554465"/>
            <a:ext cx="4441600" cy="360000"/>
            <a:chOff x="2481813" y="3198260"/>
            <a:chExt cx="4441600" cy="360000"/>
          </a:xfrm>
        </p:grpSpPr>
        <p:sp>
          <p:nvSpPr>
            <p:cNvPr id="64" name="Ellipse 8">
              <a:extLst>
                <a:ext uri="{FF2B5EF4-FFF2-40B4-BE49-F238E27FC236}">
                  <a16:creationId xmlns:a16="http://schemas.microsoft.com/office/drawing/2014/main" id="{9978FEE8-0C65-4220-A84F-841438210DBA}"/>
                </a:ext>
              </a:extLst>
            </p:cNvPr>
            <p:cNvSpPr/>
            <p:nvPr/>
          </p:nvSpPr>
          <p:spPr>
            <a:xfrm>
              <a:off x="2481813" y="319826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65" name="Ellipse 9">
              <a:extLst>
                <a:ext uri="{FF2B5EF4-FFF2-40B4-BE49-F238E27FC236}">
                  <a16:creationId xmlns:a16="http://schemas.microsoft.com/office/drawing/2014/main" id="{05616B87-A3E1-44F5-9997-9908BC8B904A}"/>
                </a:ext>
              </a:extLst>
            </p:cNvPr>
            <p:cNvSpPr/>
            <p:nvPr/>
          </p:nvSpPr>
          <p:spPr>
            <a:xfrm>
              <a:off x="2841813" y="3198260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66" name="Ellipse 10">
              <a:extLst>
                <a:ext uri="{FF2B5EF4-FFF2-40B4-BE49-F238E27FC236}">
                  <a16:creationId xmlns:a16="http://schemas.microsoft.com/office/drawing/2014/main" id="{159C5CD5-F852-40C1-AA86-318C25511617}"/>
                </a:ext>
              </a:extLst>
            </p:cNvPr>
            <p:cNvSpPr/>
            <p:nvPr/>
          </p:nvSpPr>
          <p:spPr>
            <a:xfrm>
              <a:off x="3201813" y="319826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0.0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?</a:t>
              </a:r>
            </a:p>
          </p:txBody>
        </p:sp>
        <p:sp>
          <p:nvSpPr>
            <p:cNvPr id="67" name="Ellipse 11">
              <a:extLst>
                <a:ext uri="{FF2B5EF4-FFF2-40B4-BE49-F238E27FC236}">
                  <a16:creationId xmlns:a16="http://schemas.microsoft.com/office/drawing/2014/main" id="{92563156-E495-447A-9EC7-343FEF49EFC1}"/>
                </a:ext>
              </a:extLst>
            </p:cNvPr>
            <p:cNvSpPr/>
            <p:nvPr/>
          </p:nvSpPr>
          <p:spPr>
            <a:xfrm>
              <a:off x="3561813" y="319826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?</a:t>
              </a:r>
            </a:p>
          </p:txBody>
        </p:sp>
        <p:sp>
          <p:nvSpPr>
            <p:cNvPr id="68" name="Ellipse 12">
              <a:extLst>
                <a:ext uri="{FF2B5EF4-FFF2-40B4-BE49-F238E27FC236}">
                  <a16:creationId xmlns:a16="http://schemas.microsoft.com/office/drawing/2014/main" id="{BC1BC8EB-1876-475E-8001-D6FC9DE73F9C}"/>
                </a:ext>
              </a:extLst>
            </p:cNvPr>
            <p:cNvSpPr/>
            <p:nvPr/>
          </p:nvSpPr>
          <p:spPr>
            <a:xfrm>
              <a:off x="3921813" y="3198260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81" name="Ellipse 25">
              <a:extLst>
                <a:ext uri="{FF2B5EF4-FFF2-40B4-BE49-F238E27FC236}">
                  <a16:creationId xmlns:a16="http://schemas.microsoft.com/office/drawing/2014/main" id="{B9B30E58-3389-4DF4-952E-0E2E772B50D3}"/>
                </a:ext>
              </a:extLst>
            </p:cNvPr>
            <p:cNvSpPr/>
            <p:nvPr/>
          </p:nvSpPr>
          <p:spPr>
            <a:xfrm>
              <a:off x="5123413" y="3198260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82" name="Ellipse 26">
              <a:extLst>
                <a:ext uri="{FF2B5EF4-FFF2-40B4-BE49-F238E27FC236}">
                  <a16:creationId xmlns:a16="http://schemas.microsoft.com/office/drawing/2014/main" id="{9F50D4FB-0F93-4631-A050-0EF763E2ED2E}"/>
                </a:ext>
              </a:extLst>
            </p:cNvPr>
            <p:cNvSpPr/>
            <p:nvPr/>
          </p:nvSpPr>
          <p:spPr>
            <a:xfrm>
              <a:off x="5483413" y="3198260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83" name="Ellipse 27">
              <a:extLst>
                <a:ext uri="{FF2B5EF4-FFF2-40B4-BE49-F238E27FC236}">
                  <a16:creationId xmlns:a16="http://schemas.microsoft.com/office/drawing/2014/main" id="{27B0602F-9F22-4BC4-A37D-D5D4B3A799E1}"/>
                </a:ext>
              </a:extLst>
            </p:cNvPr>
            <p:cNvSpPr/>
            <p:nvPr/>
          </p:nvSpPr>
          <p:spPr>
            <a:xfrm>
              <a:off x="5843413" y="3198260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0,0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84" name="Ellipse 28">
              <a:extLst>
                <a:ext uri="{FF2B5EF4-FFF2-40B4-BE49-F238E27FC236}">
                  <a16:creationId xmlns:a16="http://schemas.microsoft.com/office/drawing/2014/main" id="{4EE91CB2-C697-4658-B60F-A71511D23027}"/>
                </a:ext>
              </a:extLst>
            </p:cNvPr>
            <p:cNvSpPr/>
            <p:nvPr/>
          </p:nvSpPr>
          <p:spPr>
            <a:xfrm>
              <a:off x="6203413" y="3198260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85" name="Ellipse 29">
              <a:extLst>
                <a:ext uri="{FF2B5EF4-FFF2-40B4-BE49-F238E27FC236}">
                  <a16:creationId xmlns:a16="http://schemas.microsoft.com/office/drawing/2014/main" id="{D6876D90-C4F7-4367-BA11-551D34BE7471}"/>
                </a:ext>
              </a:extLst>
            </p:cNvPr>
            <p:cNvSpPr/>
            <p:nvPr/>
          </p:nvSpPr>
          <p:spPr>
            <a:xfrm>
              <a:off x="6563413" y="3198260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94" name="Pfeil: nach rechts 38">
              <a:extLst>
                <a:ext uri="{FF2B5EF4-FFF2-40B4-BE49-F238E27FC236}">
                  <a16:creationId xmlns:a16="http://schemas.microsoft.com/office/drawing/2014/main" id="{E654F549-87E6-4655-9AE5-553B1FD80C06}"/>
                </a:ext>
              </a:extLst>
            </p:cNvPr>
            <p:cNvSpPr/>
            <p:nvPr/>
          </p:nvSpPr>
          <p:spPr>
            <a:xfrm>
              <a:off x="4469250" y="3250647"/>
              <a:ext cx="466725" cy="255225"/>
            </a:xfrm>
            <a:prstGeom prst="rightArrow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D4C480-88AF-265D-1840-B829F8BE77C7}"/>
              </a:ext>
            </a:extLst>
          </p:cNvPr>
          <p:cNvGrpSpPr/>
          <p:nvPr/>
        </p:nvGrpSpPr>
        <p:grpSpPr>
          <a:xfrm>
            <a:off x="2464303" y="4601368"/>
            <a:ext cx="4384450" cy="777150"/>
            <a:chOff x="2481813" y="3929355"/>
            <a:chExt cx="4384450" cy="777150"/>
          </a:xfrm>
        </p:grpSpPr>
        <p:sp>
          <p:nvSpPr>
            <p:cNvPr id="69" name="Ellipse 13">
              <a:extLst>
                <a:ext uri="{FF2B5EF4-FFF2-40B4-BE49-F238E27FC236}">
                  <a16:creationId xmlns:a16="http://schemas.microsoft.com/office/drawing/2014/main" id="{6E1E1256-87B9-45B3-B3E3-258C53F4579F}"/>
                </a:ext>
              </a:extLst>
            </p:cNvPr>
            <p:cNvSpPr/>
            <p:nvPr/>
          </p:nvSpPr>
          <p:spPr>
            <a:xfrm>
              <a:off x="2481813" y="413890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70" name="Ellipse 14">
              <a:extLst>
                <a:ext uri="{FF2B5EF4-FFF2-40B4-BE49-F238E27FC236}">
                  <a16:creationId xmlns:a16="http://schemas.microsoft.com/office/drawing/2014/main" id="{C2C86116-7695-49E3-96A1-1BABF3902DE2}"/>
                </a:ext>
              </a:extLst>
            </p:cNvPr>
            <p:cNvSpPr/>
            <p:nvPr/>
          </p:nvSpPr>
          <p:spPr>
            <a:xfrm>
              <a:off x="2841813" y="4138905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rPr dirty="0"/>
                <a:t>1.0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rPr dirty="0"/>
                <a:t>P</a:t>
              </a:r>
            </a:p>
          </p:txBody>
        </p:sp>
        <p:sp>
          <p:nvSpPr>
            <p:cNvPr id="71" name="Ellipse 15">
              <a:extLst>
                <a:ext uri="{FF2B5EF4-FFF2-40B4-BE49-F238E27FC236}">
                  <a16:creationId xmlns:a16="http://schemas.microsoft.com/office/drawing/2014/main" id="{EB98B78C-6451-4FA2-8B80-147A8BD9EBB8}"/>
                </a:ext>
              </a:extLst>
            </p:cNvPr>
            <p:cNvSpPr/>
            <p:nvPr/>
          </p:nvSpPr>
          <p:spPr>
            <a:xfrm>
              <a:off x="3201813" y="413890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0.0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?</a:t>
              </a:r>
            </a:p>
          </p:txBody>
        </p:sp>
        <p:sp>
          <p:nvSpPr>
            <p:cNvPr id="72" name="Ellipse 16">
              <a:extLst>
                <a:ext uri="{FF2B5EF4-FFF2-40B4-BE49-F238E27FC236}">
                  <a16:creationId xmlns:a16="http://schemas.microsoft.com/office/drawing/2014/main" id="{72792735-7543-4EFB-A845-2B276B2358A9}"/>
                </a:ext>
              </a:extLst>
            </p:cNvPr>
            <p:cNvSpPr/>
            <p:nvPr/>
          </p:nvSpPr>
          <p:spPr>
            <a:xfrm>
              <a:off x="3504663" y="392935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?</a:t>
              </a:r>
            </a:p>
          </p:txBody>
        </p:sp>
        <p:sp>
          <p:nvSpPr>
            <p:cNvPr id="73" name="Ellipse 17">
              <a:extLst>
                <a:ext uri="{FF2B5EF4-FFF2-40B4-BE49-F238E27FC236}">
                  <a16:creationId xmlns:a16="http://schemas.microsoft.com/office/drawing/2014/main" id="{E9BE9610-3DDB-4930-A835-E5497AE170F8}"/>
                </a:ext>
              </a:extLst>
            </p:cNvPr>
            <p:cNvSpPr/>
            <p:nvPr/>
          </p:nvSpPr>
          <p:spPr>
            <a:xfrm>
              <a:off x="3864663" y="3929355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74" name="Ellipse 18">
              <a:extLst>
                <a:ext uri="{FF2B5EF4-FFF2-40B4-BE49-F238E27FC236}">
                  <a16:creationId xmlns:a16="http://schemas.microsoft.com/office/drawing/2014/main" id="{DBF0EAE5-3A07-4482-B0EC-BC7A660F81D2}"/>
                </a:ext>
              </a:extLst>
            </p:cNvPr>
            <p:cNvSpPr/>
            <p:nvPr/>
          </p:nvSpPr>
          <p:spPr>
            <a:xfrm>
              <a:off x="3504663" y="434650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3.0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?</a:t>
              </a:r>
            </a:p>
          </p:txBody>
        </p:sp>
        <p:sp>
          <p:nvSpPr>
            <p:cNvPr id="75" name="Ellipse 19">
              <a:extLst>
                <a:ext uri="{FF2B5EF4-FFF2-40B4-BE49-F238E27FC236}">
                  <a16:creationId xmlns:a16="http://schemas.microsoft.com/office/drawing/2014/main" id="{80CC0904-96F9-4021-96E3-FBE66690875F}"/>
                </a:ext>
              </a:extLst>
            </p:cNvPr>
            <p:cNvSpPr/>
            <p:nvPr/>
          </p:nvSpPr>
          <p:spPr>
            <a:xfrm>
              <a:off x="3864663" y="434650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3.1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86" name="Ellipse 30">
              <a:extLst>
                <a:ext uri="{FF2B5EF4-FFF2-40B4-BE49-F238E27FC236}">
                  <a16:creationId xmlns:a16="http://schemas.microsoft.com/office/drawing/2014/main" id="{9F5E6BF8-337B-4B51-B941-2BC7BE6AA328}"/>
                </a:ext>
              </a:extLst>
            </p:cNvPr>
            <p:cNvSpPr/>
            <p:nvPr/>
          </p:nvSpPr>
          <p:spPr>
            <a:xfrm>
              <a:off x="5123413" y="413890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87" name="Ellipse 31">
              <a:extLst>
                <a:ext uri="{FF2B5EF4-FFF2-40B4-BE49-F238E27FC236}">
                  <a16:creationId xmlns:a16="http://schemas.microsoft.com/office/drawing/2014/main" id="{803A2455-F84C-4B22-893A-E93530CAB3CA}"/>
                </a:ext>
              </a:extLst>
            </p:cNvPr>
            <p:cNvSpPr/>
            <p:nvPr/>
          </p:nvSpPr>
          <p:spPr>
            <a:xfrm>
              <a:off x="5483413" y="4138905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1.0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88" name="Ellipse 32">
              <a:extLst>
                <a:ext uri="{FF2B5EF4-FFF2-40B4-BE49-F238E27FC236}">
                  <a16:creationId xmlns:a16="http://schemas.microsoft.com/office/drawing/2014/main" id="{FB6C3284-E703-4FC3-A61F-83502B440E20}"/>
                </a:ext>
              </a:extLst>
            </p:cNvPr>
            <p:cNvSpPr/>
            <p:nvPr/>
          </p:nvSpPr>
          <p:spPr>
            <a:xfrm>
              <a:off x="5843413" y="413890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0.0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89" name="Ellipse 33">
              <a:extLst>
                <a:ext uri="{FF2B5EF4-FFF2-40B4-BE49-F238E27FC236}">
                  <a16:creationId xmlns:a16="http://schemas.microsoft.com/office/drawing/2014/main" id="{B5A99172-7699-433C-928A-165357B0F5E1}"/>
                </a:ext>
              </a:extLst>
            </p:cNvPr>
            <p:cNvSpPr/>
            <p:nvPr/>
          </p:nvSpPr>
          <p:spPr>
            <a:xfrm>
              <a:off x="6146263" y="392935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90" name="Ellipse 34">
              <a:extLst>
                <a:ext uri="{FF2B5EF4-FFF2-40B4-BE49-F238E27FC236}">
                  <a16:creationId xmlns:a16="http://schemas.microsoft.com/office/drawing/2014/main" id="{26489E31-7CF2-4B69-BC6F-6E0B3FCF5C58}"/>
                </a:ext>
              </a:extLst>
            </p:cNvPr>
            <p:cNvSpPr/>
            <p:nvPr/>
          </p:nvSpPr>
          <p:spPr>
            <a:xfrm>
              <a:off x="6506263" y="3929355"/>
              <a:ext cx="360000" cy="360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808485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2.1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P</a:t>
              </a:r>
            </a:p>
          </p:txBody>
        </p:sp>
        <p:sp>
          <p:nvSpPr>
            <p:cNvPr id="91" name="Ellipse 35">
              <a:extLst>
                <a:ext uri="{FF2B5EF4-FFF2-40B4-BE49-F238E27FC236}">
                  <a16:creationId xmlns:a16="http://schemas.microsoft.com/office/drawing/2014/main" id="{4C60C967-00D8-4305-AEBB-8A1FB225F2A0}"/>
                </a:ext>
              </a:extLst>
            </p:cNvPr>
            <p:cNvSpPr/>
            <p:nvPr/>
          </p:nvSpPr>
          <p:spPr>
            <a:xfrm>
              <a:off x="6146263" y="434650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3.0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92" name="Ellipse 36">
              <a:extLst>
                <a:ext uri="{FF2B5EF4-FFF2-40B4-BE49-F238E27FC236}">
                  <a16:creationId xmlns:a16="http://schemas.microsoft.com/office/drawing/2014/main" id="{FD75452D-0ADF-40A7-825A-667602F3B2A4}"/>
                </a:ext>
              </a:extLst>
            </p:cNvPr>
            <p:cNvSpPr/>
            <p:nvPr/>
          </p:nvSpPr>
          <p:spPr>
            <a:xfrm>
              <a:off x="6506263" y="4346505"/>
              <a:ext cx="360000" cy="360000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72000" rIns="0" bIns="0" anchor="ctr"/>
            <a:lstStyle/>
            <a:p>
              <a:pPr marL="0" marR="0" lvl="0" indent="0" algn="ctr" defTabSz="609585" eaLnBrk="0" fontAlgn="auto" latinLnBrk="0" hangingPunc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defRPr>
              </a:pPr>
              <a:r>
                <a:t>3.1</a:t>
              </a:r>
              <a:b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 Semi Bold" panose="00000700000000000000" pitchFamily="50" charset="0"/>
                  <a:ea typeface="+mn-ea"/>
                  <a:cs typeface="+mn-cs"/>
                </a:rPr>
              </a:br>
              <a:r>
                <a:t>S</a:t>
              </a:r>
            </a:p>
          </p:txBody>
        </p:sp>
        <p:sp>
          <p:nvSpPr>
            <p:cNvPr id="95" name="Pfeil: nach rechts 39">
              <a:extLst>
                <a:ext uri="{FF2B5EF4-FFF2-40B4-BE49-F238E27FC236}">
                  <a16:creationId xmlns:a16="http://schemas.microsoft.com/office/drawing/2014/main" id="{F41FB667-6422-44C7-B165-EC555C34C5B5}"/>
                </a:ext>
              </a:extLst>
            </p:cNvPr>
            <p:cNvSpPr/>
            <p:nvPr/>
          </p:nvSpPr>
          <p:spPr>
            <a:xfrm>
              <a:off x="4464601" y="4161742"/>
              <a:ext cx="466725" cy="255225"/>
            </a:xfrm>
            <a:prstGeom prst="rightArrow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35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pPr>
              <a:defRPr sz="2400"/>
            </a:pPr>
            <a:r>
              <a:t>Aperçu de la table de filtre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B98F9-1E72-41A8-8604-8CE1D6190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494836"/>
            <a:ext cx="4737003" cy="47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38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2" y="692696"/>
            <a:ext cx="7272287" cy="502692"/>
          </a:xfrm>
        </p:spPr>
        <p:txBody>
          <a:bodyPr/>
          <a:lstStyle/>
          <a:p>
            <a:pPr>
              <a:defRPr sz="2400"/>
            </a:pPr>
            <a:r>
              <a:rPr sz="2000" dirty="0"/>
              <a:t>Support de </a:t>
            </a:r>
            <a:r>
              <a:rPr sz="2000" dirty="0" err="1"/>
              <a:t>sécurité</a:t>
            </a:r>
            <a:r>
              <a:rPr sz="2000" dirty="0"/>
              <a:t> des </a:t>
            </a:r>
            <a:r>
              <a:rPr sz="2000" dirty="0" err="1"/>
              <a:t>logiciels</a:t>
            </a:r>
            <a:r>
              <a:rPr sz="2000" dirty="0"/>
              <a:t> sur les interfaces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B2D532-1557-4A64-89A4-34B2F8E4B283}"/>
              </a:ext>
            </a:extLst>
          </p:cNvPr>
          <p:cNvGrpSpPr/>
          <p:nvPr/>
        </p:nvGrpSpPr>
        <p:grpSpPr>
          <a:xfrm>
            <a:off x="395537" y="2248324"/>
            <a:ext cx="8280919" cy="3052884"/>
            <a:chOff x="395537" y="2248324"/>
            <a:chExt cx="8280919" cy="3052884"/>
          </a:xfrm>
        </p:grpSpPr>
        <p:pic>
          <p:nvPicPr>
            <p:cNvPr id="6" name="Grafik 4">
              <a:extLst>
                <a:ext uri="{FF2B5EF4-FFF2-40B4-BE49-F238E27FC236}">
                  <a16:creationId xmlns:a16="http://schemas.microsoft.com/office/drawing/2014/main" id="{F0302B30-6DD5-4D2F-B8E9-9E8950AF8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7" y="2248324"/>
              <a:ext cx="7992888" cy="2868036"/>
            </a:xfrm>
            <a:prstGeom prst="rect">
              <a:avLst/>
            </a:prstGeom>
          </p:spPr>
        </p:pic>
        <p:sp>
          <p:nvSpPr>
            <p:cNvPr id="7" name="Ellipse 5">
              <a:extLst>
                <a:ext uri="{FF2B5EF4-FFF2-40B4-BE49-F238E27FC236}">
                  <a16:creationId xmlns:a16="http://schemas.microsoft.com/office/drawing/2014/main" id="{BEE4E0AD-7D87-4751-A017-E03C0D88C88C}"/>
                </a:ext>
              </a:extLst>
            </p:cNvPr>
            <p:cNvSpPr/>
            <p:nvPr/>
          </p:nvSpPr>
          <p:spPr>
            <a:xfrm>
              <a:off x="6300192" y="4149079"/>
              <a:ext cx="2376264" cy="1152129"/>
            </a:xfrm>
            <a:prstGeom prst="ellipse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7197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20688"/>
            <a:ext cx="6768231" cy="576064"/>
          </a:xfrm>
        </p:spPr>
        <p:txBody>
          <a:bodyPr/>
          <a:lstStyle/>
          <a:p>
            <a:r>
              <a:t>Résumé</a:t>
            </a:r>
          </a:p>
        </p:txBody>
      </p:sp>
      <p:pic>
        <p:nvPicPr>
          <p:cNvPr id="4" name="Picture 3" descr="Text  Description automatically generated">
            <a:extLst>
              <a:ext uri="{FF2B5EF4-FFF2-40B4-BE49-F238E27FC236}">
                <a16:creationId xmlns:a16="http://schemas.microsoft.com/office/drawing/2014/main" id="{D7F425A7-1006-4C67-8A45-5A1CA0BE9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60" y="1772816"/>
            <a:ext cx="6928679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86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7238</TotalTime>
  <Words>613</Words>
  <Application>Microsoft Office PowerPoint</Application>
  <PresentationFormat>On-screen Show (4:3)</PresentationFormat>
  <Paragraphs>139</Paragraphs>
  <Slides>34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Metropolis Semi Bold</vt:lpstr>
      <vt:lpstr>Arial</vt:lpstr>
      <vt:lpstr>Calibri</vt:lpstr>
      <vt:lpstr>Gotham Black</vt:lpstr>
      <vt:lpstr>Gotham Light</vt:lpstr>
      <vt:lpstr>Gotham Medium</vt:lpstr>
      <vt:lpstr>Wingdings</vt:lpstr>
      <vt:lpstr>Training 2</vt:lpstr>
      <vt:lpstr>Visio</vt:lpstr>
      <vt:lpstr>COURS AVANCÉ KNX</vt:lpstr>
      <vt:lpstr>télégramme KNX non sécurisé – télégramme KNX avec authentification</vt:lpstr>
      <vt:lpstr>Télégramme KNX avec un cryptage supplémentaire des données utilisateur</vt:lpstr>
      <vt:lpstr>KNX IP Secure</vt:lpstr>
      <vt:lpstr>KNX Data Secure</vt:lpstr>
      <vt:lpstr>Ouverture d'un projet ETS protégé par mot de passe</vt:lpstr>
      <vt:lpstr>Allocation d'un mot de passe de projet qui combine des lettres, des chiffres et des caractères</vt:lpstr>
      <vt:lpstr>Informations sur le projet d'un projet contenant des participants sécurisés</vt:lpstr>
      <vt:lpstr>L'onglet ''Sécurité'' d'un projet ETS avec des produits KNX Secure</vt:lpstr>
      <vt:lpstr>Lecture/saisie des certificats de participants KNX Secure</vt:lpstr>
      <vt:lpstr>Méthode pour générer et télécharger des clés de sécurité</vt:lpstr>
      <vt:lpstr>illustration de produits KNX Secure dans la topologie</vt:lpstr>
      <vt:lpstr>Sélection d'un produit KNX Secure – Liste des objets de groupe</vt:lpstr>
      <vt:lpstr>Sélection d'une adresse de groupe et associations correspondantes</vt:lpstr>
      <vt:lpstr>Paramètre de sécurité de l'adresse de groupe</vt:lpstr>
      <vt:lpstr>La validation a échoué</vt:lpstr>
      <vt:lpstr>Notification de sécurité</vt:lpstr>
      <vt:lpstr>Paramètres de la zone IP (1)</vt:lpstr>
      <vt:lpstr>Paramètres de la zone IP (2)</vt:lpstr>
      <vt:lpstr>Notification de sécurité</vt:lpstr>
      <vt:lpstr>Sélection d'un produit KNP IP Sécure – Propriétés – Paramètres</vt:lpstr>
      <vt:lpstr>Sélection d'un produit KNX IP Secure – Propriétés – IP</vt:lpstr>
      <vt:lpstr>Sélection d'une interface de tunnel KNX IP dans la topologie</vt:lpstr>
      <vt:lpstr>Message d'erreur - la connexion avec l'interface de tunnel KNX IP Secure a échoué</vt:lpstr>
      <vt:lpstr>Attribution d'adresses de groupe sécurisées à une interface de tunnel IP</vt:lpstr>
      <vt:lpstr>Surveillance du trafic de télégrammes sans ouverture du projet ETS correspondant</vt:lpstr>
      <vt:lpstr>Surveillance du trafic de télégrammes avec ouverture du projet ETS correspondant</vt:lpstr>
      <vt:lpstr>Options d'impression des paramètres de sécurité</vt:lpstr>
      <vt:lpstr>Proxy de sécurité</vt:lpstr>
      <vt:lpstr>Domaines de sécurité</vt:lpstr>
      <vt:lpstr>Transférer des domaines</vt:lpstr>
      <vt:lpstr>Aperçu de la table de filtre</vt:lpstr>
      <vt:lpstr>Support de sécurité des logiciels sur les interfaces</vt:lpstr>
      <vt:lpstr>Résumé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arguments</dc:title>
  <dc:creator>KNX Association;R. Hernandez</dc:creator>
  <cp:lastModifiedBy>Ufuk Unal</cp:lastModifiedBy>
  <cp:revision>348</cp:revision>
  <dcterms:created xsi:type="dcterms:W3CDTF">2012-09-10T07:59:43Z</dcterms:created>
  <dcterms:modified xsi:type="dcterms:W3CDTF">2023-04-07T14:56:18Z</dcterms:modified>
</cp:coreProperties>
</file>