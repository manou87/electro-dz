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12" r:id="rId14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4FC5A-015E-4C72-ABB3-0BEC83A82ED4}" v="2" dt="2025-02-19T13:13:20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5" autoAdjust="0"/>
    <p:restoredTop sz="72829" autoAdjust="0"/>
  </p:normalViewPr>
  <p:slideViewPr>
    <p:cSldViewPr>
      <p:cViewPr varScale="1">
        <p:scale>
          <a:sx n="64" d="100"/>
          <a:sy n="64" d="100"/>
        </p:scale>
        <p:origin x="1908" y="60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A5CB6BCE-CFF7-469F-AABE-282CE60C0D3F}"/>
    <pc:docChg chg="addSld delSld modSld">
      <pc:chgData name="Ufuk Unal" userId="d77f72b3-53d7-4cb7-8425-5a8f29447216" providerId="ADAL" clId="{A5CB6BCE-CFF7-469F-AABE-282CE60C0D3F}" dt="2023-04-06T13:04:36.292" v="10" actId="47"/>
      <pc:docMkLst>
        <pc:docMk/>
      </pc:docMkLst>
      <pc:sldChg chg="modSp mod">
        <pc:chgData name="Ufuk Unal" userId="d77f72b3-53d7-4cb7-8425-5a8f29447216" providerId="ADAL" clId="{A5CB6BCE-CFF7-469F-AABE-282CE60C0D3F}" dt="2023-04-06T13:03:46.002" v="7" actId="20577"/>
        <pc:sldMkLst>
          <pc:docMk/>
          <pc:sldMk cId="2459807384" sldId="25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98842949" sldId="25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05511851" sldId="28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8838512" sldId="28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281775076" sldId="28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073715606" sldId="28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608193054" sldId="29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36013279" sldId="29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944076353" sldId="29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17736273" sldId="29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152956858" sldId="294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953398966" sldId="295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167178223" sldId="29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072424695" sldId="29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043198107" sldId="29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928479514" sldId="29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446979928" sldId="30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359428810" sldId="30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722043997" sldId="30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492922032" sldId="30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578986941" sldId="30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311703480" sldId="32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673250314" sldId="32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503827922" sldId="32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063430119" sldId="32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76804067" sldId="32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74603204" sldId="34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94260570" sldId="34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16504450" sldId="34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684641891" sldId="34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96881717" sldId="34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104435945" sldId="34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70924352" sldId="34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38802227" sldId="34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08545243" sldId="35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1165308" sldId="35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243177277" sldId="35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021682167" sldId="35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197906" sldId="35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3599654" sldId="35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798046907" sldId="35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63019059" sldId="35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502931874" sldId="35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84854281" sldId="36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1848509" sldId="36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26252616" sldId="36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4654693" sldId="36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68671429" sldId="36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814972833" sldId="36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766050880" sldId="36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30932289" sldId="36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461289532" sldId="36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6181768" sldId="36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44942873" sldId="37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53401936" sldId="37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263266425" sldId="372"/>
        </pc:sldMkLst>
      </pc:sldChg>
      <pc:sldChg chg="add del">
        <pc:chgData name="Ufuk Unal" userId="d77f72b3-53d7-4cb7-8425-5a8f29447216" providerId="ADAL" clId="{A5CB6BCE-CFF7-469F-AABE-282CE60C0D3F}" dt="2023-04-06T13:04:06.500" v="9" actId="47"/>
        <pc:sldMkLst>
          <pc:docMk/>
          <pc:sldMk cId="1086794968" sldId="373"/>
        </pc:sldMkLst>
      </pc:sldChg>
    </pc:docChg>
  </pc:docChgLst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</pc:sldLayoutChg>
      </pc:sldMasterChg>
    </pc:docChg>
  </pc:docChgLst>
  <pc:docChgLst>
    <pc:chgData name="Ufuk Unal" userId="d77f72b3-53d7-4cb7-8425-5a8f29447216" providerId="ADAL" clId="{4984FC5A-015E-4C72-ABB3-0BEC83A82ED4}"/>
    <pc:docChg chg="custSel modSld">
      <pc:chgData name="Ufuk Unal" userId="d77f72b3-53d7-4cb7-8425-5a8f29447216" providerId="ADAL" clId="{4984FC5A-015E-4C72-ABB3-0BEC83A82ED4}" dt="2025-02-19T13:13:20.263" v="3" actId="478"/>
      <pc:docMkLst>
        <pc:docMk/>
      </pc:docMkLst>
      <pc:sldChg chg="delSp modSp mod">
        <pc:chgData name="Ufuk Unal" userId="d77f72b3-53d7-4cb7-8425-5a8f29447216" providerId="ADAL" clId="{4984FC5A-015E-4C72-ABB3-0BEC83A82ED4}" dt="2025-02-19T13:13:20.263" v="3" actId="478"/>
        <pc:sldMkLst>
          <pc:docMk/>
          <pc:sldMk cId="0" sldId="306"/>
        </pc:sldMkLst>
        <pc:spChg chg="del">
          <ac:chgData name="Ufuk Unal" userId="d77f72b3-53d7-4cb7-8425-5a8f29447216" providerId="ADAL" clId="{4984FC5A-015E-4C72-ABB3-0BEC83A82ED4}" dt="2025-02-19T13:13:18.249" v="2" actId="478"/>
          <ac:spMkLst>
            <pc:docMk/>
            <pc:sldMk cId="0" sldId="306"/>
            <ac:spMk id="13327" creationId="{71E363F8-19E1-83C8-84E2-E3B04A70A9A7}"/>
          </ac:spMkLst>
        </pc:spChg>
        <pc:spChg chg="del">
          <ac:chgData name="Ufuk Unal" userId="d77f72b3-53d7-4cb7-8425-5a8f29447216" providerId="ADAL" clId="{4984FC5A-015E-4C72-ABB3-0BEC83A82ED4}" dt="2025-02-19T13:13:20.263" v="3" actId="478"/>
          <ac:spMkLst>
            <pc:docMk/>
            <pc:sldMk cId="0" sldId="306"/>
            <ac:spMk id="13328" creationId="{AEEECC49-2AD4-0B88-6860-2ABE11BEEFA0}"/>
          </ac:spMkLst>
        </pc:spChg>
        <pc:spChg chg="mod">
          <ac:chgData name="Ufuk Unal" userId="d77f72b3-53d7-4cb7-8425-5a8f29447216" providerId="ADAL" clId="{4984FC5A-015E-4C72-ABB3-0BEC83A82ED4}" dt="2025-02-19T13:13:13.768" v="0" actId="6549"/>
          <ac:spMkLst>
            <pc:docMk/>
            <pc:sldMk cId="0" sldId="306"/>
            <ac:spMk id="13330" creationId="{3483CD6A-9E43-4F53-94F2-BE50EDB574BE}"/>
          </ac:spMkLst>
        </pc:spChg>
        <pc:grpChg chg="del">
          <ac:chgData name="Ufuk Unal" userId="d77f72b3-53d7-4cb7-8425-5a8f29447216" providerId="ADAL" clId="{4984FC5A-015E-4C72-ABB3-0BEC83A82ED4}" dt="2025-02-19T13:13:16.854" v="1" actId="478"/>
          <ac:grpSpMkLst>
            <pc:docMk/>
            <pc:sldMk cId="0" sldId="306"/>
            <ac:grpSpMk id="13329" creationId="{96FE7EED-0F1F-F073-4153-A5E586F96409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19.02.2025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4181A-B52E-4AEA-801A-5F0AC153D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COURS AVANCÉ KNX</a:t>
            </a:r>
            <a:endParaRPr lang="en-GB" sz="2400" b="0" dirty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r>
              <a:rPr lang="nl-BE" sz="2400" dirty="0" err="1"/>
              <a:t>Télégramme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1">
            <a:extLst>
              <a:ext uri="{FF2B5EF4-FFF2-40B4-BE49-F238E27FC236}">
                <a16:creationId xmlns:a16="http://schemas.microsoft.com/office/drawing/2014/main" id="{49B68146-C243-E8A3-177C-4E12EE50FAFA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728663" y="3213100"/>
            <a:ext cx="7991475" cy="3095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Evènement (</a:t>
            </a:r>
            <a:r>
              <a:rPr lang="fr-FR" altLang="en-US" sz="1600"/>
              <a:t>par ex. appuis sur un bouton poussoir</a:t>
            </a:r>
            <a:r>
              <a:rPr lang="de-DE" altLang="en-US" sz="1600"/>
              <a:t>) 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de-DE" altLang="en-US" sz="1400">
                <a:sym typeface="Wingdings" panose="05000000000000000000" pitchFamily="2" charset="2"/>
              </a:rPr>
              <a:t> Le participant de bus envoie un télégramme sur le bus</a:t>
            </a:r>
            <a:endParaRPr lang="de-DE" altLang="en-US" sz="14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endParaRPr lang="en-GB" altLang="en-US" sz="16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Bus ≥ t1 non occupé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de-DE" altLang="en-US" sz="1400">
                <a:sym typeface="Wingdings" panose="05000000000000000000" pitchFamily="2" charset="2"/>
              </a:rPr>
              <a:t> La transmission démarre</a:t>
            </a:r>
            <a:endParaRPr lang="de-DE" altLang="en-US" sz="14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endParaRPr lang="de-DE" altLang="en-US" sz="16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t2 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de-DE" altLang="en-US" sz="1400"/>
              <a:t>Vérification si le télégramme a bien été recu par le participant</a:t>
            </a:r>
          </a:p>
          <a:p>
            <a:pPr marL="800100" lvl="1" indent="-400050" eaLnBrk="1" hangingPunct="1">
              <a:buFontTx/>
              <a:buNone/>
            </a:pPr>
            <a:endParaRPr lang="de-DE" altLang="en-US" sz="16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Acquittement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fr-FR" altLang="en-US" sz="1400"/>
              <a:t>Tous les participants "adressés’’ accusent simultanément réception du télégramme</a:t>
            </a:r>
            <a:endParaRPr lang="en-GB" altLang="en-US" sz="1200"/>
          </a:p>
        </p:txBody>
      </p:sp>
      <p:sp>
        <p:nvSpPr>
          <p:cNvPr id="3075" name="Title 2">
            <a:extLst>
              <a:ext uri="{FF2B5EF4-FFF2-40B4-BE49-F238E27FC236}">
                <a16:creationId xmlns:a16="http://schemas.microsoft.com/office/drawing/2014/main" id="{54839ECD-04EA-1C52-1986-2A36CBEFD0A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altLang="en-US" sz="2400"/>
              <a:t>Transmission d’un télégramme – généralités</a:t>
            </a:r>
            <a:endParaRPr lang="en-GB" altLang="nl-BE" sz="2400"/>
          </a:p>
        </p:txBody>
      </p:sp>
      <p:sp>
        <p:nvSpPr>
          <p:cNvPr id="3076" name="Text Box 209">
            <a:extLst>
              <a:ext uri="{FF2B5EF4-FFF2-40B4-BE49-F238E27FC236}">
                <a16:creationId xmlns:a16="http://schemas.microsoft.com/office/drawing/2014/main" id="{12BEE635-3B7D-DC4E-29D1-3F11AC76F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2698750"/>
            <a:ext cx="400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en-US" b="1">
                <a:solidFill>
                  <a:srgbClr val="000000"/>
                </a:solidFill>
              </a:rPr>
              <a:t>Durée du télégramme : 20 à 40 ms</a:t>
            </a:r>
          </a:p>
        </p:txBody>
      </p:sp>
      <p:sp>
        <p:nvSpPr>
          <p:cNvPr id="3077" name="Parallelogram 8">
            <a:extLst>
              <a:ext uri="{FF2B5EF4-FFF2-40B4-BE49-F238E27FC236}">
                <a16:creationId xmlns:a16="http://schemas.microsoft.com/office/drawing/2014/main" id="{2671670D-1303-F6A4-7426-2F4BEC0AB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08188"/>
            <a:ext cx="8497888" cy="306387"/>
          </a:xfrm>
          <a:prstGeom prst="parallelogram">
            <a:avLst>
              <a:gd name="adj" fmla="val 158582"/>
            </a:avLst>
          </a:prstGeom>
          <a:solidFill>
            <a:srgbClr val="D6E3BC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 sz="1600" b="1"/>
          </a:p>
        </p:txBody>
      </p:sp>
      <p:sp>
        <p:nvSpPr>
          <p:cNvPr id="3078" name="Cube 2">
            <a:extLst>
              <a:ext uri="{FF2B5EF4-FFF2-40B4-BE49-F238E27FC236}">
                <a16:creationId xmlns:a16="http://schemas.microsoft.com/office/drawing/2014/main" id="{9A48EEB8-387B-F7CD-160D-1FD212EE7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57338"/>
            <a:ext cx="3868737" cy="755650"/>
          </a:xfrm>
          <a:prstGeom prst="cube">
            <a:avLst>
              <a:gd name="adj" fmla="val 25000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>
                <a:solidFill>
                  <a:schemeClr val="bg1"/>
                </a:solidFill>
              </a:rPr>
              <a:t>Télégramme</a:t>
            </a:r>
            <a:endParaRPr lang="en-GB" altLang="en-US" sz="1600" b="1">
              <a:solidFill>
                <a:schemeClr val="bg1"/>
              </a:solidFill>
            </a:endParaRPr>
          </a:p>
        </p:txBody>
      </p:sp>
      <p:sp>
        <p:nvSpPr>
          <p:cNvPr id="9" name="Cube 3">
            <a:extLst>
              <a:ext uri="{FF2B5EF4-FFF2-40B4-BE49-F238E27FC236}">
                <a16:creationId xmlns:a16="http://schemas.microsoft.com/office/drawing/2014/main" id="{DDEE0399-E5B0-CA89-8724-D5AB884C6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1557338"/>
            <a:ext cx="1368425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nl-BE" altLang="en-US" dirty="0">
                <a:cs typeface="Arial" charset="0"/>
              </a:rPr>
              <a:t>Ack.</a:t>
            </a:r>
            <a:endParaRPr lang="en-GB" altLang="en-US" dirty="0">
              <a:cs typeface="Arial" charset="0"/>
            </a:endParaRPr>
          </a:p>
        </p:txBody>
      </p:sp>
      <p:sp>
        <p:nvSpPr>
          <p:cNvPr id="3080" name="TextBox 5">
            <a:extLst>
              <a:ext uri="{FF2B5EF4-FFF2-40B4-BE49-F238E27FC236}">
                <a16:creationId xmlns:a16="http://schemas.microsoft.com/office/drawing/2014/main" id="{A9DB2824-0BBD-FDB5-5BBD-E55A61A04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1962150"/>
            <a:ext cx="3825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/>
              <a:t>t1</a:t>
            </a:r>
            <a:endParaRPr lang="en-GB" altLang="en-US" sz="1600" b="1"/>
          </a:p>
        </p:txBody>
      </p:sp>
      <p:sp>
        <p:nvSpPr>
          <p:cNvPr id="3081" name="TextBox 20">
            <a:extLst>
              <a:ext uri="{FF2B5EF4-FFF2-40B4-BE49-F238E27FC236}">
                <a16:creationId xmlns:a16="http://schemas.microsoft.com/office/drawing/2014/main" id="{08052744-1D95-C407-EEE6-954C1B441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825" y="1955800"/>
            <a:ext cx="3825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/>
              <a:t>t2</a:t>
            </a:r>
            <a:endParaRPr lang="en-GB" altLang="en-US" sz="1600" b="1"/>
          </a:p>
        </p:txBody>
      </p:sp>
      <p:cxnSp>
        <p:nvCxnSpPr>
          <p:cNvPr id="3082" name="Straight Connector 10">
            <a:extLst>
              <a:ext uri="{FF2B5EF4-FFF2-40B4-BE49-F238E27FC236}">
                <a16:creationId xmlns:a16="http://schemas.microsoft.com/office/drawing/2014/main" id="{01AB1527-724E-8914-01F7-AEFB20463B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3238" y="2312988"/>
            <a:ext cx="0" cy="608012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3" name="Straight Connector 10">
            <a:extLst>
              <a:ext uri="{FF2B5EF4-FFF2-40B4-BE49-F238E27FC236}">
                <a16:creationId xmlns:a16="http://schemas.microsoft.com/office/drawing/2014/main" id="{73A47FE8-D5D7-49B4-37E0-9FF8E85AEB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59750" y="2314575"/>
            <a:ext cx="0" cy="608013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4" name="Straight Arrow Connector 13">
            <a:extLst>
              <a:ext uri="{FF2B5EF4-FFF2-40B4-BE49-F238E27FC236}">
                <a16:creationId xmlns:a16="http://schemas.microsoft.com/office/drawing/2014/main" id="{8B8C320A-0BA8-C1EF-AB7E-5160D60DC6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7050" y="2617788"/>
            <a:ext cx="6291263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Cube 3">
            <a:extLst>
              <a:ext uri="{FF2B5EF4-FFF2-40B4-BE49-F238E27FC236}">
                <a16:creationId xmlns:a16="http://schemas.microsoft.com/office/drawing/2014/main" id="{9CB26967-0B4F-C31B-4B18-3E47E42A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538288"/>
            <a:ext cx="1368425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nl-BE" altLang="en-US" dirty="0">
                <a:cs typeface="Arial" charset="0"/>
              </a:rPr>
              <a:t>Ack.</a:t>
            </a:r>
          </a:p>
          <a:p>
            <a:pPr algn="ctr">
              <a:defRPr/>
            </a:pPr>
            <a:r>
              <a:rPr lang="nl-BE" altLang="en-US" dirty="0">
                <a:cs typeface="Arial" charset="0"/>
              </a:rPr>
              <a:t>précédent</a:t>
            </a:r>
            <a:endParaRPr lang="en-GB" altLang="en-US" dirty="0"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1">
            <a:extLst>
              <a:ext uri="{FF2B5EF4-FFF2-40B4-BE49-F238E27FC236}">
                <a16:creationId xmlns:a16="http://schemas.microsoft.com/office/drawing/2014/main" id="{55CDF075-9186-0CA4-42EA-5E885D4A13C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07950" y="3716338"/>
            <a:ext cx="8137525" cy="2592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de-DE" altLang="en-US" sz="1600"/>
              <a:t>Télégramme KNX = Titre + donnée utile</a:t>
            </a:r>
          </a:p>
          <a:p>
            <a:pPr eaLnBrk="1" hangingPunct="1"/>
            <a:endParaRPr lang="de-DE" altLang="en-US" sz="1600"/>
          </a:p>
          <a:p>
            <a:pPr lvl="1" eaLnBrk="1" hangingPunct="1"/>
            <a:r>
              <a:rPr lang="de-DE" altLang="en-US" sz="1600"/>
              <a:t>Titre = données spécifiques bus</a:t>
            </a:r>
          </a:p>
          <a:p>
            <a:pPr eaLnBrk="1" hangingPunct="1"/>
            <a:endParaRPr lang="de-DE" altLang="en-US" sz="2000"/>
          </a:p>
          <a:p>
            <a:pPr lvl="1" eaLnBrk="1" hangingPunct="1"/>
            <a:r>
              <a:rPr lang="de-DE" altLang="en-US" sz="1600"/>
              <a:t>Donnée utile = information sur l‘évenement (par ex. appui sur un bouton poussoir).</a:t>
            </a:r>
          </a:p>
          <a:p>
            <a:pPr eaLnBrk="1" hangingPunct="1"/>
            <a:endParaRPr lang="de-DE" altLang="en-US" sz="1600"/>
          </a:p>
          <a:p>
            <a:pPr eaLnBrk="1" hangingPunct="1"/>
            <a:r>
              <a:rPr lang="de-DE" altLang="en-US" sz="1600"/>
              <a:t>Un télégramme est constitué d‘une séquence de caractères</a:t>
            </a:r>
          </a:p>
          <a:p>
            <a:pPr eaLnBrk="1" hangingPunct="1"/>
            <a:endParaRPr lang="de-DE" altLang="en-US" sz="1600"/>
          </a:p>
          <a:p>
            <a:pPr eaLnBrk="1" hangingPunct="1"/>
            <a:endParaRPr lang="en-GB" altLang="en-US"/>
          </a:p>
        </p:txBody>
      </p:sp>
      <p:sp>
        <p:nvSpPr>
          <p:cNvPr id="4099" name="Title 2">
            <a:extLst>
              <a:ext uri="{FF2B5EF4-FFF2-40B4-BE49-F238E27FC236}">
                <a16:creationId xmlns:a16="http://schemas.microsoft.com/office/drawing/2014/main" id="{D1191590-2ABE-47B6-F653-4F836C9C85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Structure d’un télégramme</a:t>
            </a:r>
            <a:endParaRPr lang="en-GB" altLang="nl-BE" sz="2400"/>
          </a:p>
        </p:txBody>
      </p:sp>
      <p:sp>
        <p:nvSpPr>
          <p:cNvPr id="4100" name="Rectangle 68">
            <a:extLst>
              <a:ext uri="{FF2B5EF4-FFF2-40B4-BE49-F238E27FC236}">
                <a16:creationId xmlns:a16="http://schemas.microsoft.com/office/drawing/2014/main" id="{2F17F91E-F3FA-4215-17C9-D5CEF9C80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0488" y="2781300"/>
            <a:ext cx="1112838" cy="25082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de-DE" altLang="nl-BE" sz="1050" b="1" dirty="0">
                <a:solidFill>
                  <a:schemeClr val="tx2"/>
                </a:solidFill>
              </a:rPr>
              <a:t>1er </a:t>
            </a:r>
            <a:r>
              <a:rPr lang="de-DE" altLang="nl-BE" sz="1050" b="1" dirty="0" err="1">
                <a:solidFill>
                  <a:schemeClr val="tx2"/>
                </a:solidFill>
              </a:rPr>
              <a:t>caractère</a:t>
            </a:r>
            <a:endParaRPr lang="de-DE" altLang="nl-BE" sz="1050" b="1" dirty="0">
              <a:solidFill>
                <a:schemeClr val="tx2"/>
              </a:solidFill>
            </a:endParaRPr>
          </a:p>
        </p:txBody>
      </p:sp>
      <p:grpSp>
        <p:nvGrpSpPr>
          <p:cNvPr id="4101" name="Group 2">
            <a:extLst>
              <a:ext uri="{FF2B5EF4-FFF2-40B4-BE49-F238E27FC236}">
                <a16:creationId xmlns:a16="http://schemas.microsoft.com/office/drawing/2014/main" id="{6F51F3EB-C6DE-7644-8343-1E556F42051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700213"/>
            <a:ext cx="8929688" cy="720725"/>
            <a:chOff x="35492" y="1699662"/>
            <a:chExt cx="8928697" cy="722373"/>
          </a:xfrm>
        </p:grpSpPr>
        <p:grpSp>
          <p:nvGrpSpPr>
            <p:cNvPr id="3" name="Group 27">
              <a:extLst>
                <a:ext uri="{FF2B5EF4-FFF2-40B4-BE49-F238E27FC236}">
                  <a16:creationId xmlns:a16="http://schemas.microsoft.com/office/drawing/2014/main" id="{8D93D786-DDA6-F4CF-8C37-1AD90B50D8FB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29" name="Cube 28">
                <a:extLst>
                  <a:ext uri="{FF2B5EF4-FFF2-40B4-BE49-F238E27FC236}">
                    <a16:creationId xmlns:a16="http://schemas.microsoft.com/office/drawing/2014/main" id="{E9EF7DB4-413B-2C0A-26E4-109FF3EB2AAB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632FD1-EC26-3423-8BDC-EB4FDA6B41CF}"/>
                  </a:ext>
                </a:extLst>
              </p:cNvPr>
              <p:cNvSpPr txBox="1"/>
              <p:nvPr/>
            </p:nvSpPr>
            <p:spPr>
              <a:xfrm>
                <a:off x="2000184" y="2269020"/>
                <a:ext cx="1234326" cy="696368"/>
              </a:xfrm>
              <a:prstGeom prst="rect">
                <a:avLst/>
              </a:prstGeom>
              <a:grpFill/>
            </p:spPr>
            <p:txBody>
              <a:bodyPr lIns="0" tIns="46800" rIns="0" bIns="46800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Champ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contrôle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ED53EF9-E3F2-949D-931F-01CE10C40F1D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26" name="Cube 25">
                <a:extLst>
                  <a:ext uri="{FF2B5EF4-FFF2-40B4-BE49-F238E27FC236}">
                    <a16:creationId xmlns:a16="http://schemas.microsoft.com/office/drawing/2014/main" id="{A890914F-7FBE-E758-B7E5-676D765A4EA5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7BBF2C0-8522-3ACB-3D43-ED67EDDBFF37}"/>
                  </a:ext>
                </a:extLst>
              </p:cNvPr>
              <p:cNvSpPr txBox="1"/>
              <p:nvPr/>
            </p:nvSpPr>
            <p:spPr>
              <a:xfrm>
                <a:off x="2023697" y="2403081"/>
                <a:ext cx="1201493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CBA1FE27-C737-7184-191E-B1976343F413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24" name="Cube 23">
                <a:extLst>
                  <a:ext uri="{FF2B5EF4-FFF2-40B4-BE49-F238E27FC236}">
                    <a16:creationId xmlns:a16="http://schemas.microsoft.com/office/drawing/2014/main" id="{ECCEE4FD-0D05-7DBC-DA2F-B0675ADFE8B5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64C797-40F0-8758-9FBF-D26E380DFD9F}"/>
                  </a:ext>
                </a:extLst>
              </p:cNvPr>
              <p:cNvSpPr txBox="1"/>
              <p:nvPr/>
            </p:nvSpPr>
            <p:spPr>
              <a:xfrm>
                <a:off x="3751295" y="2390381"/>
                <a:ext cx="1118592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cible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 + 1 bit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355A95B0-0F87-092F-9143-30E5535CC7F8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2373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GB" sz="500" b="1">
                <a:solidFill>
                  <a:schemeClr val="bg1"/>
                </a:solidFill>
                <a:latin typeface="+mj-lt"/>
                <a:cs typeface="Arial" charset="0"/>
              </a:endParaRPr>
            </a:p>
            <a:p>
              <a:pPr algn="ctr">
                <a:defRPr/>
              </a:pP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Compteur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de </a:t>
              </a: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routage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3 bits</a:t>
              </a:r>
            </a:p>
          </p:txBody>
        </p:sp>
        <p:grpSp>
          <p:nvGrpSpPr>
            <p:cNvPr id="6" name="Group 33">
              <a:extLst>
                <a:ext uri="{FF2B5EF4-FFF2-40B4-BE49-F238E27FC236}">
                  <a16:creationId xmlns:a16="http://schemas.microsoft.com/office/drawing/2014/main" id="{7E7D9675-528B-67A4-F3D6-4CE2ECCBD293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34754BA1-2F20-813E-A56E-E4C4A0C28DEA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E99C26-504D-347D-6F62-4359FCA449A6}"/>
                  </a:ext>
                </a:extLst>
              </p:cNvPr>
              <p:cNvSpPr txBox="1"/>
              <p:nvPr/>
            </p:nvSpPr>
            <p:spPr>
              <a:xfrm>
                <a:off x="1930597" y="2403081"/>
                <a:ext cx="1254932" cy="50096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Longueur</a:t>
                </a: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A415FE-F0DD-364E-F7D2-7F4A170C7D58}"/>
                </a:ext>
              </a:extLst>
            </p:cNvPr>
            <p:cNvGrpSpPr/>
            <p:nvPr/>
          </p:nvGrpSpPr>
          <p:grpSpPr bwMode="auto">
            <a:xfrm>
              <a:off x="6117838" y="1699662"/>
              <a:ext cx="1626691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22" name="Cube 21">
                <a:extLst>
                  <a:ext uri="{FF2B5EF4-FFF2-40B4-BE49-F238E27FC236}">
                    <a16:creationId xmlns:a16="http://schemas.microsoft.com/office/drawing/2014/main" id="{7A2D6F62-548C-C5A6-285E-CD9D1DA10639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0A8FEC-7715-2635-FDCE-BCEA2D1AAFDD}"/>
                  </a:ext>
                </a:extLst>
              </p:cNvPr>
              <p:cNvSpPr txBox="1"/>
              <p:nvPr/>
            </p:nvSpPr>
            <p:spPr>
              <a:xfrm>
                <a:off x="6418916" y="2387240"/>
                <a:ext cx="1556547" cy="51507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Donnée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utile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Jusqu’à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16 x 1 byte</a:t>
                </a:r>
                <a:endParaRPr lang="nl-BE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8" name="Group 36">
              <a:extLst>
                <a:ext uri="{FF2B5EF4-FFF2-40B4-BE49-F238E27FC236}">
                  <a16:creationId xmlns:a16="http://schemas.microsoft.com/office/drawing/2014/main" id="{F541A0F6-BA99-FF1D-E812-BB9124BFEB7F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BF435AD0-D33E-9DE5-8F4A-D2F17CEF1046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17F38B-0BF6-518C-3CFE-BF4C51973A68}"/>
                  </a:ext>
                </a:extLst>
              </p:cNvPr>
              <p:cNvSpPr txBox="1"/>
              <p:nvPr/>
            </p:nvSpPr>
            <p:spPr>
              <a:xfrm>
                <a:off x="2038053" y="2330827"/>
                <a:ext cx="1350590" cy="587664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Octet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vérification</a:t>
                </a:r>
                <a:endParaRPr lang="nl-BE" sz="5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grpSp>
        <p:nvGrpSpPr>
          <p:cNvPr id="4102" name="Group 208">
            <a:extLst>
              <a:ext uri="{FF2B5EF4-FFF2-40B4-BE49-F238E27FC236}">
                <a16:creationId xmlns:a16="http://schemas.microsoft.com/office/drawing/2014/main" id="{8B904DA4-C0CF-0560-7D13-F0D6412E9789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2563813"/>
            <a:ext cx="8928100" cy="468312"/>
            <a:chOff x="107504" y="2564904"/>
            <a:chExt cx="8928992" cy="468040"/>
          </a:xfrm>
        </p:grpSpPr>
        <p:grpSp>
          <p:nvGrpSpPr>
            <p:cNvPr id="10" name="Group 200">
              <a:extLst>
                <a:ext uri="{FF2B5EF4-FFF2-40B4-BE49-F238E27FC236}">
                  <a16:creationId xmlns:a16="http://schemas.microsoft.com/office/drawing/2014/main" id="{BA04B6DA-602F-368E-7120-494B2F7DF6CE}"/>
                </a:ext>
              </a:extLst>
            </p:cNvPr>
            <p:cNvGrpSpPr/>
            <p:nvPr/>
          </p:nvGrpSpPr>
          <p:grpSpPr>
            <a:xfrm>
              <a:off x="107504" y="2636912"/>
              <a:ext cx="8627656" cy="166532"/>
              <a:chOff x="107504" y="2974586"/>
              <a:chExt cx="8627656" cy="166532"/>
            </a:xfrm>
            <a:solidFill>
              <a:srgbClr val="D6E3BC"/>
            </a:solidFill>
          </p:grpSpPr>
          <p:grpSp>
            <p:nvGrpSpPr>
              <p:cNvPr id="11" name="Group 33">
                <a:extLst>
                  <a:ext uri="{FF2B5EF4-FFF2-40B4-BE49-F238E27FC236}">
                    <a16:creationId xmlns:a16="http://schemas.microsoft.com/office/drawing/2014/main" id="{AD82BE49-2C58-8343-A6B7-7ED18F0C4C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504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2" name="Group 46">
                  <a:extLst>
                    <a:ext uri="{FF2B5EF4-FFF2-40B4-BE49-F238E27FC236}">
                      <a16:creationId xmlns:a16="http://schemas.microsoft.com/office/drawing/2014/main" id="{F10A54A4-93E0-C60A-6C01-930F4F1664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3BAE8E3D-93C8-D01A-9EC0-1A8DC646DCE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04D23E41-6EC0-43B1-D7EB-99DC8BC5DB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9D0D0434-ACA5-0AD0-C798-5D946EFF95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69537E10-C759-5BD9-993F-8CE380DF49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3" name="Group 47">
                  <a:extLst>
                    <a:ext uri="{FF2B5EF4-FFF2-40B4-BE49-F238E27FC236}">
                      <a16:creationId xmlns:a16="http://schemas.microsoft.com/office/drawing/2014/main" id="{DB612A08-8DBB-19C9-FA8A-7552EB1A91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470A7746-2EED-0AD5-478C-4E01A6521F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DF06E2E8-2D78-A717-1F06-BCB26A820B4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84BCC8F7-EAD0-152F-9ADD-568C43576D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10C0D9ED-5EBC-5A45-C838-C01532BA40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4" name="Group 33">
                <a:extLst>
                  <a:ext uri="{FF2B5EF4-FFF2-40B4-BE49-F238E27FC236}">
                    <a16:creationId xmlns:a16="http://schemas.microsoft.com/office/drawing/2014/main" id="{43097927-BB27-7CAD-3AE1-0540A0F76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5802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5" name="Group 46">
                  <a:extLst>
                    <a:ext uri="{FF2B5EF4-FFF2-40B4-BE49-F238E27FC236}">
                      <a16:creationId xmlns:a16="http://schemas.microsoft.com/office/drawing/2014/main" id="{B4A51D18-6891-B14F-D233-A5FA37C823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09" name="Cube 108">
                    <a:extLst>
                      <a:ext uri="{FF2B5EF4-FFF2-40B4-BE49-F238E27FC236}">
                        <a16:creationId xmlns:a16="http://schemas.microsoft.com/office/drawing/2014/main" id="{F5DFA2A3-B0C7-89C0-766A-BACD8013F9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0" name="Cube 109">
                    <a:extLst>
                      <a:ext uri="{FF2B5EF4-FFF2-40B4-BE49-F238E27FC236}">
                        <a16:creationId xmlns:a16="http://schemas.microsoft.com/office/drawing/2014/main" id="{933368BA-E29A-D358-E181-520F01983F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1" name="Cube 110">
                    <a:extLst>
                      <a:ext uri="{FF2B5EF4-FFF2-40B4-BE49-F238E27FC236}">
                        <a16:creationId xmlns:a16="http://schemas.microsoft.com/office/drawing/2014/main" id="{D201932E-67EA-8A61-8920-1843AE20DC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2" name="Cube 111">
                    <a:extLst>
                      <a:ext uri="{FF2B5EF4-FFF2-40B4-BE49-F238E27FC236}">
                        <a16:creationId xmlns:a16="http://schemas.microsoft.com/office/drawing/2014/main" id="{3D92F126-53D6-E00B-C163-249F29B6E3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6" name="Group 47">
                  <a:extLst>
                    <a:ext uri="{FF2B5EF4-FFF2-40B4-BE49-F238E27FC236}">
                      <a16:creationId xmlns:a16="http://schemas.microsoft.com/office/drawing/2014/main" id="{A2A7CA6D-EF8A-8DF4-70FC-45993623E6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05" name="Cube 104">
                    <a:extLst>
                      <a:ext uri="{FF2B5EF4-FFF2-40B4-BE49-F238E27FC236}">
                        <a16:creationId xmlns:a16="http://schemas.microsoft.com/office/drawing/2014/main" id="{0450D333-6B00-624A-A548-8103AFD2D6A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6" name="Cube 105">
                    <a:extLst>
                      <a:ext uri="{FF2B5EF4-FFF2-40B4-BE49-F238E27FC236}">
                        <a16:creationId xmlns:a16="http://schemas.microsoft.com/office/drawing/2014/main" id="{805B23E5-4085-2515-CA17-407BBDED2D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7" name="Cube 106">
                    <a:extLst>
                      <a:ext uri="{FF2B5EF4-FFF2-40B4-BE49-F238E27FC236}">
                        <a16:creationId xmlns:a16="http://schemas.microsoft.com/office/drawing/2014/main" id="{D2B0094F-7053-0E23-6CC5-58E766DCFF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8" name="Cube 107">
                    <a:extLst>
                      <a:ext uri="{FF2B5EF4-FFF2-40B4-BE49-F238E27FC236}">
                        <a16:creationId xmlns:a16="http://schemas.microsoft.com/office/drawing/2014/main" id="{C674CE25-F1BD-C559-080E-1036C9D6C35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7" name="Group 33">
                <a:extLst>
                  <a:ext uri="{FF2B5EF4-FFF2-40B4-BE49-F238E27FC236}">
                    <a16:creationId xmlns:a16="http://schemas.microsoft.com/office/drawing/2014/main" id="{9D4AFCD4-5049-EB28-AB43-1625B8EF42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4100" y="2974605"/>
                <a:ext cx="812976" cy="166513"/>
                <a:chOff x="3299235" y="854150"/>
                <a:chExt cx="2815417" cy="667080"/>
              </a:xfrm>
              <a:grpFill/>
            </p:grpSpPr>
            <p:grpSp>
              <p:nvGrpSpPr>
                <p:cNvPr id="18" name="Group 46">
                  <a:extLst>
                    <a:ext uri="{FF2B5EF4-FFF2-40B4-BE49-F238E27FC236}">
                      <a16:creationId xmlns:a16="http://schemas.microsoft.com/office/drawing/2014/main" id="{4A3DFBE2-0BDE-2D48-3364-A1BE269325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20" name="Cube 119">
                    <a:extLst>
                      <a:ext uri="{FF2B5EF4-FFF2-40B4-BE49-F238E27FC236}">
                        <a16:creationId xmlns:a16="http://schemas.microsoft.com/office/drawing/2014/main" id="{492CE869-9B87-2CC1-DB33-9B9EB34140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1" name="Cube 120">
                    <a:extLst>
                      <a:ext uri="{FF2B5EF4-FFF2-40B4-BE49-F238E27FC236}">
                        <a16:creationId xmlns:a16="http://schemas.microsoft.com/office/drawing/2014/main" id="{3B14725E-4F6C-E530-FAC1-6CC6D40CDA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2" name="Cube 121">
                    <a:extLst>
                      <a:ext uri="{FF2B5EF4-FFF2-40B4-BE49-F238E27FC236}">
                        <a16:creationId xmlns:a16="http://schemas.microsoft.com/office/drawing/2014/main" id="{2C478623-3F0F-217C-CA98-9E8395D270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3" name="Cube 122">
                    <a:extLst>
                      <a:ext uri="{FF2B5EF4-FFF2-40B4-BE49-F238E27FC236}">
                        <a16:creationId xmlns:a16="http://schemas.microsoft.com/office/drawing/2014/main" id="{E0F217B8-67BA-4B0E-1FFA-C39409D29D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9" name="Group 47">
                  <a:extLst>
                    <a:ext uri="{FF2B5EF4-FFF2-40B4-BE49-F238E27FC236}">
                      <a16:creationId xmlns:a16="http://schemas.microsoft.com/office/drawing/2014/main" id="{7E85EA38-5C5B-8123-0A47-0160CBFBEC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049" y="854150"/>
                  <a:ext cx="1463603" cy="667080"/>
                  <a:chOff x="188086" y="4127575"/>
                  <a:chExt cx="1463582" cy="667080"/>
                </a:xfrm>
                <a:grpFill/>
              </p:grpSpPr>
              <p:sp>
                <p:nvSpPr>
                  <p:cNvPr id="116" name="Cube 115">
                    <a:extLst>
                      <a:ext uri="{FF2B5EF4-FFF2-40B4-BE49-F238E27FC236}">
                        <a16:creationId xmlns:a16="http://schemas.microsoft.com/office/drawing/2014/main" id="{B9367F81-32F2-E1D6-D9EC-B06F41A02F5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6" y="4127575"/>
                    <a:ext cx="464357" cy="667080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7" name="Cube 116">
                    <a:extLst>
                      <a:ext uri="{FF2B5EF4-FFF2-40B4-BE49-F238E27FC236}">
                        <a16:creationId xmlns:a16="http://schemas.microsoft.com/office/drawing/2014/main" id="{A122E72E-11BE-CF7B-4301-D70B730FFF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8" name="Cube 117">
                    <a:extLst>
                      <a:ext uri="{FF2B5EF4-FFF2-40B4-BE49-F238E27FC236}">
                        <a16:creationId xmlns:a16="http://schemas.microsoft.com/office/drawing/2014/main" id="{967BD9F4-6B98-9907-E2EE-E6E0ABFCB3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9" name="Cube 118">
                    <a:extLst>
                      <a:ext uri="{FF2B5EF4-FFF2-40B4-BE49-F238E27FC236}">
                        <a16:creationId xmlns:a16="http://schemas.microsoft.com/office/drawing/2014/main" id="{AF66FDC9-B53D-77E7-7BE7-0FDA7E11D6D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20" name="Group 33">
                <a:extLst>
                  <a:ext uri="{FF2B5EF4-FFF2-40B4-BE49-F238E27FC236}">
                    <a16:creationId xmlns:a16="http://schemas.microsoft.com/office/drawing/2014/main" id="{C8718132-DDE2-194A-AEEF-AA6FDEEB68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2398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21" name="Group 46">
                  <a:extLst>
                    <a:ext uri="{FF2B5EF4-FFF2-40B4-BE49-F238E27FC236}">
                      <a16:creationId xmlns:a16="http://schemas.microsoft.com/office/drawing/2014/main" id="{F4541D54-1CFC-31A9-9152-42200690E5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31" name="Cube 130">
                    <a:extLst>
                      <a:ext uri="{FF2B5EF4-FFF2-40B4-BE49-F238E27FC236}">
                        <a16:creationId xmlns:a16="http://schemas.microsoft.com/office/drawing/2014/main" id="{7918CD89-2696-7274-F177-4DBED26617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2" name="Cube 131">
                    <a:extLst>
                      <a:ext uri="{FF2B5EF4-FFF2-40B4-BE49-F238E27FC236}">
                        <a16:creationId xmlns:a16="http://schemas.microsoft.com/office/drawing/2014/main" id="{C47196C9-5EEA-6223-4744-5B1ADC54FF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3" name="Cube 132">
                    <a:extLst>
                      <a:ext uri="{FF2B5EF4-FFF2-40B4-BE49-F238E27FC236}">
                        <a16:creationId xmlns:a16="http://schemas.microsoft.com/office/drawing/2014/main" id="{E306ECC2-703C-D5FC-0376-F0B8083A19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4" name="Cube 133">
                    <a:extLst>
                      <a:ext uri="{FF2B5EF4-FFF2-40B4-BE49-F238E27FC236}">
                        <a16:creationId xmlns:a16="http://schemas.microsoft.com/office/drawing/2014/main" id="{28A026AC-BDC9-2818-5582-1AA80B1BADD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28" name="Group 47">
                  <a:extLst>
                    <a:ext uri="{FF2B5EF4-FFF2-40B4-BE49-F238E27FC236}">
                      <a16:creationId xmlns:a16="http://schemas.microsoft.com/office/drawing/2014/main" id="{4B993ADB-5452-BB64-7A7E-A504B9166D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27" name="Cube 126">
                    <a:extLst>
                      <a:ext uri="{FF2B5EF4-FFF2-40B4-BE49-F238E27FC236}">
                        <a16:creationId xmlns:a16="http://schemas.microsoft.com/office/drawing/2014/main" id="{D496B102-CF9A-FE03-56FA-9B90108DC2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8" name="Cube 127">
                    <a:extLst>
                      <a:ext uri="{FF2B5EF4-FFF2-40B4-BE49-F238E27FC236}">
                        <a16:creationId xmlns:a16="http://schemas.microsoft.com/office/drawing/2014/main" id="{0E7A58B4-B1C1-4972-71C4-E21F351A28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9" name="Cube 128">
                    <a:extLst>
                      <a:ext uri="{FF2B5EF4-FFF2-40B4-BE49-F238E27FC236}">
                        <a16:creationId xmlns:a16="http://schemas.microsoft.com/office/drawing/2014/main" id="{AE4792CA-103C-B0B7-97A0-A079DC6204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0" name="Cube 129">
                    <a:extLst>
                      <a:ext uri="{FF2B5EF4-FFF2-40B4-BE49-F238E27FC236}">
                        <a16:creationId xmlns:a16="http://schemas.microsoft.com/office/drawing/2014/main" id="{0CD29AB8-E0C0-0000-B190-138AD162F5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31" name="Group 33">
                <a:extLst>
                  <a:ext uri="{FF2B5EF4-FFF2-40B4-BE49-F238E27FC236}">
                    <a16:creationId xmlns:a16="http://schemas.microsoft.com/office/drawing/2014/main" id="{D4AADB93-F94A-A847-D259-9B7431F1A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0696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33" name="Group 46">
                  <a:extLst>
                    <a:ext uri="{FF2B5EF4-FFF2-40B4-BE49-F238E27FC236}">
                      <a16:creationId xmlns:a16="http://schemas.microsoft.com/office/drawing/2014/main" id="{04DE9DC5-757B-31A1-299F-B80B48FC4B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42" name="Cube 141">
                    <a:extLst>
                      <a:ext uri="{FF2B5EF4-FFF2-40B4-BE49-F238E27FC236}">
                        <a16:creationId xmlns:a16="http://schemas.microsoft.com/office/drawing/2014/main" id="{E4FF2A28-D0FF-C982-9054-DE4E380182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3" name="Cube 142">
                    <a:extLst>
                      <a:ext uri="{FF2B5EF4-FFF2-40B4-BE49-F238E27FC236}">
                        <a16:creationId xmlns:a16="http://schemas.microsoft.com/office/drawing/2014/main" id="{4E2A03CF-D9BA-0BAC-1F11-54BD36EC8C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4" name="Cube 143">
                    <a:extLst>
                      <a:ext uri="{FF2B5EF4-FFF2-40B4-BE49-F238E27FC236}">
                        <a16:creationId xmlns:a16="http://schemas.microsoft.com/office/drawing/2014/main" id="{FA677924-FB91-AE9B-0449-4AD32EF07B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5" name="Cube 144">
                    <a:extLst>
                      <a:ext uri="{FF2B5EF4-FFF2-40B4-BE49-F238E27FC236}">
                        <a16:creationId xmlns:a16="http://schemas.microsoft.com/office/drawing/2014/main" id="{8FC79F2B-44C0-A4FF-AAC3-AB0CF4EF50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34" name="Group 47">
                  <a:extLst>
                    <a:ext uri="{FF2B5EF4-FFF2-40B4-BE49-F238E27FC236}">
                      <a16:creationId xmlns:a16="http://schemas.microsoft.com/office/drawing/2014/main" id="{9F2169CA-98DD-03F7-B85D-AE3205735B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38" name="Cube 137">
                    <a:extLst>
                      <a:ext uri="{FF2B5EF4-FFF2-40B4-BE49-F238E27FC236}">
                        <a16:creationId xmlns:a16="http://schemas.microsoft.com/office/drawing/2014/main" id="{D7456283-559A-9D49-A6B9-48B48B82A2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9" name="Cube 138">
                    <a:extLst>
                      <a:ext uri="{FF2B5EF4-FFF2-40B4-BE49-F238E27FC236}">
                        <a16:creationId xmlns:a16="http://schemas.microsoft.com/office/drawing/2014/main" id="{472A60E0-C5F0-61A2-24E2-662045983E6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0" name="Cube 139">
                    <a:extLst>
                      <a:ext uri="{FF2B5EF4-FFF2-40B4-BE49-F238E27FC236}">
                        <a16:creationId xmlns:a16="http://schemas.microsoft.com/office/drawing/2014/main" id="{18EB4B14-52F9-58F6-AC9A-370BA0B756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1" name="Cube 140">
                    <a:extLst>
                      <a:ext uri="{FF2B5EF4-FFF2-40B4-BE49-F238E27FC236}">
                        <a16:creationId xmlns:a16="http://schemas.microsoft.com/office/drawing/2014/main" id="{E802AA6A-D149-99DA-20BB-15814A130B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37" name="Group 33">
                <a:extLst>
                  <a:ext uri="{FF2B5EF4-FFF2-40B4-BE49-F238E27FC236}">
                    <a16:creationId xmlns:a16="http://schemas.microsoft.com/office/drawing/2014/main" id="{C97DEC36-80FD-213A-6625-501D1FE7B5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8994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40" name="Group 46">
                  <a:extLst>
                    <a:ext uri="{FF2B5EF4-FFF2-40B4-BE49-F238E27FC236}">
                      <a16:creationId xmlns:a16="http://schemas.microsoft.com/office/drawing/2014/main" id="{F6A647AC-208A-646F-3264-6A31B5CB1E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53" name="Cube 152">
                    <a:extLst>
                      <a:ext uri="{FF2B5EF4-FFF2-40B4-BE49-F238E27FC236}">
                        <a16:creationId xmlns:a16="http://schemas.microsoft.com/office/drawing/2014/main" id="{36D90893-45D6-5E4B-A36E-6FABB8D246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4" name="Cube 153">
                    <a:extLst>
                      <a:ext uri="{FF2B5EF4-FFF2-40B4-BE49-F238E27FC236}">
                        <a16:creationId xmlns:a16="http://schemas.microsoft.com/office/drawing/2014/main" id="{8510BEE1-AAA5-F928-4448-BF9F927C15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5" name="Cube 154">
                    <a:extLst>
                      <a:ext uri="{FF2B5EF4-FFF2-40B4-BE49-F238E27FC236}">
                        <a16:creationId xmlns:a16="http://schemas.microsoft.com/office/drawing/2014/main" id="{5A95F316-C200-FCBC-55D6-63500BB5BB2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6" name="Cube 155">
                    <a:extLst>
                      <a:ext uri="{FF2B5EF4-FFF2-40B4-BE49-F238E27FC236}">
                        <a16:creationId xmlns:a16="http://schemas.microsoft.com/office/drawing/2014/main" id="{579704FF-F74A-E863-824E-95AF9168FE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41" name="Group 47">
                  <a:extLst>
                    <a:ext uri="{FF2B5EF4-FFF2-40B4-BE49-F238E27FC236}">
                      <a16:creationId xmlns:a16="http://schemas.microsoft.com/office/drawing/2014/main" id="{392C2AB4-9E0F-442F-B15E-FDF705AC85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49" name="Cube 148">
                    <a:extLst>
                      <a:ext uri="{FF2B5EF4-FFF2-40B4-BE49-F238E27FC236}">
                        <a16:creationId xmlns:a16="http://schemas.microsoft.com/office/drawing/2014/main" id="{A0EDB2AB-A169-46B4-51B6-02E718DBCA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0" name="Cube 149">
                    <a:extLst>
                      <a:ext uri="{FF2B5EF4-FFF2-40B4-BE49-F238E27FC236}">
                        <a16:creationId xmlns:a16="http://schemas.microsoft.com/office/drawing/2014/main" id="{12E2D05A-0E90-FFD9-7F86-2D563ECFDCE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1" name="Cube 150">
                    <a:extLst>
                      <a:ext uri="{FF2B5EF4-FFF2-40B4-BE49-F238E27FC236}">
                        <a16:creationId xmlns:a16="http://schemas.microsoft.com/office/drawing/2014/main" id="{A921721B-752F-E16B-613F-C9944CC8B06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2" name="Cube 151">
                    <a:extLst>
                      <a:ext uri="{FF2B5EF4-FFF2-40B4-BE49-F238E27FC236}">
                        <a16:creationId xmlns:a16="http://schemas.microsoft.com/office/drawing/2014/main" id="{F073DA3D-D828-BB46-C917-B5C1AB0B8A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42" name="Group 33">
                <a:extLst>
                  <a:ext uri="{FF2B5EF4-FFF2-40B4-BE49-F238E27FC236}">
                    <a16:creationId xmlns:a16="http://schemas.microsoft.com/office/drawing/2014/main" id="{E7A5B1F7-7D5D-1FE5-1723-224A619DBE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17292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43" name="Group 46">
                  <a:extLst>
                    <a:ext uri="{FF2B5EF4-FFF2-40B4-BE49-F238E27FC236}">
                      <a16:creationId xmlns:a16="http://schemas.microsoft.com/office/drawing/2014/main" id="{E5BCF7EF-6BFA-1186-EFCE-A6990E2E6C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64" name="Cube 163">
                    <a:extLst>
                      <a:ext uri="{FF2B5EF4-FFF2-40B4-BE49-F238E27FC236}">
                        <a16:creationId xmlns:a16="http://schemas.microsoft.com/office/drawing/2014/main" id="{03D8456B-08BD-5A62-5824-D34545C121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5" name="Cube 164">
                    <a:extLst>
                      <a:ext uri="{FF2B5EF4-FFF2-40B4-BE49-F238E27FC236}">
                        <a16:creationId xmlns:a16="http://schemas.microsoft.com/office/drawing/2014/main" id="{0911C9E7-8350-A577-57D6-6A6A09C495D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6" name="Cube 165">
                    <a:extLst>
                      <a:ext uri="{FF2B5EF4-FFF2-40B4-BE49-F238E27FC236}">
                        <a16:creationId xmlns:a16="http://schemas.microsoft.com/office/drawing/2014/main" id="{93250A7C-9C17-722F-859C-31E9F0C443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7" name="Cube 166">
                    <a:extLst>
                      <a:ext uri="{FF2B5EF4-FFF2-40B4-BE49-F238E27FC236}">
                        <a16:creationId xmlns:a16="http://schemas.microsoft.com/office/drawing/2014/main" id="{BAF267F9-5CFA-12C7-7729-701DB39380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44" name="Group 47">
                  <a:extLst>
                    <a:ext uri="{FF2B5EF4-FFF2-40B4-BE49-F238E27FC236}">
                      <a16:creationId xmlns:a16="http://schemas.microsoft.com/office/drawing/2014/main" id="{0BEF47BB-1BF1-BE5B-61AB-5FBC9D1A82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60" name="Cube 159">
                    <a:extLst>
                      <a:ext uri="{FF2B5EF4-FFF2-40B4-BE49-F238E27FC236}">
                        <a16:creationId xmlns:a16="http://schemas.microsoft.com/office/drawing/2014/main" id="{F0B0AEE9-C299-70E9-C14F-E8C7FA9027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1" name="Cube 160">
                    <a:extLst>
                      <a:ext uri="{FF2B5EF4-FFF2-40B4-BE49-F238E27FC236}">
                        <a16:creationId xmlns:a16="http://schemas.microsoft.com/office/drawing/2014/main" id="{AC52E275-5724-7452-F91C-76EF331721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2" name="Cube 161">
                    <a:extLst>
                      <a:ext uri="{FF2B5EF4-FFF2-40B4-BE49-F238E27FC236}">
                        <a16:creationId xmlns:a16="http://schemas.microsoft.com/office/drawing/2014/main" id="{83B09384-B364-5C0E-9581-5A4E95C80E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3" name="Cube 162">
                    <a:extLst>
                      <a:ext uri="{FF2B5EF4-FFF2-40B4-BE49-F238E27FC236}">
                        <a16:creationId xmlns:a16="http://schemas.microsoft.com/office/drawing/2014/main" id="{C68FAD9A-864D-BA6D-9C81-707E1E647B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45" name="Group 33">
                <a:extLst>
                  <a:ext uri="{FF2B5EF4-FFF2-40B4-BE49-F238E27FC236}">
                    <a16:creationId xmlns:a16="http://schemas.microsoft.com/office/drawing/2014/main" id="{690BAB56-077A-78E0-A72E-9F5761588C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85590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46" name="Group 46">
                  <a:extLst>
                    <a:ext uri="{FF2B5EF4-FFF2-40B4-BE49-F238E27FC236}">
                      <a16:creationId xmlns:a16="http://schemas.microsoft.com/office/drawing/2014/main" id="{0A6EA8A6-0DC8-D487-51BD-2B638F1612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75" name="Cube 174">
                    <a:extLst>
                      <a:ext uri="{FF2B5EF4-FFF2-40B4-BE49-F238E27FC236}">
                        <a16:creationId xmlns:a16="http://schemas.microsoft.com/office/drawing/2014/main" id="{A5BF0A40-3B4C-9479-3A5C-45030A941B3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6" name="Cube 175">
                    <a:extLst>
                      <a:ext uri="{FF2B5EF4-FFF2-40B4-BE49-F238E27FC236}">
                        <a16:creationId xmlns:a16="http://schemas.microsoft.com/office/drawing/2014/main" id="{594730D0-58DB-B3E7-A4A3-89D4AF4BF5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7" name="Cube 176">
                    <a:extLst>
                      <a:ext uri="{FF2B5EF4-FFF2-40B4-BE49-F238E27FC236}">
                        <a16:creationId xmlns:a16="http://schemas.microsoft.com/office/drawing/2014/main" id="{73F031C3-9A82-3AC4-A733-20B325377E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8" name="Cube 177">
                    <a:extLst>
                      <a:ext uri="{FF2B5EF4-FFF2-40B4-BE49-F238E27FC236}">
                        <a16:creationId xmlns:a16="http://schemas.microsoft.com/office/drawing/2014/main" id="{F5C993B4-8AAA-FDA1-9166-B4F359D60E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47" name="Group 47">
                  <a:extLst>
                    <a:ext uri="{FF2B5EF4-FFF2-40B4-BE49-F238E27FC236}">
                      <a16:creationId xmlns:a16="http://schemas.microsoft.com/office/drawing/2014/main" id="{E7900814-B202-B127-E000-2A41EEDE99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71" name="Cube 170">
                    <a:extLst>
                      <a:ext uri="{FF2B5EF4-FFF2-40B4-BE49-F238E27FC236}">
                        <a16:creationId xmlns:a16="http://schemas.microsoft.com/office/drawing/2014/main" id="{59D71647-495D-2B9D-F66A-0CB46F8AEF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2" name="Cube 171">
                    <a:extLst>
                      <a:ext uri="{FF2B5EF4-FFF2-40B4-BE49-F238E27FC236}">
                        <a16:creationId xmlns:a16="http://schemas.microsoft.com/office/drawing/2014/main" id="{187AF0EB-59F6-40F1-C02C-67B23064A1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3" name="Cube 172">
                    <a:extLst>
                      <a:ext uri="{FF2B5EF4-FFF2-40B4-BE49-F238E27FC236}">
                        <a16:creationId xmlns:a16="http://schemas.microsoft.com/office/drawing/2014/main" id="{D970D5D5-0983-6714-E45D-0AADD8185A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4" name="Cube 173">
                    <a:extLst>
                      <a:ext uri="{FF2B5EF4-FFF2-40B4-BE49-F238E27FC236}">
                        <a16:creationId xmlns:a16="http://schemas.microsoft.com/office/drawing/2014/main" id="{114E03CE-D9D4-F14A-ED97-1E9C4124B1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48" name="Group 33">
                <a:extLst>
                  <a:ext uri="{FF2B5EF4-FFF2-40B4-BE49-F238E27FC236}">
                    <a16:creationId xmlns:a16="http://schemas.microsoft.com/office/drawing/2014/main" id="{6ADA1C45-DC1B-EED2-24BD-A168E538E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53888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49" name="Group 46">
                  <a:extLst>
                    <a:ext uri="{FF2B5EF4-FFF2-40B4-BE49-F238E27FC236}">
                      <a16:creationId xmlns:a16="http://schemas.microsoft.com/office/drawing/2014/main" id="{C5EE6130-AC27-1E50-37C1-9BB9C39D55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86" name="Cube 185">
                    <a:extLst>
                      <a:ext uri="{FF2B5EF4-FFF2-40B4-BE49-F238E27FC236}">
                        <a16:creationId xmlns:a16="http://schemas.microsoft.com/office/drawing/2014/main" id="{0BF63EC2-75FB-0E8A-28A8-DBFCCCCEF0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7" name="Cube 186">
                    <a:extLst>
                      <a:ext uri="{FF2B5EF4-FFF2-40B4-BE49-F238E27FC236}">
                        <a16:creationId xmlns:a16="http://schemas.microsoft.com/office/drawing/2014/main" id="{DB478D68-2C2E-D08F-3307-8770B900936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8" name="Cube 187">
                    <a:extLst>
                      <a:ext uri="{FF2B5EF4-FFF2-40B4-BE49-F238E27FC236}">
                        <a16:creationId xmlns:a16="http://schemas.microsoft.com/office/drawing/2014/main" id="{F5088380-9D3D-518A-9C5E-D69BAB05FD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9" name="Cube 188">
                    <a:extLst>
                      <a:ext uri="{FF2B5EF4-FFF2-40B4-BE49-F238E27FC236}">
                        <a16:creationId xmlns:a16="http://schemas.microsoft.com/office/drawing/2014/main" id="{A6A0D333-09E1-4433-AB6D-D037C1CDA7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50" name="Group 47">
                  <a:extLst>
                    <a:ext uri="{FF2B5EF4-FFF2-40B4-BE49-F238E27FC236}">
                      <a16:creationId xmlns:a16="http://schemas.microsoft.com/office/drawing/2014/main" id="{4DDE04F5-E826-E96A-5B95-4456466DED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82" name="Cube 181">
                    <a:extLst>
                      <a:ext uri="{FF2B5EF4-FFF2-40B4-BE49-F238E27FC236}">
                        <a16:creationId xmlns:a16="http://schemas.microsoft.com/office/drawing/2014/main" id="{5A8CF1BD-6F6A-53D1-F5FA-F3A2187ED44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3" name="Cube 182">
                    <a:extLst>
                      <a:ext uri="{FF2B5EF4-FFF2-40B4-BE49-F238E27FC236}">
                        <a16:creationId xmlns:a16="http://schemas.microsoft.com/office/drawing/2014/main" id="{0420EB96-6BD9-1E0B-93F6-CA757670F93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4" name="Cube 183">
                    <a:extLst>
                      <a:ext uri="{FF2B5EF4-FFF2-40B4-BE49-F238E27FC236}">
                        <a16:creationId xmlns:a16="http://schemas.microsoft.com/office/drawing/2014/main" id="{58E675CF-3091-1B1B-47B7-D46D828D3C8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5" name="Cube 184">
                    <a:extLst>
                      <a:ext uri="{FF2B5EF4-FFF2-40B4-BE49-F238E27FC236}">
                        <a16:creationId xmlns:a16="http://schemas.microsoft.com/office/drawing/2014/main" id="{A412F7EB-BA70-14BE-8632-4D726F68883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51" name="Group 33">
                <a:extLst>
                  <a:ext uri="{FF2B5EF4-FFF2-40B4-BE49-F238E27FC236}">
                    <a16:creationId xmlns:a16="http://schemas.microsoft.com/office/drawing/2014/main" id="{D8CF6B47-DE1E-D8B7-64D1-69E09BA37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2184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52" name="Group 46">
                  <a:extLst>
                    <a:ext uri="{FF2B5EF4-FFF2-40B4-BE49-F238E27FC236}">
                      <a16:creationId xmlns:a16="http://schemas.microsoft.com/office/drawing/2014/main" id="{A4A63B9C-EAE0-96CC-7F9C-74C2685485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97" name="Cube 196">
                    <a:extLst>
                      <a:ext uri="{FF2B5EF4-FFF2-40B4-BE49-F238E27FC236}">
                        <a16:creationId xmlns:a16="http://schemas.microsoft.com/office/drawing/2014/main" id="{AEC1B0DB-BFA5-5C4C-9E4B-CD77DDA211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8" name="Cube 197">
                    <a:extLst>
                      <a:ext uri="{FF2B5EF4-FFF2-40B4-BE49-F238E27FC236}">
                        <a16:creationId xmlns:a16="http://schemas.microsoft.com/office/drawing/2014/main" id="{F1AF2D8D-F68F-B20B-CA38-932610F1781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9" name="Cube 198">
                    <a:extLst>
                      <a:ext uri="{FF2B5EF4-FFF2-40B4-BE49-F238E27FC236}">
                        <a16:creationId xmlns:a16="http://schemas.microsoft.com/office/drawing/2014/main" id="{18F17A8B-A7E8-0BDB-A85B-A1B8AC9AD1A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200" name="Cube 199">
                    <a:extLst>
                      <a:ext uri="{FF2B5EF4-FFF2-40B4-BE49-F238E27FC236}">
                        <a16:creationId xmlns:a16="http://schemas.microsoft.com/office/drawing/2014/main" id="{75E5761E-B5A0-C1C9-E426-8A3FB17703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53" name="Group 47">
                  <a:extLst>
                    <a:ext uri="{FF2B5EF4-FFF2-40B4-BE49-F238E27FC236}">
                      <a16:creationId xmlns:a16="http://schemas.microsoft.com/office/drawing/2014/main" id="{615E7EBF-7764-5872-6744-377C232E9C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93" name="Cube 192">
                    <a:extLst>
                      <a:ext uri="{FF2B5EF4-FFF2-40B4-BE49-F238E27FC236}">
                        <a16:creationId xmlns:a16="http://schemas.microsoft.com/office/drawing/2014/main" id="{A8F91CB3-F74B-19B6-18FF-E5F0710C89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4" name="Cube 193">
                    <a:extLst>
                      <a:ext uri="{FF2B5EF4-FFF2-40B4-BE49-F238E27FC236}">
                        <a16:creationId xmlns:a16="http://schemas.microsoft.com/office/drawing/2014/main" id="{C317394D-3563-E37A-2337-57CD654A69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5" name="Cube 194">
                    <a:extLst>
                      <a:ext uri="{FF2B5EF4-FFF2-40B4-BE49-F238E27FC236}">
                        <a16:creationId xmlns:a16="http://schemas.microsoft.com/office/drawing/2014/main" id="{6C8AFC5D-20AD-4EEB-9C76-A89D1ECDD6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6" name="Cube 195">
                    <a:extLst>
                      <a:ext uri="{FF2B5EF4-FFF2-40B4-BE49-F238E27FC236}">
                        <a16:creationId xmlns:a16="http://schemas.microsoft.com/office/drawing/2014/main" id="{D7B9CD1C-6D01-8E4C-D98B-54F9649DE1C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</p:grpSp>
        <p:sp>
          <p:nvSpPr>
            <p:cNvPr id="4105" name="Rectangle 68">
              <a:extLst>
                <a:ext uri="{FF2B5EF4-FFF2-40B4-BE49-F238E27FC236}">
                  <a16:creationId xmlns:a16="http://schemas.microsoft.com/office/drawing/2014/main" id="{1B46B855-D336-9B63-19C8-60DC1D17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104" y="2782265"/>
              <a:ext cx="1255837" cy="250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87313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de-DE" altLang="nl-BE" sz="1050" b="1">
                  <a:solidFill>
                    <a:schemeClr val="tx2"/>
                  </a:solidFill>
                </a:rPr>
                <a:t>2ème </a:t>
              </a:r>
              <a:r>
                <a:rPr lang="de-DE" altLang="nl-BE" sz="1050" b="1" err="1">
                  <a:solidFill>
                    <a:schemeClr val="tx2"/>
                  </a:solidFill>
                </a:rPr>
                <a:t>caractère</a:t>
              </a:r>
              <a:endParaRPr lang="de-DE" altLang="nl-BE" sz="1050" b="1">
                <a:solidFill>
                  <a:schemeClr val="tx2"/>
                </a:solidFill>
              </a:endParaRPr>
            </a:p>
          </p:txBody>
        </p:sp>
        <p:sp>
          <p:nvSpPr>
            <p:cNvPr id="4106" name="Rectangle 68">
              <a:extLst>
                <a:ext uri="{FF2B5EF4-FFF2-40B4-BE49-F238E27FC236}">
                  <a16:creationId xmlns:a16="http://schemas.microsoft.com/office/drawing/2014/main" id="{87488D0D-51FE-9C79-3A8B-29EA265D8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091" y="2782265"/>
              <a:ext cx="1255838" cy="250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87313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de-DE" altLang="nl-BE" sz="1050" b="1">
                  <a:solidFill>
                    <a:schemeClr val="tx2"/>
                  </a:solidFill>
                </a:rPr>
                <a:t>3ème </a:t>
              </a:r>
              <a:r>
                <a:rPr lang="de-DE" altLang="nl-BE" sz="1050" b="1" err="1">
                  <a:solidFill>
                    <a:schemeClr val="tx2"/>
                  </a:solidFill>
                </a:rPr>
                <a:t>caractère</a:t>
              </a:r>
              <a:endParaRPr lang="de-DE" altLang="nl-BE" sz="1050" b="1">
                <a:solidFill>
                  <a:schemeClr val="tx2"/>
                </a:solidFill>
              </a:endParaRPr>
            </a:p>
          </p:txBody>
        </p:sp>
        <p:sp>
          <p:nvSpPr>
            <p:cNvPr id="4107" name="Rectangle 68">
              <a:extLst>
                <a:ext uri="{FF2B5EF4-FFF2-40B4-BE49-F238E27FC236}">
                  <a16:creationId xmlns:a16="http://schemas.microsoft.com/office/drawing/2014/main" id="{5C42B2D6-97DB-A2B2-B078-65AFDE7E7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563" y="2760423"/>
              <a:ext cx="41229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87313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nl-BE" sz="1100" b="1">
                  <a:solidFill>
                    <a:schemeClr val="tx2"/>
                  </a:solidFill>
                </a:rPr>
                <a:t>…</a:t>
              </a:r>
            </a:p>
          </p:txBody>
        </p:sp>
        <p:sp>
          <p:nvSpPr>
            <p:cNvPr id="4108" name="Rectangle 68">
              <a:extLst>
                <a:ext uri="{FF2B5EF4-FFF2-40B4-BE49-F238E27FC236}">
                  <a16:creationId xmlns:a16="http://schemas.microsoft.com/office/drawing/2014/main" id="{0767E915-7415-E34E-02AF-92FE8F983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6456" y="2564904"/>
              <a:ext cx="3600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marL="87313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nl-BE" sz="1100" b="1">
                  <a:solidFill>
                    <a:schemeClr val="tx2"/>
                  </a:solidFill>
                </a:rPr>
                <a:t>…</a:t>
              </a:r>
            </a:p>
          </p:txBody>
        </p:sp>
      </p:grpSp>
      <p:pic>
        <p:nvPicPr>
          <p:cNvPr id="4103" name="Picture 2" descr="Z:\Icons, symbols\magnifying glass.png">
            <a:extLst>
              <a:ext uri="{FF2B5EF4-FFF2-40B4-BE49-F238E27FC236}">
                <a16:creationId xmlns:a16="http://schemas.microsoft.com/office/drawing/2014/main" id="{4043EB80-345D-CF9B-3AD5-B499B1497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2281238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arallelogram 8">
            <a:extLst>
              <a:ext uri="{FF2B5EF4-FFF2-40B4-BE49-F238E27FC236}">
                <a16:creationId xmlns:a16="http://schemas.microsoft.com/office/drawing/2014/main" id="{5CE008F1-2EBC-36ED-E875-4871EA745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1962150"/>
            <a:ext cx="9193213" cy="333375"/>
          </a:xfrm>
          <a:prstGeom prst="parallelogram">
            <a:avLst>
              <a:gd name="adj" fmla="val 105964"/>
            </a:avLst>
          </a:prstGeom>
          <a:solidFill>
            <a:srgbClr val="D6E3BC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600" b="1"/>
          </a:p>
        </p:txBody>
      </p:sp>
      <p:sp>
        <p:nvSpPr>
          <p:cNvPr id="5123" name="Title 2">
            <a:extLst>
              <a:ext uri="{FF2B5EF4-FFF2-40B4-BE49-F238E27FC236}">
                <a16:creationId xmlns:a16="http://schemas.microsoft.com/office/drawing/2014/main" id="{CD3AC59F-C684-B906-23F1-D19EE41F701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Télégramme – temps requis</a:t>
            </a:r>
            <a:endParaRPr lang="en-GB" altLang="nl-BE" sz="2400"/>
          </a:p>
        </p:txBody>
      </p:sp>
      <p:grpSp>
        <p:nvGrpSpPr>
          <p:cNvPr id="5124" name="Group 105">
            <a:extLst>
              <a:ext uri="{FF2B5EF4-FFF2-40B4-BE49-F238E27FC236}">
                <a16:creationId xmlns:a16="http://schemas.microsoft.com/office/drawing/2014/main" id="{67D6A370-6375-B584-2D76-BDBEF2F728DE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628775"/>
            <a:ext cx="8712200" cy="1274763"/>
            <a:chOff x="323528" y="3451623"/>
            <a:chExt cx="8712968" cy="1275170"/>
          </a:xfrm>
        </p:grpSpPr>
        <p:sp>
          <p:nvSpPr>
            <p:cNvPr id="84" name="Cube 4">
              <a:extLst>
                <a:ext uri="{FF2B5EF4-FFF2-40B4-BE49-F238E27FC236}">
                  <a16:creationId xmlns:a16="http://schemas.microsoft.com/office/drawing/2014/main" id="{18B0F120-B8E6-7A82-F11E-20F5F6E71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3451623"/>
              <a:ext cx="1317741" cy="666963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endParaRPr lang="en-GB" altLang="en-US">
                <a:cs typeface="Arial" charset="0"/>
              </a:endParaRPr>
            </a:p>
          </p:txBody>
        </p:sp>
        <p:sp>
          <p:nvSpPr>
            <p:cNvPr id="85" name="Cube 4">
              <a:extLst>
                <a:ext uri="{FF2B5EF4-FFF2-40B4-BE49-F238E27FC236}">
                  <a16:creationId xmlns:a16="http://schemas.microsoft.com/office/drawing/2014/main" id="{62EA7C17-7F82-D0F5-7DBE-CBBA43B5D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8755" y="3451623"/>
              <a:ext cx="1317741" cy="666963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endParaRPr lang="en-GB" altLang="en-US">
                <a:cs typeface="Arial" charset="0"/>
              </a:endParaRPr>
            </a:p>
          </p:txBody>
        </p:sp>
        <p:grpSp>
          <p:nvGrpSpPr>
            <p:cNvPr id="5128" name="Group 97">
              <a:extLst>
                <a:ext uri="{FF2B5EF4-FFF2-40B4-BE49-F238E27FC236}">
                  <a16:creationId xmlns:a16="http://schemas.microsoft.com/office/drawing/2014/main" id="{F78245B4-A5EF-ED8D-1FFE-57D3D13F57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688" y="3451624"/>
              <a:ext cx="5818761" cy="666751"/>
              <a:chOff x="1921591" y="3451624"/>
              <a:chExt cx="5818761" cy="666751"/>
            </a:xfrm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06A88824-E5C9-08D2-F2C4-0A94DBC7FCA3}"/>
                  </a:ext>
                </a:extLst>
              </p:cNvPr>
              <p:cNvSpPr/>
              <p:nvPr/>
            </p:nvSpPr>
            <p:spPr bwMode="auto">
              <a:xfrm>
                <a:off x="1921421" y="3451623"/>
                <a:ext cx="633468" cy="666963"/>
              </a:xfrm>
              <a:prstGeom prst="cube">
                <a:avLst/>
              </a:prstGeom>
              <a:solidFill>
                <a:srgbClr val="0C4B9D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600">
                    <a:solidFill>
                      <a:schemeClr val="bg1"/>
                    </a:solidFill>
                    <a:latin typeface="+mj-lt"/>
                    <a:cs typeface="Arial" charset="0"/>
                  </a:rPr>
                  <a:t>ST</a:t>
                </a:r>
                <a:endParaRPr lang="en-GB" sz="8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grpSp>
            <p:nvGrpSpPr>
              <p:cNvPr id="5134" name="Group 96">
                <a:extLst>
                  <a:ext uri="{FF2B5EF4-FFF2-40B4-BE49-F238E27FC236}">
                    <a16:creationId xmlns:a16="http://schemas.microsoft.com/office/drawing/2014/main" id="{0F323041-C491-05BE-268A-7F0F58C23B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9752" y="3451624"/>
                <a:ext cx="5400600" cy="666751"/>
                <a:chOff x="2339752" y="3451624"/>
                <a:chExt cx="5400600" cy="666751"/>
              </a:xfrm>
            </p:grpSpPr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20CF7716-A3D7-5C1F-5F33-7E03B5FE8622}"/>
                    </a:ext>
                  </a:extLst>
                </p:cNvPr>
                <p:cNvSpPr/>
                <p:nvPr/>
              </p:nvSpPr>
              <p:spPr bwMode="auto">
                <a:xfrm>
                  <a:off x="2338970" y="3451623"/>
                  <a:ext cx="633469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D0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EC997412-1477-A79A-9421-EEA9101920AA}"/>
                    </a:ext>
                  </a:extLst>
                </p:cNvPr>
                <p:cNvSpPr/>
                <p:nvPr/>
              </p:nvSpPr>
              <p:spPr bwMode="auto">
                <a:xfrm>
                  <a:off x="2770808" y="3451623"/>
                  <a:ext cx="635056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D1</a:t>
                  </a:r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EDCAB4AC-4431-2AF0-5796-CF099657B0F3}"/>
                    </a:ext>
                  </a:extLst>
                </p:cNvPr>
                <p:cNvSpPr/>
                <p:nvPr/>
              </p:nvSpPr>
              <p:spPr bwMode="auto">
                <a:xfrm>
                  <a:off x="3202646" y="3451623"/>
                  <a:ext cx="635056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D2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CFBF1BD6-BE0E-D0C1-3C98-8F8EE16B36BD}"/>
                    </a:ext>
                  </a:extLst>
                </p:cNvPr>
                <p:cNvSpPr/>
                <p:nvPr/>
              </p:nvSpPr>
              <p:spPr bwMode="auto">
                <a:xfrm>
                  <a:off x="3634484" y="3451623"/>
                  <a:ext cx="635056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D3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5010F2EC-C59A-E924-27E3-C3266E6DBBB3}"/>
                    </a:ext>
                  </a:extLst>
                </p:cNvPr>
                <p:cNvSpPr/>
                <p:nvPr/>
              </p:nvSpPr>
              <p:spPr bwMode="auto">
                <a:xfrm>
                  <a:off x="4067910" y="3451623"/>
                  <a:ext cx="63346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D4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7371288C-04C5-9D36-5982-27737E876F73}"/>
                    </a:ext>
                  </a:extLst>
                </p:cNvPr>
                <p:cNvSpPr/>
                <p:nvPr/>
              </p:nvSpPr>
              <p:spPr bwMode="auto">
                <a:xfrm>
                  <a:off x="4499748" y="3451623"/>
                  <a:ext cx="63346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D5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310A551A-FAEF-33A3-6A75-B1112AD06720}"/>
                    </a:ext>
                  </a:extLst>
                </p:cNvPr>
                <p:cNvSpPr/>
                <p:nvPr/>
              </p:nvSpPr>
              <p:spPr bwMode="auto">
                <a:xfrm>
                  <a:off x="4953813" y="3451623"/>
                  <a:ext cx="63346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D6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0386E10F-4096-C183-5D9D-7EF0709E788A}"/>
                    </a:ext>
                  </a:extLst>
                </p:cNvPr>
                <p:cNvSpPr/>
                <p:nvPr/>
              </p:nvSpPr>
              <p:spPr bwMode="auto">
                <a:xfrm>
                  <a:off x="5363425" y="3451623"/>
                  <a:ext cx="635056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D7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53218DD6-9F94-D04D-6C9C-565F1DE77ADB}"/>
                    </a:ext>
                  </a:extLst>
                </p:cNvPr>
                <p:cNvSpPr/>
                <p:nvPr/>
              </p:nvSpPr>
              <p:spPr bwMode="auto">
                <a:xfrm>
                  <a:off x="5844479" y="3451623"/>
                  <a:ext cx="633469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P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02FD1CCE-0FD4-B228-FA89-460704DC1BF3}"/>
                    </a:ext>
                  </a:extLst>
                </p:cNvPr>
                <p:cNvSpPr/>
                <p:nvPr/>
              </p:nvSpPr>
              <p:spPr bwMode="auto">
                <a:xfrm>
                  <a:off x="6300132" y="3451623"/>
                  <a:ext cx="63346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SP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3E81EF05-9670-D536-C701-7960B83D7468}"/>
                    </a:ext>
                  </a:extLst>
                </p:cNvPr>
                <p:cNvSpPr/>
                <p:nvPr/>
              </p:nvSpPr>
              <p:spPr bwMode="auto">
                <a:xfrm>
                  <a:off x="6752609" y="3451623"/>
                  <a:ext cx="987512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Pause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</p:grpSp>
        </p:grpSp>
        <p:cxnSp>
          <p:nvCxnSpPr>
            <p:cNvPr id="5129" name="Straight Connector 10">
              <a:extLst>
                <a:ext uri="{FF2B5EF4-FFF2-40B4-BE49-F238E27FC236}">
                  <a16:creationId xmlns:a16="http://schemas.microsoft.com/office/drawing/2014/main" id="{28A793A3-3C0E-1DB4-7D80-808259B6F9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75436" y="4118781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0" name="Straight Connector 10">
              <a:extLst>
                <a:ext uri="{FF2B5EF4-FFF2-40B4-BE49-F238E27FC236}">
                  <a16:creationId xmlns:a16="http://schemas.microsoft.com/office/drawing/2014/main" id="{339F2B35-4452-3DD3-149E-390A953702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52626" y="4118781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1" name="Straight Arrow Connector 102">
              <a:extLst>
                <a:ext uri="{FF2B5EF4-FFF2-40B4-BE49-F238E27FC236}">
                  <a16:creationId xmlns:a16="http://schemas.microsoft.com/office/drawing/2014/main" id="{52E3FE93-D61F-261F-06DF-47919CCB02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47450" y="4293096"/>
              <a:ext cx="5833162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32" name="Text Box 209">
              <a:extLst>
                <a:ext uri="{FF2B5EF4-FFF2-40B4-BE49-F238E27FC236}">
                  <a16:creationId xmlns:a16="http://schemas.microsoft.com/office/drawing/2014/main" id="{887E3BA7-18E9-8948-DDD7-5C421256C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698" y="4357124"/>
              <a:ext cx="5374574" cy="369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en-US" b="1">
                  <a:solidFill>
                    <a:srgbClr val="000000"/>
                  </a:solidFill>
                </a:rPr>
                <a:t>Temps de transmission d‘un caractère: 1,35 ms</a:t>
              </a:r>
            </a:p>
          </p:txBody>
        </p:sp>
      </p:grp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4E3CB00B-DE5F-7F48-22AC-D051B63A9297}"/>
              </a:ext>
            </a:extLst>
          </p:cNvPr>
          <p:cNvSpPr txBox="1">
            <a:spLocks/>
          </p:cNvSpPr>
          <p:nvPr/>
        </p:nvSpPr>
        <p:spPr>
          <a:xfrm>
            <a:off x="303213" y="3284538"/>
            <a:ext cx="8137525" cy="302418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 dirty="0" err="1"/>
              <a:t>Vitesse</a:t>
            </a:r>
            <a:r>
              <a:rPr lang="de-DE" altLang="en-US" sz="1600" kern="0" dirty="0"/>
              <a:t> de transmission = 9600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/s</a:t>
            </a:r>
          </a:p>
          <a:p>
            <a:pPr>
              <a:defRPr/>
            </a:pPr>
            <a:r>
              <a:rPr lang="de-DE" altLang="en-US" sz="1600" kern="0" dirty="0"/>
              <a:t>Un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occupe</a:t>
            </a:r>
            <a:r>
              <a:rPr lang="de-DE" altLang="en-US" sz="1600" kern="0" dirty="0"/>
              <a:t> le bus </a:t>
            </a:r>
            <a:r>
              <a:rPr lang="de-DE" altLang="en-US" sz="1600" kern="0" dirty="0">
                <a:sym typeface="Wingdings" panose="05000000000000000000" pitchFamily="2" charset="2"/>
              </a:rPr>
              <a:t> 1/9600 s = 104 µs</a:t>
            </a:r>
          </a:p>
          <a:p>
            <a:pPr>
              <a:defRPr/>
            </a:pPr>
            <a:r>
              <a:rPr lang="de-DE" altLang="en-US" sz="1600" kern="0" dirty="0">
                <a:sym typeface="Wingdings" panose="05000000000000000000" pitchFamily="2" charset="2"/>
              </a:rPr>
              <a:t>Un </a:t>
            </a:r>
            <a:r>
              <a:rPr lang="de-DE" altLang="en-US" sz="1600" kern="0" dirty="0" err="1">
                <a:sym typeface="Wingdings" panose="05000000000000000000" pitchFamily="2" charset="2"/>
              </a:rPr>
              <a:t>caractère</a:t>
            </a:r>
            <a:r>
              <a:rPr lang="de-DE" altLang="en-US" sz="1600" kern="0" dirty="0">
                <a:sym typeface="Wingdings" panose="05000000000000000000" pitchFamily="2" charset="2"/>
              </a:rPr>
              <a:t> :</a:t>
            </a:r>
            <a:endParaRPr lang="de-DE" altLang="en-US" sz="1600" kern="0" dirty="0"/>
          </a:p>
          <a:p>
            <a:pPr lvl="1">
              <a:defRPr/>
            </a:pPr>
            <a:r>
              <a:rPr lang="de-DE" altLang="en-US" sz="1600" kern="0" dirty="0"/>
              <a:t>1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 de </a:t>
            </a:r>
            <a:r>
              <a:rPr lang="de-DE" altLang="en-US" sz="1600" kern="0" dirty="0" err="1"/>
              <a:t>démarrage</a:t>
            </a:r>
            <a:r>
              <a:rPr lang="de-DE" altLang="en-US" sz="1600" kern="0" dirty="0"/>
              <a:t> ST</a:t>
            </a:r>
          </a:p>
          <a:p>
            <a:pPr lvl="1">
              <a:defRPr/>
            </a:pPr>
            <a:r>
              <a:rPr lang="de-DE" altLang="en-US" sz="1600" kern="0" dirty="0"/>
              <a:t>1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 de </a:t>
            </a:r>
            <a:r>
              <a:rPr lang="de-DE" altLang="en-US" sz="1600" kern="0" dirty="0" err="1"/>
              <a:t>stop</a:t>
            </a:r>
            <a:r>
              <a:rPr lang="de-DE" altLang="en-US" sz="1600" kern="0" dirty="0"/>
              <a:t> SP</a:t>
            </a:r>
          </a:p>
          <a:p>
            <a:pPr lvl="1">
              <a:defRPr/>
            </a:pPr>
            <a:r>
              <a:rPr lang="de-DE" altLang="en-US" sz="1600" kern="0" dirty="0"/>
              <a:t>1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 de </a:t>
            </a:r>
            <a:r>
              <a:rPr lang="de-DE" altLang="en-US" sz="1600" kern="0" dirty="0" err="1"/>
              <a:t>parité</a:t>
            </a:r>
            <a:r>
              <a:rPr lang="de-DE" altLang="en-US" sz="1600" kern="0" dirty="0"/>
              <a:t> P</a:t>
            </a:r>
          </a:p>
          <a:p>
            <a:pPr lvl="1">
              <a:defRPr/>
            </a:pPr>
            <a:r>
              <a:rPr lang="de-DE" altLang="en-US" sz="1600" kern="0" dirty="0"/>
              <a:t>8 </a:t>
            </a:r>
            <a:r>
              <a:rPr lang="de-DE" altLang="en-US" sz="1600" kern="0" dirty="0" err="1"/>
              <a:t>bits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d‘information</a:t>
            </a:r>
            <a:r>
              <a:rPr lang="de-DE" altLang="en-US" sz="1600" kern="0" dirty="0"/>
              <a:t> D0 </a:t>
            </a:r>
            <a:r>
              <a:rPr lang="de-DE" altLang="en-US" sz="1600" kern="0" dirty="0" err="1"/>
              <a:t>to</a:t>
            </a:r>
            <a:r>
              <a:rPr lang="de-DE" altLang="en-US" sz="1600" kern="0" dirty="0"/>
              <a:t> D7</a:t>
            </a:r>
          </a:p>
          <a:p>
            <a:pPr lvl="1">
              <a:defRPr/>
            </a:pPr>
            <a:r>
              <a:rPr lang="de-DE" altLang="en-US" sz="1600" kern="0" dirty="0"/>
              <a:t>2 </a:t>
            </a:r>
            <a:r>
              <a:rPr lang="de-DE" altLang="en-US" sz="1600" kern="0" dirty="0" err="1"/>
              <a:t>bits</a:t>
            </a:r>
            <a:r>
              <a:rPr lang="de-DE" altLang="en-US" sz="1600" kern="0" dirty="0"/>
              <a:t> = pause</a:t>
            </a:r>
          </a:p>
          <a:p>
            <a:pPr lvl="1">
              <a:defRPr/>
            </a:pPr>
            <a:r>
              <a:rPr lang="de-DE" altLang="en-US" sz="1600" kern="0" dirty="0"/>
              <a:t>= 1,35 ms par </a:t>
            </a:r>
            <a:r>
              <a:rPr lang="de-DE" altLang="en-US" sz="1600" kern="0" dirty="0" err="1"/>
              <a:t>caractère</a:t>
            </a:r>
            <a:endParaRPr lang="de-DE" altLang="en-US" sz="16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4">
            <a:extLst>
              <a:ext uri="{FF2B5EF4-FFF2-40B4-BE49-F238E27FC236}">
                <a16:creationId xmlns:a16="http://schemas.microsoft.com/office/drawing/2014/main" id="{07D9864B-4A7C-8EDE-12A7-ECE4664A9C13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557338"/>
            <a:ext cx="8497888" cy="1512887"/>
            <a:chOff x="251520" y="1556792"/>
            <a:chExt cx="8496944" cy="1511757"/>
          </a:xfrm>
        </p:grpSpPr>
        <p:sp>
          <p:nvSpPr>
            <p:cNvPr id="6149" name="Text Box 209">
              <a:extLst>
                <a:ext uri="{FF2B5EF4-FFF2-40B4-BE49-F238E27FC236}">
                  <a16:creationId xmlns:a16="http://schemas.microsoft.com/office/drawing/2014/main" id="{457C02C7-F6C7-7B3B-B9E8-540542FED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6119" y="2699482"/>
              <a:ext cx="6117213" cy="369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en-US" b="1">
                  <a:solidFill>
                    <a:srgbClr val="000000"/>
                  </a:solidFill>
                </a:rPr>
                <a:t>Temps de transmission d‘un télégramme : 20 to 40 ms</a:t>
              </a:r>
            </a:p>
          </p:txBody>
        </p:sp>
        <p:sp>
          <p:nvSpPr>
            <p:cNvPr id="6150" name="Parallelogram 8">
              <a:extLst>
                <a:ext uri="{FF2B5EF4-FFF2-40B4-BE49-F238E27FC236}">
                  <a16:creationId xmlns:a16="http://schemas.microsoft.com/office/drawing/2014/main" id="{AD9E1BC9-5795-6F43-2920-4F7EBFA2B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008499"/>
              <a:ext cx="8496944" cy="305595"/>
            </a:xfrm>
            <a:prstGeom prst="parallelogram">
              <a:avLst>
                <a:gd name="adj" fmla="val 159104"/>
              </a:avLst>
            </a:prstGeom>
            <a:solidFill>
              <a:srgbClr val="D6E3BC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sz="1600" b="1"/>
            </a:p>
          </p:txBody>
        </p:sp>
        <p:sp>
          <p:nvSpPr>
            <p:cNvPr id="18" name="Cube 4">
              <a:extLst>
                <a:ext uri="{FF2B5EF4-FFF2-40B4-BE49-F238E27FC236}">
                  <a16:creationId xmlns:a16="http://schemas.microsoft.com/office/drawing/2014/main" id="{6A5EB104-9C78-FB3D-DA1C-78CD304C4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826" y="1556792"/>
              <a:ext cx="1319065" cy="756671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GB" altLang="en-US">
                <a:cs typeface="Arial" charset="0"/>
              </a:endParaRPr>
            </a:p>
          </p:txBody>
        </p:sp>
        <p:sp>
          <p:nvSpPr>
            <p:cNvPr id="6152" name="Cube 2">
              <a:extLst>
                <a:ext uri="{FF2B5EF4-FFF2-40B4-BE49-F238E27FC236}">
                  <a16:creationId xmlns:a16="http://schemas.microsoft.com/office/drawing/2014/main" id="{DF7E01DB-3F3A-EFA6-387D-C12571B72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809" y="1556792"/>
              <a:ext cx="3868391" cy="756508"/>
            </a:xfrm>
            <a:prstGeom prst="cube">
              <a:avLst>
                <a:gd name="adj" fmla="val 25000"/>
              </a:avLst>
            </a:prstGeom>
            <a:solidFill>
              <a:srgbClr val="0C4B9D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nl-BE" altLang="en-US" sz="1600" b="1">
                  <a:solidFill>
                    <a:schemeClr val="bg1"/>
                  </a:solidFill>
                </a:rPr>
                <a:t>Télégramme</a:t>
              </a:r>
              <a:endParaRPr lang="en-GB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20" name="Cube 3">
              <a:extLst>
                <a:ext uri="{FF2B5EF4-FFF2-40B4-BE49-F238E27FC236}">
                  <a16:creationId xmlns:a16="http://schemas.microsoft.com/office/drawing/2014/main" id="{C2E46861-9D61-556A-FD16-58DC4A3D5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9076" y="1556792"/>
              <a:ext cx="1174620" cy="756671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nl-BE" altLang="en-US" dirty="0">
                  <a:cs typeface="Arial" charset="0"/>
                </a:rPr>
                <a:t>Ack.</a:t>
              </a:r>
              <a:endParaRPr lang="en-GB" altLang="en-US" dirty="0">
                <a:cs typeface="Arial" charset="0"/>
              </a:endParaRPr>
            </a:p>
          </p:txBody>
        </p:sp>
        <p:sp>
          <p:nvSpPr>
            <p:cNvPr id="6154" name="TextBox 5">
              <a:extLst>
                <a:ext uri="{FF2B5EF4-FFF2-40B4-BE49-F238E27FC236}">
                  <a16:creationId xmlns:a16="http://schemas.microsoft.com/office/drawing/2014/main" id="{7019A9EB-F468-BFA1-36C6-51678D02D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1197" y="1962462"/>
              <a:ext cx="3825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nl-BE" altLang="en-US" sz="1600" b="1"/>
                <a:t>t1</a:t>
              </a:r>
              <a:endParaRPr lang="en-GB" altLang="en-US" sz="1600" b="1"/>
            </a:p>
          </p:txBody>
        </p:sp>
        <p:sp>
          <p:nvSpPr>
            <p:cNvPr id="6155" name="TextBox 20">
              <a:extLst>
                <a:ext uri="{FF2B5EF4-FFF2-40B4-BE49-F238E27FC236}">
                  <a16:creationId xmlns:a16="http://schemas.microsoft.com/office/drawing/2014/main" id="{1FF248E4-A820-97FA-13DF-19A9A6D63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4147" y="1956112"/>
              <a:ext cx="3825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nl-BE" altLang="en-US" sz="1600" b="1"/>
                <a:t>t2</a:t>
              </a:r>
              <a:endParaRPr lang="en-GB" altLang="en-US" sz="1600" b="1"/>
            </a:p>
          </p:txBody>
        </p:sp>
        <p:cxnSp>
          <p:nvCxnSpPr>
            <p:cNvPr id="6156" name="Straight Connector 10">
              <a:extLst>
                <a:ext uri="{FF2B5EF4-FFF2-40B4-BE49-F238E27FC236}">
                  <a16:creationId xmlns:a16="http://schemas.microsoft.com/office/drawing/2014/main" id="{3E366285-52A3-7F78-7C29-43C4FCE050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92215" y="2313300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57" name="Straight Connector 10">
              <a:extLst>
                <a:ext uri="{FF2B5EF4-FFF2-40B4-BE49-F238E27FC236}">
                  <a16:creationId xmlns:a16="http://schemas.microsoft.com/office/drawing/2014/main" id="{5146E169-530A-7E7A-FDFF-929974144E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00215" y="2314095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58" name="Straight Arrow Connector 24">
              <a:extLst>
                <a:ext uri="{FF2B5EF4-FFF2-40B4-BE49-F238E27FC236}">
                  <a16:creationId xmlns:a16="http://schemas.microsoft.com/office/drawing/2014/main" id="{82A72B33-33B6-C5EC-5333-FF06C3FC6E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97372" y="2617306"/>
              <a:ext cx="6230843" cy="795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A9B04BD0-FCF6-A64B-F256-26D41A4A02EB}"/>
              </a:ext>
            </a:extLst>
          </p:cNvPr>
          <p:cNvSpPr txBox="1">
            <a:spLocks/>
          </p:cNvSpPr>
          <p:nvPr/>
        </p:nvSpPr>
        <p:spPr>
          <a:xfrm>
            <a:off x="303213" y="3284538"/>
            <a:ext cx="8137525" cy="324008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 dirty="0" err="1"/>
              <a:t>Dépend</a:t>
            </a:r>
            <a:r>
              <a:rPr lang="de-DE" altLang="en-US" sz="1600" kern="0" dirty="0"/>
              <a:t> de la </a:t>
            </a:r>
            <a:r>
              <a:rPr lang="de-DE" altLang="en-US" sz="1600" kern="0" dirty="0" err="1"/>
              <a:t>donnée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utile</a:t>
            </a:r>
            <a:endParaRPr lang="de-DE" altLang="en-US" sz="1600" kern="0" dirty="0"/>
          </a:p>
          <a:p>
            <a:pPr lvl="1">
              <a:defRPr/>
            </a:pPr>
            <a:r>
              <a:rPr lang="de-DE" altLang="en-US" sz="1200" kern="0" dirty="0" err="1"/>
              <a:t>Longueur</a:t>
            </a:r>
            <a:r>
              <a:rPr lang="de-DE" altLang="en-US" sz="1200" kern="0" dirty="0"/>
              <a:t> du télégramme : 8 à 23 </a:t>
            </a:r>
            <a:r>
              <a:rPr lang="de-DE" altLang="en-US" sz="1200" kern="0" dirty="0" err="1"/>
              <a:t>caractères</a:t>
            </a:r>
            <a:endParaRPr lang="de-DE" altLang="en-US" sz="1200" kern="0" dirty="0"/>
          </a:p>
          <a:p>
            <a:pPr>
              <a:defRPr/>
            </a:pPr>
            <a:r>
              <a:rPr lang="de-DE" altLang="en-US" sz="1600" kern="0" dirty="0"/>
              <a:t>Acquittement</a:t>
            </a:r>
          </a:p>
          <a:p>
            <a:pPr lvl="1">
              <a:defRPr/>
            </a:pPr>
            <a:r>
              <a:rPr lang="de-DE" altLang="en-US" sz="1200" kern="0" dirty="0"/>
              <a:t>1 </a:t>
            </a:r>
            <a:r>
              <a:rPr lang="de-DE" altLang="en-US" sz="1200" kern="0" dirty="0" err="1"/>
              <a:t>caractère</a:t>
            </a:r>
            <a:endParaRPr lang="de-DE" altLang="en-US" sz="1200" kern="0" dirty="0"/>
          </a:p>
          <a:p>
            <a:pPr>
              <a:defRPr/>
            </a:pPr>
            <a:r>
              <a:rPr lang="de-DE" altLang="en-US" sz="1600" kern="0" dirty="0">
                <a:sym typeface="Wingdings" panose="05000000000000000000" pitchFamily="2" charset="2"/>
              </a:rPr>
              <a:t>t1 </a:t>
            </a:r>
            <a:r>
              <a:rPr lang="de-DE" altLang="en-US" sz="1600" kern="0" dirty="0" err="1">
                <a:sym typeface="Wingdings" panose="05000000000000000000" pitchFamily="2" charset="2"/>
              </a:rPr>
              <a:t>temps</a:t>
            </a:r>
            <a:r>
              <a:rPr lang="de-DE" altLang="en-US" sz="1600" kern="0" dirty="0">
                <a:sym typeface="Wingdings" panose="05000000000000000000" pitchFamily="2" charset="2"/>
              </a:rPr>
              <a:t> </a:t>
            </a:r>
            <a:r>
              <a:rPr lang="de-DE" altLang="en-US" sz="1600" kern="0" dirty="0" err="1">
                <a:sym typeface="Wingdings" panose="05000000000000000000" pitchFamily="2" charset="2"/>
              </a:rPr>
              <a:t>libre</a:t>
            </a:r>
            <a:endParaRPr lang="de-DE" altLang="en-US" sz="1600" kern="0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de-DE" altLang="en-US" sz="1200" kern="0" dirty="0">
                <a:sym typeface="Wingdings" panose="05000000000000000000" pitchFamily="2" charset="2"/>
              </a:rPr>
              <a:t>50 </a:t>
            </a:r>
            <a:r>
              <a:rPr lang="de-DE" altLang="en-US" sz="1200" kern="0" dirty="0" err="1">
                <a:sym typeface="Wingdings" panose="05000000000000000000" pitchFamily="2" charset="2"/>
              </a:rPr>
              <a:t>bits</a:t>
            </a:r>
            <a:endParaRPr lang="de-DE" altLang="en-US" sz="1200" kern="0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de-DE" altLang="en-US" sz="1600" kern="0" dirty="0">
                <a:sym typeface="Wingdings" panose="05000000000000000000" pitchFamily="2" charset="2"/>
              </a:rPr>
              <a:t>t2 pause avant </a:t>
            </a:r>
            <a:r>
              <a:rPr lang="de-DE" altLang="en-US" sz="1600" kern="0" dirty="0" err="1">
                <a:sym typeface="Wingdings" panose="05000000000000000000" pitchFamily="2" charset="2"/>
              </a:rPr>
              <a:t>l‘acquittement</a:t>
            </a:r>
            <a:endParaRPr lang="de-DE" altLang="en-US" sz="1600" kern="0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de-DE" altLang="en-US" sz="1200" kern="0" dirty="0">
                <a:sym typeface="Wingdings" panose="05000000000000000000" pitchFamily="2" charset="2"/>
              </a:rPr>
              <a:t>13 </a:t>
            </a:r>
            <a:r>
              <a:rPr lang="de-DE" altLang="en-US" sz="1200" kern="0" dirty="0" err="1">
                <a:sym typeface="Wingdings" panose="05000000000000000000" pitchFamily="2" charset="2"/>
              </a:rPr>
              <a:t>bits</a:t>
            </a:r>
            <a:endParaRPr lang="de-DE" altLang="en-US" sz="1200" kern="0" dirty="0">
              <a:sym typeface="Wingdings" panose="05000000000000000000" pitchFamily="2" charset="2"/>
            </a:endParaRPr>
          </a:p>
          <a:p>
            <a:pPr marL="457200" lvl="1" indent="0">
              <a:buFontTx/>
              <a:buNone/>
              <a:defRPr/>
            </a:pPr>
            <a:r>
              <a:rPr lang="de-DE" altLang="en-US" sz="1200" kern="0" dirty="0">
                <a:sym typeface="Wingdings" panose="05000000000000000000" pitchFamily="2" charset="2"/>
              </a:rPr>
              <a:t>=================================</a:t>
            </a:r>
          </a:p>
          <a:p>
            <a:pPr>
              <a:defRPr/>
            </a:pPr>
            <a:r>
              <a:rPr lang="de-DE" altLang="en-US" sz="1600" kern="0" dirty="0" err="1">
                <a:sym typeface="Wingdings" panose="05000000000000000000" pitchFamily="2" charset="2"/>
              </a:rPr>
              <a:t>Temps</a:t>
            </a:r>
            <a:r>
              <a:rPr lang="de-DE" altLang="en-US" sz="1600" kern="0" dirty="0">
                <a:sym typeface="Wingdings" panose="05000000000000000000" pitchFamily="2" charset="2"/>
              </a:rPr>
              <a:t> </a:t>
            </a:r>
            <a:r>
              <a:rPr lang="de-DE" altLang="en-US" sz="1600" kern="0" dirty="0" err="1">
                <a:sym typeface="Wingdings" panose="05000000000000000000" pitchFamily="2" charset="2"/>
              </a:rPr>
              <a:t>d‘occupation</a:t>
            </a:r>
            <a:r>
              <a:rPr lang="de-DE" altLang="en-US" sz="1600" kern="0" dirty="0">
                <a:sym typeface="Wingdings" panose="05000000000000000000" pitchFamily="2" charset="2"/>
              </a:rPr>
              <a:t> du bus : 20 à 40 ms</a:t>
            </a:r>
          </a:p>
          <a:p>
            <a:pPr>
              <a:defRPr/>
            </a:pPr>
            <a:r>
              <a:rPr lang="de-DE" altLang="en-US" sz="1600" kern="0" dirty="0" err="1">
                <a:sym typeface="Wingdings" panose="05000000000000000000" pitchFamily="2" charset="2"/>
              </a:rPr>
              <a:t>Télégrammes</a:t>
            </a:r>
            <a:r>
              <a:rPr lang="de-DE" altLang="en-US" sz="1600" kern="0" dirty="0">
                <a:sym typeface="Wingdings" panose="05000000000000000000" pitchFamily="2" charset="2"/>
              </a:rPr>
              <a:t> </a:t>
            </a:r>
            <a:r>
              <a:rPr lang="de-DE" altLang="en-US" sz="1600" kern="0" dirty="0" err="1">
                <a:sym typeface="Wingdings" panose="05000000000000000000" pitchFamily="2" charset="2"/>
              </a:rPr>
              <a:t>communs</a:t>
            </a:r>
            <a:r>
              <a:rPr lang="de-DE" altLang="en-US" sz="1600" kern="0" dirty="0">
                <a:sym typeface="Wingdings" panose="05000000000000000000" pitchFamily="2" charset="2"/>
              </a:rPr>
              <a:t> : 20 ms</a:t>
            </a:r>
          </a:p>
          <a:p>
            <a:pPr>
              <a:defRPr/>
            </a:pPr>
            <a:r>
              <a:rPr lang="de-DE" altLang="en-US" sz="1600" kern="0" dirty="0" err="1">
                <a:sym typeface="Wingdings" panose="05000000000000000000" pitchFamily="2" charset="2"/>
              </a:rPr>
              <a:t>Nombre</a:t>
            </a:r>
            <a:r>
              <a:rPr lang="de-DE" altLang="en-US" sz="1600" kern="0" dirty="0">
                <a:sym typeface="Wingdings" panose="05000000000000000000" pitchFamily="2" charset="2"/>
              </a:rPr>
              <a:t> </a:t>
            </a:r>
            <a:r>
              <a:rPr lang="de-DE" altLang="en-US" sz="1600" kern="0" dirty="0" err="1">
                <a:sym typeface="Wingdings" panose="05000000000000000000" pitchFamily="2" charset="2"/>
              </a:rPr>
              <a:t>maximum</a:t>
            </a:r>
            <a:r>
              <a:rPr lang="de-DE" altLang="en-US" sz="1600" kern="0" dirty="0">
                <a:sym typeface="Wingdings" panose="05000000000000000000" pitchFamily="2" charset="2"/>
              </a:rPr>
              <a:t> de </a:t>
            </a:r>
            <a:r>
              <a:rPr lang="de-DE" altLang="en-US" sz="1600" kern="0" dirty="0" err="1">
                <a:sym typeface="Wingdings" panose="05000000000000000000" pitchFamily="2" charset="2"/>
              </a:rPr>
              <a:t>nombre</a:t>
            </a:r>
            <a:r>
              <a:rPr lang="de-DE" altLang="en-US" sz="1600" kern="0" dirty="0">
                <a:sym typeface="Wingdings" panose="05000000000000000000" pitchFamily="2" charset="2"/>
              </a:rPr>
              <a:t> de </a:t>
            </a:r>
            <a:r>
              <a:rPr lang="de-DE" altLang="en-US" sz="1600" kern="0" dirty="0" err="1">
                <a:sym typeface="Wingdings" panose="05000000000000000000" pitchFamily="2" charset="2"/>
              </a:rPr>
              <a:t>télégrammes</a:t>
            </a:r>
            <a:r>
              <a:rPr lang="de-DE" altLang="en-US" sz="1600" kern="0" dirty="0">
                <a:sym typeface="Wingdings" panose="05000000000000000000" pitchFamily="2" charset="2"/>
              </a:rPr>
              <a:t> par </a:t>
            </a:r>
            <a:r>
              <a:rPr lang="de-DE" altLang="en-US" sz="1600" kern="0" dirty="0" err="1">
                <a:sym typeface="Wingdings" panose="05000000000000000000" pitchFamily="2" charset="2"/>
              </a:rPr>
              <a:t>seconde</a:t>
            </a:r>
            <a:r>
              <a:rPr lang="de-DE" altLang="en-US" sz="1600" kern="0" dirty="0">
                <a:sym typeface="Wingdings" panose="05000000000000000000" pitchFamily="2" charset="2"/>
              </a:rPr>
              <a:t> : 50 </a:t>
            </a:r>
            <a:r>
              <a:rPr lang="de-DE" altLang="en-US" sz="1600" kern="0" dirty="0" err="1">
                <a:sym typeface="Wingdings" panose="05000000000000000000" pitchFamily="2" charset="2"/>
              </a:rPr>
              <a:t>ou</a:t>
            </a:r>
            <a:r>
              <a:rPr lang="de-DE" altLang="en-US" sz="1600" kern="0" dirty="0">
                <a:sym typeface="Wingdings" panose="05000000000000000000" pitchFamily="2" charset="2"/>
              </a:rPr>
              <a:t> 25</a:t>
            </a:r>
          </a:p>
          <a:p>
            <a:pPr>
              <a:defRPr/>
            </a:pPr>
            <a:endParaRPr lang="de-DE" altLang="en-US" sz="1600" kern="0" dirty="0">
              <a:sym typeface="Wingdings" panose="05000000000000000000" pitchFamily="2" charset="2"/>
            </a:endParaRPr>
          </a:p>
          <a:p>
            <a:pPr lvl="1">
              <a:defRPr/>
            </a:pPr>
            <a:endParaRPr lang="de-DE" altLang="en-US" sz="1200" kern="0" dirty="0">
              <a:sym typeface="Wingdings" panose="05000000000000000000" pitchFamily="2" charset="2"/>
            </a:endParaRPr>
          </a:p>
        </p:txBody>
      </p:sp>
      <p:sp>
        <p:nvSpPr>
          <p:cNvPr id="6148" name="Title 2">
            <a:extLst>
              <a:ext uri="{FF2B5EF4-FFF2-40B4-BE49-F238E27FC236}">
                <a16:creationId xmlns:a16="http://schemas.microsoft.com/office/drawing/2014/main" id="{D49CB98B-CB63-21D0-90C2-3412DE77AF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Télégramme – temps requis</a:t>
            </a:r>
            <a:endParaRPr lang="en-GB" altLang="nl-BE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Parallelogram 8">
            <a:extLst>
              <a:ext uri="{FF2B5EF4-FFF2-40B4-BE49-F238E27FC236}">
                <a16:creationId xmlns:a16="http://schemas.microsoft.com/office/drawing/2014/main" id="{9082C0F0-BDE6-94F9-67AC-FE8230F8C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09775"/>
            <a:ext cx="8497888" cy="304800"/>
          </a:xfrm>
          <a:prstGeom prst="parallelogram">
            <a:avLst>
              <a:gd name="adj" fmla="val 159537"/>
            </a:avLst>
          </a:prstGeom>
          <a:solidFill>
            <a:srgbClr val="D6E3BC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600" b="1"/>
          </a:p>
        </p:txBody>
      </p:sp>
      <p:sp>
        <p:nvSpPr>
          <p:cNvPr id="7" name="Cube 4">
            <a:extLst>
              <a:ext uri="{FF2B5EF4-FFF2-40B4-BE49-F238E27FC236}">
                <a16:creationId xmlns:a16="http://schemas.microsoft.com/office/drawing/2014/main" id="{D84DE36A-EFA1-58C4-803D-45676B9F7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1557338"/>
            <a:ext cx="1319212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GB" altLang="en-US">
              <a:cs typeface="Arial" charset="0"/>
            </a:endParaRPr>
          </a:p>
        </p:txBody>
      </p:sp>
      <p:sp>
        <p:nvSpPr>
          <p:cNvPr id="7172" name="Cube 2">
            <a:extLst>
              <a:ext uri="{FF2B5EF4-FFF2-40B4-BE49-F238E27FC236}">
                <a16:creationId xmlns:a16="http://schemas.microsoft.com/office/drawing/2014/main" id="{E07A8A3A-5975-4FAC-FFE6-D4923493B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57338"/>
            <a:ext cx="3868737" cy="755650"/>
          </a:xfrm>
          <a:prstGeom prst="cube">
            <a:avLst>
              <a:gd name="adj" fmla="val 25000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>
                <a:solidFill>
                  <a:schemeClr val="bg1"/>
                </a:solidFill>
              </a:rPr>
              <a:t>Télégramme</a:t>
            </a:r>
            <a:endParaRPr lang="en-GB" altLang="en-US" sz="1600" b="1">
              <a:solidFill>
                <a:schemeClr val="bg1"/>
              </a:solidFill>
            </a:endParaRPr>
          </a:p>
        </p:txBody>
      </p:sp>
      <p:sp>
        <p:nvSpPr>
          <p:cNvPr id="9" name="Cube 3">
            <a:extLst>
              <a:ext uri="{FF2B5EF4-FFF2-40B4-BE49-F238E27FC236}">
                <a16:creationId xmlns:a16="http://schemas.microsoft.com/office/drawing/2014/main" id="{0A6D520A-BBC1-6746-2396-2B4E2FA5B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138" y="1557338"/>
            <a:ext cx="1174750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nl-BE" altLang="en-US" dirty="0">
                <a:cs typeface="Arial" charset="0"/>
              </a:rPr>
              <a:t>Ack.</a:t>
            </a:r>
            <a:endParaRPr lang="en-GB" altLang="en-US" dirty="0">
              <a:cs typeface="Arial" charset="0"/>
            </a:endParaRPr>
          </a:p>
        </p:txBody>
      </p:sp>
      <p:sp>
        <p:nvSpPr>
          <p:cNvPr id="7174" name="TextBox 5">
            <a:extLst>
              <a:ext uri="{FF2B5EF4-FFF2-40B4-BE49-F238E27FC236}">
                <a16:creationId xmlns:a16="http://schemas.microsoft.com/office/drawing/2014/main" id="{3E71C9F4-0E81-A3C7-633F-B809550D5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1963738"/>
            <a:ext cx="382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1600" b="1"/>
              <a:t>t1</a:t>
            </a:r>
            <a:endParaRPr lang="en-GB" altLang="en-US" sz="1600" b="1"/>
          </a:p>
        </p:txBody>
      </p:sp>
      <p:sp>
        <p:nvSpPr>
          <p:cNvPr id="7175" name="TextBox 20">
            <a:extLst>
              <a:ext uri="{FF2B5EF4-FFF2-40B4-BE49-F238E27FC236}">
                <a16:creationId xmlns:a16="http://schemas.microsoft.com/office/drawing/2014/main" id="{A1DB8703-3EF6-FC5C-0ED3-C9302FAD5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825" y="1957388"/>
            <a:ext cx="382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1600" b="1"/>
              <a:t>t2</a:t>
            </a:r>
            <a:endParaRPr lang="en-GB" altLang="en-US" sz="1600" b="1"/>
          </a:p>
        </p:txBody>
      </p:sp>
      <p:graphicFrame>
        <p:nvGraphicFramePr>
          <p:cNvPr id="16" name="Tabelle 90">
            <a:extLst>
              <a:ext uri="{FF2B5EF4-FFF2-40B4-BE49-F238E27FC236}">
                <a16:creationId xmlns:a16="http://schemas.microsoft.com/office/drawing/2014/main" id="{A2F9A6F1-3186-14C2-54F2-CFEB7B9AA00B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98788"/>
          <a:ext cx="8856662" cy="19224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84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2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0040"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7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6 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5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4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3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2 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1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0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Lecture dans le sens des bits</a:t>
                      </a:r>
                    </a:p>
                  </a:txBody>
                  <a:tcPr marL="91443" marR="91443" marT="45673" marB="45673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52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BUSY = P</a:t>
                      </a:r>
                      <a:r>
                        <a:rPr lang="fr-FR" sz="16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articipant</a:t>
                      </a: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incapable d’analyser la nouvelle information</a:t>
                      </a:r>
                      <a:endParaRPr lang="de-DE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NACK = </a:t>
                      </a:r>
                      <a:r>
                        <a:rPr lang="de-DE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Reception</a:t>
                      </a:r>
                      <a:r>
                        <a:rPr lang="de-DE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incorrecte</a:t>
                      </a:r>
                      <a:endParaRPr lang="de-DE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673" marB="45673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742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ACK = </a:t>
                      </a:r>
                      <a:r>
                        <a:rPr lang="de-DE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Reception</a:t>
                      </a:r>
                      <a:r>
                        <a:rPr lang="de-DE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b="1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correcte</a:t>
                      </a:r>
                      <a:endParaRPr lang="de-DE" sz="16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673" marB="45673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20" name="Right Arrow 1">
            <a:extLst>
              <a:ext uri="{FF2B5EF4-FFF2-40B4-BE49-F238E27FC236}">
                <a16:creationId xmlns:a16="http://schemas.microsoft.com/office/drawing/2014/main" id="{D73BC029-6B52-32E1-3A86-16CED4932E9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524750" y="2852738"/>
            <a:ext cx="582613" cy="292100"/>
          </a:xfrm>
          <a:prstGeom prst="rightArrow">
            <a:avLst>
              <a:gd name="adj1" fmla="val 50000"/>
              <a:gd name="adj2" fmla="val 50252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nl-BE" altLang="en-US" sz="1600" b="1">
              <a:solidFill>
                <a:schemeClr val="bg1"/>
              </a:solidFill>
            </a:endParaRPr>
          </a:p>
        </p:txBody>
      </p:sp>
      <p:pic>
        <p:nvPicPr>
          <p:cNvPr id="7221" name="Picture 2" descr="Z:\Icons, symbols\magnifying glass.png">
            <a:extLst>
              <a:ext uri="{FF2B5EF4-FFF2-40B4-BE49-F238E27FC236}">
                <a16:creationId xmlns:a16="http://schemas.microsoft.com/office/drawing/2014/main" id="{B7E2983D-1914-D275-0FF1-C868CFCA0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52109">
            <a:off x="6183313" y="1246188"/>
            <a:ext cx="2098675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22" name="Title 2">
            <a:extLst>
              <a:ext uri="{FF2B5EF4-FFF2-40B4-BE49-F238E27FC236}">
                <a16:creationId xmlns:a16="http://schemas.microsoft.com/office/drawing/2014/main" id="{D7165CD1-148B-292A-4A46-F4CE629CEEB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Télégramme – acquittement</a:t>
            </a:r>
            <a:endParaRPr lang="en-GB" altLang="nl-BE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>
            <a:extLst>
              <a:ext uri="{FF2B5EF4-FFF2-40B4-BE49-F238E27FC236}">
                <a16:creationId xmlns:a16="http://schemas.microsoft.com/office/drawing/2014/main" id="{A960A32C-463F-BE62-0F02-9BD4845B75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Télégramme – Systèmes numéraires</a:t>
            </a:r>
            <a:endParaRPr lang="en-GB" altLang="nl-BE" sz="2400"/>
          </a:p>
        </p:txBody>
      </p:sp>
      <p:graphicFrame>
        <p:nvGraphicFramePr>
          <p:cNvPr id="4" name="Tabelle 106">
            <a:extLst>
              <a:ext uri="{FF2B5EF4-FFF2-40B4-BE49-F238E27FC236}">
                <a16:creationId xmlns:a16="http://schemas.microsoft.com/office/drawing/2014/main" id="{0BC38003-768B-BBEC-1925-CEBD9391A663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1341438"/>
          <a:ext cx="7154863" cy="1443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53"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Système numéraire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Décimal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Binaire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Hexadécimal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39"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Base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10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2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16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546"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Digits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0, 1, 2…9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0,1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0, 1…9, A, B…F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8519885-9B15-8A36-A5E1-7DBD07314992}"/>
              </a:ext>
            </a:extLst>
          </p:cNvPr>
          <p:cNvSpPr txBox="1">
            <a:spLocks/>
          </p:cNvSpPr>
          <p:nvPr/>
        </p:nvSpPr>
        <p:spPr>
          <a:xfrm>
            <a:off x="303213" y="3284538"/>
            <a:ext cx="8137525" cy="280828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 dirty="0" err="1"/>
              <a:t>Système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numéraire</a:t>
            </a:r>
            <a:r>
              <a:rPr lang="de-DE" altLang="en-US" sz="1600" kern="0" dirty="0"/>
              <a:t> : Base + Digit</a:t>
            </a:r>
          </a:p>
          <a:p>
            <a:pPr lvl="1">
              <a:defRPr/>
            </a:pPr>
            <a:r>
              <a:rPr lang="de-DE" altLang="en-US" sz="1200" kern="0" dirty="0"/>
              <a:t>Plus </a:t>
            </a:r>
            <a:r>
              <a:rPr lang="de-DE" altLang="en-US" sz="1200" kern="0" dirty="0" err="1"/>
              <a:t>grand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digit</a:t>
            </a:r>
            <a:r>
              <a:rPr lang="de-DE" altLang="en-US" sz="1200" kern="0" dirty="0"/>
              <a:t> = Base - 1</a:t>
            </a:r>
          </a:p>
          <a:p>
            <a:pPr>
              <a:defRPr/>
            </a:pPr>
            <a:r>
              <a:rPr lang="de-DE" altLang="en-US" sz="1600" kern="0" dirty="0" err="1"/>
              <a:t>Systèmes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numéraires</a:t>
            </a:r>
            <a:endParaRPr lang="de-DE" altLang="en-US" sz="1600" kern="0" dirty="0"/>
          </a:p>
          <a:p>
            <a:pPr lvl="1">
              <a:defRPr/>
            </a:pPr>
            <a:r>
              <a:rPr lang="de-DE" altLang="en-US" sz="1200" kern="0" dirty="0" err="1"/>
              <a:t>Décimal</a:t>
            </a:r>
            <a:r>
              <a:rPr lang="de-DE" altLang="en-US" sz="1200" kern="0" dirty="0"/>
              <a:t> = Le </a:t>
            </a:r>
            <a:r>
              <a:rPr lang="de-DE" altLang="en-US" sz="1200" kern="0" dirty="0" err="1"/>
              <a:t>système</a:t>
            </a:r>
            <a:r>
              <a:rPr lang="de-DE" altLang="en-US" sz="1200" kern="0" dirty="0"/>
              <a:t> le plus </a:t>
            </a:r>
            <a:r>
              <a:rPr lang="de-DE" altLang="en-US" sz="1200" kern="0" dirty="0" err="1"/>
              <a:t>commun</a:t>
            </a:r>
            <a:endParaRPr lang="de-DE" altLang="en-US" sz="1200" kern="0" dirty="0"/>
          </a:p>
          <a:p>
            <a:pPr lvl="1">
              <a:defRPr/>
            </a:pPr>
            <a:r>
              <a:rPr lang="de-DE" altLang="en-US" sz="1200" kern="0" dirty="0" err="1"/>
              <a:t>Binaire</a:t>
            </a:r>
            <a:endParaRPr lang="de-DE" altLang="en-US" sz="1200" kern="0" dirty="0"/>
          </a:p>
          <a:p>
            <a:pPr lvl="2">
              <a:defRPr/>
            </a:pPr>
            <a:r>
              <a:rPr lang="de-DE" altLang="en-US" sz="1200" kern="0" dirty="0" err="1"/>
              <a:t>Important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pour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l‘informatique</a:t>
            </a:r>
            <a:endParaRPr lang="de-DE" altLang="en-US" sz="1200" kern="0" dirty="0"/>
          </a:p>
          <a:p>
            <a:pPr lvl="2">
              <a:defRPr/>
            </a:pPr>
            <a:r>
              <a:rPr lang="de-DE" altLang="en-US" sz="1200" kern="0" dirty="0"/>
              <a:t>2 </a:t>
            </a:r>
            <a:r>
              <a:rPr lang="de-DE" altLang="en-US" sz="1200" kern="0" dirty="0" err="1"/>
              <a:t>états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pour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chaque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emplacement</a:t>
            </a:r>
            <a:r>
              <a:rPr lang="de-DE" altLang="en-US" sz="1200" kern="0" dirty="0"/>
              <a:t> de </a:t>
            </a:r>
            <a:r>
              <a:rPr lang="de-DE" altLang="en-US" sz="1200" kern="0" dirty="0" err="1"/>
              <a:t>mémoire</a:t>
            </a:r>
            <a:r>
              <a:rPr lang="de-DE" altLang="en-US" sz="1200" kern="0" dirty="0"/>
              <a:t> (0,1)</a:t>
            </a:r>
          </a:p>
          <a:p>
            <a:pPr lvl="2">
              <a:defRPr/>
            </a:pPr>
            <a:r>
              <a:rPr lang="de-DE" altLang="en-US" sz="1200" kern="0" dirty="0" err="1"/>
              <a:t>Contenu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d‘emplacement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mémoire</a:t>
            </a:r>
            <a:r>
              <a:rPr lang="de-DE" altLang="en-US" sz="1200" kern="0" dirty="0"/>
              <a:t> = </a:t>
            </a:r>
            <a:r>
              <a:rPr lang="de-DE" altLang="en-US" sz="1200" kern="0" dirty="0" err="1"/>
              <a:t>bit</a:t>
            </a:r>
            <a:endParaRPr lang="de-DE" altLang="en-US" sz="1200" kern="0" dirty="0"/>
          </a:p>
          <a:p>
            <a:pPr lvl="1">
              <a:defRPr/>
            </a:pPr>
            <a:r>
              <a:rPr lang="de-DE" altLang="en-US" sz="1200" kern="0" dirty="0" err="1"/>
              <a:t>Héxadecimal</a:t>
            </a:r>
            <a:endParaRPr lang="de-DE" altLang="en-US" sz="1200" kern="0" dirty="0"/>
          </a:p>
          <a:p>
            <a:pPr lvl="2">
              <a:defRPr/>
            </a:pPr>
            <a:r>
              <a:rPr lang="de-DE" altLang="en-US" sz="1200" kern="0" dirty="0" err="1"/>
              <a:t>Chaque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emplacement</a:t>
            </a:r>
            <a:r>
              <a:rPr lang="de-DE" altLang="en-US" sz="1200" kern="0" dirty="0"/>
              <a:t> = 4 </a:t>
            </a:r>
            <a:r>
              <a:rPr lang="de-DE" altLang="en-US" sz="1200" kern="0" dirty="0" err="1"/>
              <a:t>bits</a:t>
            </a:r>
            <a:r>
              <a:rPr lang="de-DE" altLang="en-US" sz="1200" kern="0" dirty="0"/>
              <a:t> du </a:t>
            </a:r>
            <a:r>
              <a:rPr lang="de-DE" altLang="en-US" sz="1200" kern="0" dirty="0" err="1"/>
              <a:t>système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binaire</a:t>
            </a:r>
            <a:endParaRPr lang="de-DE" altLang="en-US" sz="1200" kern="0" dirty="0"/>
          </a:p>
          <a:p>
            <a:pPr lvl="2">
              <a:defRPr/>
            </a:pPr>
            <a:r>
              <a:rPr lang="de-DE" altLang="en-US" sz="1200" kern="0" dirty="0" err="1"/>
              <a:t>Représentation</a:t>
            </a:r>
            <a:r>
              <a:rPr lang="de-DE" altLang="en-US" sz="1200" kern="0" dirty="0"/>
              <a:t> plus </a:t>
            </a:r>
            <a:r>
              <a:rPr lang="de-DE" altLang="en-US" sz="1200" kern="0" dirty="0" err="1"/>
              <a:t>claire</a:t>
            </a:r>
            <a:r>
              <a:rPr lang="de-DE" altLang="en-US" sz="1200" kern="0" dirty="0"/>
              <a:t> des </a:t>
            </a:r>
            <a:r>
              <a:rPr lang="de-DE" altLang="en-US" sz="1200" kern="0" dirty="0" err="1"/>
              <a:t>données</a:t>
            </a:r>
            <a:endParaRPr lang="de-DE" altLang="en-US" sz="1200" kern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>
            <a:extLst>
              <a:ext uri="{FF2B5EF4-FFF2-40B4-BE49-F238E27FC236}">
                <a16:creationId xmlns:a16="http://schemas.microsoft.com/office/drawing/2014/main" id="{1784266F-2289-CB09-CDD7-6C485CEDCFB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Télégramme – Formats de données</a:t>
            </a:r>
            <a:endParaRPr lang="en-GB" altLang="nl-BE" sz="2400"/>
          </a:p>
        </p:txBody>
      </p:sp>
      <p:graphicFrame>
        <p:nvGraphicFramePr>
          <p:cNvPr id="4" name="Tabelle 45">
            <a:extLst>
              <a:ext uri="{FF2B5EF4-FFF2-40B4-BE49-F238E27FC236}">
                <a16:creationId xmlns:a16="http://schemas.microsoft.com/office/drawing/2014/main" id="{08F8AC93-19F7-7143-38FF-9AD69ACFFAAD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550988"/>
          <a:ext cx="7848600" cy="40133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342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Taille des données</a:t>
                      </a:r>
                    </a:p>
                  </a:txBody>
                  <a:tcPr marL="91443" marR="91443" marT="45697" marB="45697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Valeurs représentatives</a:t>
                      </a:r>
                    </a:p>
                  </a:txBody>
                  <a:tcPr marL="91443" marR="91443" marT="45697" marB="45697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Terme</a:t>
                      </a:r>
                      <a:r>
                        <a:rPr lang="de-DE" sz="1400" baseline="0">
                          <a:latin typeface="Arial" pitchFamily="34" charset="0"/>
                          <a:cs typeface="Arial" pitchFamily="34" charset="0"/>
                        </a:rPr>
                        <a:t> en technologie digitale</a:t>
                      </a:r>
                      <a:endParaRPr lang="de-DE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697" marB="45697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Application KNX</a:t>
                      </a:r>
                    </a:p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(sélection)</a:t>
                      </a:r>
                    </a:p>
                  </a:txBody>
                  <a:tcPr marL="91443" marR="91443" marT="45697" marB="45697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 bit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Bit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Switching (commutation)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85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2 bit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Priority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(priorité)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85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4 bits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Tetrad, nibble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Dimming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(variation)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85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8 bits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256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Byte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(Octet)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8-bit value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(valeur</a:t>
                      </a:r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 8 bits)</a:t>
                      </a:r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431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16 bits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65.536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Word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(Mot)</a:t>
                      </a: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Floating</a:t>
                      </a:r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 point</a:t>
                      </a:r>
                    </a:p>
                    <a:p>
                      <a:pPr algn="ctr"/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(valeur à virgule flottante)</a:t>
                      </a:r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697" marB="45697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085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32 bits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4.294.967.296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Double</a:t>
                      </a:r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 word</a:t>
                      </a:r>
                    </a:p>
                    <a:p>
                      <a:pPr algn="ctr"/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(double mot)</a:t>
                      </a:r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Counter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(compteur)</a:t>
                      </a:r>
                    </a:p>
                  </a:txBody>
                  <a:tcPr marL="91443" marR="91443" marT="45697" marB="45697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273353F-22FA-0EE7-B957-FEC8BC06AC90}"/>
              </a:ext>
            </a:extLst>
          </p:cNvPr>
          <p:cNvSpPr txBox="1">
            <a:spLocks/>
          </p:cNvSpPr>
          <p:nvPr/>
        </p:nvSpPr>
        <p:spPr>
          <a:xfrm>
            <a:off x="827088" y="5588000"/>
            <a:ext cx="7345362" cy="93662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/>
              <a:t>Format de données</a:t>
            </a:r>
          </a:p>
          <a:p>
            <a:pPr lvl="1">
              <a:defRPr/>
            </a:pPr>
            <a:r>
              <a:rPr lang="de-DE" altLang="en-US" sz="1200" kern="0"/>
              <a:t>Pour le traitement des données</a:t>
            </a:r>
          </a:p>
          <a:p>
            <a:pPr lvl="1">
              <a:defRPr/>
            </a:pPr>
            <a:r>
              <a:rPr lang="fr-FR" altLang="en-US" sz="1200" kern="0"/>
              <a:t>Représentation du contenu de données en binaire, hexadécimal ou décimal</a:t>
            </a:r>
            <a:r>
              <a:rPr lang="de-DE" altLang="en-US" sz="1200" kern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>
            <a:extLst>
              <a:ext uri="{FF2B5EF4-FFF2-40B4-BE49-F238E27FC236}">
                <a16:creationId xmlns:a16="http://schemas.microsoft.com/office/drawing/2014/main" id="{C4C7F498-7B30-E86F-E645-B7104D54E18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Conversion de nombres</a:t>
            </a:r>
            <a:endParaRPr lang="en-GB" altLang="nl-BE" sz="2400"/>
          </a:p>
        </p:txBody>
      </p:sp>
      <p:grpSp>
        <p:nvGrpSpPr>
          <p:cNvPr id="2" name="Group 259">
            <a:extLst>
              <a:ext uri="{FF2B5EF4-FFF2-40B4-BE49-F238E27FC236}">
                <a16:creationId xmlns:a16="http://schemas.microsoft.com/office/drawing/2014/main" id="{E32C709D-BD5B-9E4A-1DB1-6EF9D7F67B8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247775"/>
            <a:ext cx="4038600" cy="1268413"/>
            <a:chOff x="432" y="540"/>
            <a:chExt cx="2544" cy="799"/>
          </a:xfrm>
        </p:grpSpPr>
        <p:sp>
          <p:nvSpPr>
            <p:cNvPr id="6" name="Rectangle 243">
              <a:extLst>
                <a:ext uri="{FF2B5EF4-FFF2-40B4-BE49-F238E27FC236}">
                  <a16:creationId xmlns:a16="http://schemas.microsoft.com/office/drawing/2014/main" id="{67D76A2B-E3EF-D02B-4FA4-E96942DD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540"/>
              <a:ext cx="2499" cy="406"/>
            </a:xfrm>
            <a:prstGeom prst="rect">
              <a:avLst/>
            </a:prstGeom>
            <a:noFill/>
            <a:ln>
              <a:noFill/>
            </a:ln>
          </p:spPr>
          <p:txBody>
            <a:bodyPr lIns="90488" tIns="44450" rIns="90488" bIns="44450">
              <a:spAutoFit/>
            </a:bodyPr>
            <a:lstStyle>
              <a:lvl1pPr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altLang="en-US" sz="1800" kern="0">
                  <a:solidFill>
                    <a:srgbClr val="000000"/>
                  </a:solidFill>
                  <a:cs typeface="Arial" charset="0"/>
                </a:rPr>
                <a:t>Fractionnement en puissances individuelles</a:t>
              </a:r>
            </a:p>
          </p:txBody>
        </p:sp>
        <p:grpSp>
          <p:nvGrpSpPr>
            <p:cNvPr id="10261" name="Group 257">
              <a:extLst>
                <a:ext uri="{FF2B5EF4-FFF2-40B4-BE49-F238E27FC236}">
                  <a16:creationId xmlns:a16="http://schemas.microsoft.com/office/drawing/2014/main" id="{66F5AAC7-4513-77C7-4FF5-B0DA69B58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" y="958"/>
              <a:ext cx="2540" cy="381"/>
              <a:chOff x="436" y="958"/>
              <a:chExt cx="2540" cy="381"/>
            </a:xfrm>
          </p:grpSpPr>
          <p:sp>
            <p:nvSpPr>
              <p:cNvPr id="8" name="Freeform 241">
                <a:extLst>
                  <a:ext uri="{FF2B5EF4-FFF2-40B4-BE49-F238E27FC236}">
                    <a16:creationId xmlns:a16="http://schemas.microsoft.com/office/drawing/2014/main" id="{08753DF3-0532-C722-6CF1-A872DF9E4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" y="961"/>
                <a:ext cx="2475" cy="378"/>
              </a:xfrm>
              <a:custGeom>
                <a:avLst/>
                <a:gdLst>
                  <a:gd name="T0" fmla="*/ 0 w 2475"/>
                  <a:gd name="T1" fmla="*/ 0 h 222"/>
                  <a:gd name="T2" fmla="*/ 2474 w 2475"/>
                  <a:gd name="T3" fmla="*/ 0 h 222"/>
                  <a:gd name="T4" fmla="*/ 2474 w 2475"/>
                  <a:gd name="T5" fmla="*/ 221 h 222"/>
                  <a:gd name="T6" fmla="*/ 0 w 2475"/>
                  <a:gd name="T7" fmla="*/ 221 h 222"/>
                  <a:gd name="T8" fmla="*/ 0 w 2475"/>
                  <a:gd name="T9" fmla="*/ 0 h 2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75"/>
                  <a:gd name="T16" fmla="*/ 0 h 222"/>
                  <a:gd name="T17" fmla="*/ 2475 w 2475"/>
                  <a:gd name="T18" fmla="*/ 222 h 2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75" h="222">
                    <a:moveTo>
                      <a:pt x="0" y="0"/>
                    </a:moveTo>
                    <a:lnTo>
                      <a:pt x="2474" y="0"/>
                    </a:lnTo>
                    <a:lnTo>
                      <a:pt x="2474" y="221"/>
                    </a:lnTo>
                    <a:lnTo>
                      <a:pt x="0" y="22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369226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e-DE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9" name="Rectangle 245">
                <a:extLst>
                  <a:ext uri="{FF2B5EF4-FFF2-40B4-BE49-F238E27FC236}">
                    <a16:creationId xmlns:a16="http://schemas.microsoft.com/office/drawing/2014/main" id="{CF639F19-DEB3-C5C5-53A3-0F4AB6BA9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958"/>
                <a:ext cx="2540" cy="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488" tIns="44450" rIns="90488" bIns="44450">
                <a:spAutoFit/>
              </a:bodyPr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fr-FR" altLang="en-US" kern="0">
                    <a:solidFill>
                      <a:schemeClr val="bg1"/>
                    </a:solidFill>
                    <a:cs typeface="Arial" charset="0"/>
                  </a:rPr>
                  <a:t>Conversion d'un nombre binaire ou hexadécimal en nombre décimal</a:t>
                </a:r>
                <a:endParaRPr lang="de-DE" altLang="en-US" kern="0">
                  <a:solidFill>
                    <a:schemeClr val="bg1"/>
                  </a:solidFill>
                  <a:cs typeface="Arial" charset="0"/>
                </a:endParaRPr>
              </a:p>
            </p:txBody>
          </p:sp>
        </p:grpSp>
      </p:grpSp>
      <p:grpSp>
        <p:nvGrpSpPr>
          <p:cNvPr id="4" name="Group 260">
            <a:extLst>
              <a:ext uri="{FF2B5EF4-FFF2-40B4-BE49-F238E27FC236}">
                <a16:creationId xmlns:a16="http://schemas.microsoft.com/office/drawing/2014/main" id="{2DF7A9DC-3D3D-0172-5AB5-A4E9BCDAC022}"/>
              </a:ext>
            </a:extLst>
          </p:cNvPr>
          <p:cNvGrpSpPr>
            <a:grpSpLocks/>
          </p:cNvGrpSpPr>
          <p:nvPr/>
        </p:nvGrpSpPr>
        <p:grpSpPr bwMode="auto">
          <a:xfrm>
            <a:off x="4930775" y="1268413"/>
            <a:ext cx="3746500" cy="979487"/>
            <a:chOff x="3306" y="553"/>
            <a:chExt cx="2360" cy="617"/>
          </a:xfrm>
        </p:grpSpPr>
        <p:sp>
          <p:nvSpPr>
            <p:cNvPr id="11" name="Rectangle 244">
              <a:extLst>
                <a:ext uri="{FF2B5EF4-FFF2-40B4-BE49-F238E27FC236}">
                  <a16:creationId xmlns:a16="http://schemas.microsoft.com/office/drawing/2014/main" id="{955BFC90-D2DD-3CFF-44B8-6E44B4BD3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553"/>
              <a:ext cx="2360" cy="231"/>
            </a:xfrm>
            <a:prstGeom prst="rect">
              <a:avLst/>
            </a:prstGeom>
            <a:noFill/>
            <a:ln>
              <a:noFill/>
            </a:ln>
          </p:spPr>
          <p:txBody>
            <a:bodyPr lIns="90488" tIns="44450" rIns="90488" bIns="44450">
              <a:spAutoFit/>
            </a:bodyPr>
            <a:lstStyle>
              <a:lvl1pPr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altLang="en-US" sz="1800" kern="0">
                  <a:solidFill>
                    <a:srgbClr val="000000"/>
                  </a:solidFill>
                  <a:cs typeface="Arial" charset="0"/>
                </a:rPr>
                <a:t>Procédure de division</a:t>
              </a:r>
            </a:p>
          </p:txBody>
        </p:sp>
        <p:sp>
          <p:nvSpPr>
            <p:cNvPr id="14" name="Rectangle 246">
              <a:extLst>
                <a:ext uri="{FF2B5EF4-FFF2-40B4-BE49-F238E27FC236}">
                  <a16:creationId xmlns:a16="http://schemas.microsoft.com/office/drawing/2014/main" id="{66B5CA4A-5DC2-FCBD-0888-4E36F34D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" y="803"/>
              <a:ext cx="2343" cy="367"/>
            </a:xfrm>
            <a:prstGeom prst="rect">
              <a:avLst/>
            </a:prstGeom>
            <a:solidFill>
              <a:srgbClr val="369226"/>
            </a:solidFill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FR" altLang="en-US" kern="0">
                  <a:solidFill>
                    <a:schemeClr val="bg1"/>
                  </a:solidFill>
                  <a:cs typeface="Arial" charset="0"/>
                </a:rPr>
                <a:t>Conversion d'un nombre décimal en</a:t>
              </a:r>
            </a:p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FR" altLang="en-US" kern="0">
                  <a:solidFill>
                    <a:schemeClr val="bg1"/>
                  </a:solidFill>
                  <a:cs typeface="Arial" charset="0"/>
                </a:rPr>
                <a:t>Nombre binaire ou hexadécimal</a:t>
              </a:r>
              <a:endParaRPr lang="de-DE" altLang="en-US" kern="0">
                <a:solidFill>
                  <a:schemeClr val="bg1"/>
                </a:solidFill>
                <a:cs typeface="Arial" charset="0"/>
              </a:endParaRPr>
            </a:p>
          </p:txBody>
        </p:sp>
      </p:grpSp>
      <p:graphicFrame>
        <p:nvGraphicFramePr>
          <p:cNvPr id="17" name="Object 252">
            <a:hlinkClick r:id="" action="ppaction://ole?verb=0"/>
            <a:extLst>
              <a:ext uri="{FF2B5EF4-FFF2-40B4-BE49-F238E27FC236}">
                <a16:creationId xmlns:a16="http://schemas.microsoft.com/office/drawing/2014/main" id="{C2618B02-03C2-ED48-FB89-3DB0CC47B138}"/>
              </a:ext>
            </a:extLst>
          </p:cNvPr>
          <p:cNvGraphicFramePr>
            <a:graphicFrameLocks/>
          </p:cNvGraphicFramePr>
          <p:nvPr/>
        </p:nvGraphicFramePr>
        <p:xfrm>
          <a:off x="5021263" y="2276475"/>
          <a:ext cx="3943350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931077" imgH="2857357" progId="Word.Document.8">
                  <p:embed/>
                </p:oleObj>
              </mc:Choice>
              <mc:Fallback>
                <p:oleObj name="Document" r:id="rId2" imgW="3931077" imgH="2857357" progId="Word.Document.8">
                  <p:embed/>
                  <p:pic>
                    <p:nvPicPr>
                      <p:cNvPr id="17" name="Object 25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C2618B02-03C2-ED48-FB89-3DB0CC47B1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2276475"/>
                        <a:ext cx="3943350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53">
            <a:hlinkClick r:id="" action="ppaction://ole?verb=0"/>
            <a:extLst>
              <a:ext uri="{FF2B5EF4-FFF2-40B4-BE49-F238E27FC236}">
                <a16:creationId xmlns:a16="http://schemas.microsoft.com/office/drawing/2014/main" id="{7808FF14-03B2-615E-0875-1EE547522260}"/>
              </a:ext>
            </a:extLst>
          </p:cNvPr>
          <p:cNvGraphicFramePr>
            <a:graphicFrameLocks/>
          </p:cNvGraphicFramePr>
          <p:nvPr/>
        </p:nvGraphicFramePr>
        <p:xfrm>
          <a:off x="552450" y="2695575"/>
          <a:ext cx="40386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4" imgW="4048506" imgH="2552700" progId="Word.Document.8">
                  <p:embed/>
                </p:oleObj>
              </mc:Choice>
              <mc:Fallback>
                <p:oleObj name="Dokument" r:id="rId4" imgW="4048506" imgH="2552700" progId="Word.Document.8">
                  <p:embed/>
                  <p:pic>
                    <p:nvPicPr>
                      <p:cNvPr id="18" name="Object 25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7808FF14-03B2-615E-0875-1EE5475222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695575"/>
                        <a:ext cx="4038600" cy="253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67">
            <a:extLst>
              <a:ext uri="{FF2B5EF4-FFF2-40B4-BE49-F238E27FC236}">
                <a16:creationId xmlns:a16="http://schemas.microsoft.com/office/drawing/2014/main" id="{87F6C2B2-1C86-3574-D272-1DA5A6C84435}"/>
              </a:ext>
            </a:extLst>
          </p:cNvPr>
          <p:cNvGrpSpPr>
            <a:grpSpLocks/>
          </p:cNvGrpSpPr>
          <p:nvPr/>
        </p:nvGrpSpPr>
        <p:grpSpPr bwMode="auto">
          <a:xfrm>
            <a:off x="6773863" y="2343150"/>
            <a:ext cx="2093912" cy="2587625"/>
            <a:chOff x="4363" y="1230"/>
            <a:chExt cx="1319" cy="1630"/>
          </a:xfrm>
        </p:grpSpPr>
        <p:grpSp>
          <p:nvGrpSpPr>
            <p:cNvPr id="10251" name="Group 255">
              <a:extLst>
                <a:ext uri="{FF2B5EF4-FFF2-40B4-BE49-F238E27FC236}">
                  <a16:creationId xmlns:a16="http://schemas.microsoft.com/office/drawing/2014/main" id="{901B7AD8-B537-BD4B-7458-F25D2FF771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8" y="1230"/>
              <a:ext cx="234" cy="1185"/>
              <a:chOff x="5448" y="1182"/>
              <a:chExt cx="234" cy="1185"/>
            </a:xfrm>
          </p:grpSpPr>
          <p:sp>
            <p:nvSpPr>
              <p:cNvPr id="24" name="Freeform 249">
                <a:extLst>
                  <a:ext uri="{FF2B5EF4-FFF2-40B4-BE49-F238E27FC236}">
                    <a16:creationId xmlns:a16="http://schemas.microsoft.com/office/drawing/2014/main" id="{E0880F52-9656-0D39-70C8-56883F4E0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1" y="1210"/>
                <a:ext cx="2" cy="1157"/>
              </a:xfrm>
              <a:custGeom>
                <a:avLst/>
                <a:gdLst>
                  <a:gd name="T0" fmla="*/ 0 w 2"/>
                  <a:gd name="T1" fmla="*/ 0 h 1157"/>
                  <a:gd name="T2" fmla="*/ 1 w 2"/>
                  <a:gd name="T3" fmla="*/ 0 h 1157"/>
                  <a:gd name="T4" fmla="*/ 1 w 2"/>
                  <a:gd name="T5" fmla="*/ 1156 h 1157"/>
                  <a:gd name="T6" fmla="*/ 0 w 2"/>
                  <a:gd name="T7" fmla="*/ 1156 h 1157"/>
                  <a:gd name="T8" fmla="*/ 0 w 2"/>
                  <a:gd name="T9" fmla="*/ 0 h 11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157"/>
                  <a:gd name="T17" fmla="*/ 2 w 2"/>
                  <a:gd name="T18" fmla="*/ 1157 h 11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157">
                    <a:moveTo>
                      <a:pt x="0" y="0"/>
                    </a:moveTo>
                    <a:lnTo>
                      <a:pt x="1" y="0"/>
                    </a:lnTo>
                    <a:lnTo>
                      <a:pt x="1" y="1156"/>
                    </a:lnTo>
                    <a:lnTo>
                      <a:pt x="0" y="115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5" name="Freeform 250">
                <a:extLst>
                  <a:ext uri="{FF2B5EF4-FFF2-40B4-BE49-F238E27FC236}">
                    <a16:creationId xmlns:a16="http://schemas.microsoft.com/office/drawing/2014/main" id="{C2C81892-5E42-0D7B-062E-88CC9D6EB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8" y="1182"/>
                <a:ext cx="48" cy="51"/>
              </a:xfrm>
              <a:custGeom>
                <a:avLst/>
                <a:gdLst>
                  <a:gd name="T0" fmla="*/ 24 w 48"/>
                  <a:gd name="T1" fmla="*/ 0 h 51"/>
                  <a:gd name="T2" fmla="*/ 0 w 48"/>
                  <a:gd name="T3" fmla="*/ 50 h 51"/>
                  <a:gd name="T4" fmla="*/ 2 w 48"/>
                  <a:gd name="T5" fmla="*/ 50 h 51"/>
                  <a:gd name="T6" fmla="*/ 3 w 48"/>
                  <a:gd name="T7" fmla="*/ 49 h 51"/>
                  <a:gd name="T8" fmla="*/ 4 w 48"/>
                  <a:gd name="T9" fmla="*/ 48 h 51"/>
                  <a:gd name="T10" fmla="*/ 7 w 48"/>
                  <a:gd name="T11" fmla="*/ 47 h 51"/>
                  <a:gd name="T12" fmla="*/ 8 w 48"/>
                  <a:gd name="T13" fmla="*/ 47 h 51"/>
                  <a:gd name="T14" fmla="*/ 10 w 48"/>
                  <a:gd name="T15" fmla="*/ 47 h 51"/>
                  <a:gd name="T16" fmla="*/ 11 w 48"/>
                  <a:gd name="T17" fmla="*/ 46 h 51"/>
                  <a:gd name="T18" fmla="*/ 12 w 48"/>
                  <a:gd name="T19" fmla="*/ 46 h 51"/>
                  <a:gd name="T20" fmla="*/ 13 w 48"/>
                  <a:gd name="T21" fmla="*/ 46 h 51"/>
                  <a:gd name="T22" fmla="*/ 14 w 48"/>
                  <a:gd name="T23" fmla="*/ 46 h 51"/>
                  <a:gd name="T24" fmla="*/ 16 w 48"/>
                  <a:gd name="T25" fmla="*/ 46 h 51"/>
                  <a:gd name="T26" fmla="*/ 19 w 48"/>
                  <a:gd name="T27" fmla="*/ 45 h 51"/>
                  <a:gd name="T28" fmla="*/ 20 w 48"/>
                  <a:gd name="T29" fmla="*/ 45 h 51"/>
                  <a:gd name="T30" fmla="*/ 21 w 48"/>
                  <a:gd name="T31" fmla="*/ 45 h 51"/>
                  <a:gd name="T32" fmla="*/ 22 w 48"/>
                  <a:gd name="T33" fmla="*/ 45 h 51"/>
                  <a:gd name="T34" fmla="*/ 24 w 48"/>
                  <a:gd name="T35" fmla="*/ 45 h 51"/>
                  <a:gd name="T36" fmla="*/ 25 w 48"/>
                  <a:gd name="T37" fmla="*/ 45 h 51"/>
                  <a:gd name="T38" fmla="*/ 26 w 48"/>
                  <a:gd name="T39" fmla="*/ 45 h 51"/>
                  <a:gd name="T40" fmla="*/ 27 w 48"/>
                  <a:gd name="T41" fmla="*/ 45 h 51"/>
                  <a:gd name="T42" fmla="*/ 28 w 48"/>
                  <a:gd name="T43" fmla="*/ 45 h 51"/>
                  <a:gd name="T44" fmla="*/ 31 w 48"/>
                  <a:gd name="T45" fmla="*/ 46 h 51"/>
                  <a:gd name="T46" fmla="*/ 33 w 48"/>
                  <a:gd name="T47" fmla="*/ 46 h 51"/>
                  <a:gd name="T48" fmla="*/ 34 w 48"/>
                  <a:gd name="T49" fmla="*/ 46 h 51"/>
                  <a:gd name="T50" fmla="*/ 35 w 48"/>
                  <a:gd name="T51" fmla="*/ 46 h 51"/>
                  <a:gd name="T52" fmla="*/ 36 w 48"/>
                  <a:gd name="T53" fmla="*/ 46 h 51"/>
                  <a:gd name="T54" fmla="*/ 38 w 48"/>
                  <a:gd name="T55" fmla="*/ 47 h 51"/>
                  <a:gd name="T56" fmla="*/ 39 w 48"/>
                  <a:gd name="T57" fmla="*/ 47 h 51"/>
                  <a:gd name="T58" fmla="*/ 40 w 48"/>
                  <a:gd name="T59" fmla="*/ 47 h 51"/>
                  <a:gd name="T60" fmla="*/ 43 w 48"/>
                  <a:gd name="T61" fmla="*/ 48 h 51"/>
                  <a:gd name="T62" fmla="*/ 44 w 48"/>
                  <a:gd name="T63" fmla="*/ 49 h 51"/>
                  <a:gd name="T64" fmla="*/ 45 w 48"/>
                  <a:gd name="T65" fmla="*/ 50 h 51"/>
                  <a:gd name="T66" fmla="*/ 47 w 48"/>
                  <a:gd name="T67" fmla="*/ 50 h 51"/>
                  <a:gd name="T68" fmla="*/ 24 w 48"/>
                  <a:gd name="T69" fmla="*/ 0 h 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8"/>
                  <a:gd name="T106" fmla="*/ 0 h 51"/>
                  <a:gd name="T107" fmla="*/ 48 w 48"/>
                  <a:gd name="T108" fmla="*/ 51 h 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8" h="51">
                    <a:moveTo>
                      <a:pt x="24" y="0"/>
                    </a:moveTo>
                    <a:lnTo>
                      <a:pt x="0" y="50"/>
                    </a:lnTo>
                    <a:lnTo>
                      <a:pt x="2" y="50"/>
                    </a:lnTo>
                    <a:lnTo>
                      <a:pt x="3" y="49"/>
                    </a:lnTo>
                    <a:lnTo>
                      <a:pt x="4" y="48"/>
                    </a:lnTo>
                    <a:lnTo>
                      <a:pt x="7" y="47"/>
                    </a:lnTo>
                    <a:lnTo>
                      <a:pt x="8" y="47"/>
                    </a:lnTo>
                    <a:lnTo>
                      <a:pt x="10" y="47"/>
                    </a:lnTo>
                    <a:lnTo>
                      <a:pt x="11" y="46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4" y="46"/>
                    </a:lnTo>
                    <a:lnTo>
                      <a:pt x="16" y="46"/>
                    </a:lnTo>
                    <a:lnTo>
                      <a:pt x="19" y="45"/>
                    </a:lnTo>
                    <a:lnTo>
                      <a:pt x="20" y="45"/>
                    </a:lnTo>
                    <a:lnTo>
                      <a:pt x="21" y="45"/>
                    </a:lnTo>
                    <a:lnTo>
                      <a:pt x="22" y="45"/>
                    </a:lnTo>
                    <a:lnTo>
                      <a:pt x="24" y="45"/>
                    </a:lnTo>
                    <a:lnTo>
                      <a:pt x="25" y="45"/>
                    </a:lnTo>
                    <a:lnTo>
                      <a:pt x="26" y="45"/>
                    </a:lnTo>
                    <a:lnTo>
                      <a:pt x="27" y="45"/>
                    </a:lnTo>
                    <a:lnTo>
                      <a:pt x="28" y="45"/>
                    </a:lnTo>
                    <a:lnTo>
                      <a:pt x="31" y="46"/>
                    </a:lnTo>
                    <a:lnTo>
                      <a:pt x="33" y="46"/>
                    </a:lnTo>
                    <a:lnTo>
                      <a:pt x="34" y="46"/>
                    </a:lnTo>
                    <a:lnTo>
                      <a:pt x="35" y="46"/>
                    </a:lnTo>
                    <a:lnTo>
                      <a:pt x="36" y="46"/>
                    </a:lnTo>
                    <a:lnTo>
                      <a:pt x="38" y="47"/>
                    </a:lnTo>
                    <a:lnTo>
                      <a:pt x="39" y="47"/>
                    </a:lnTo>
                    <a:lnTo>
                      <a:pt x="40" y="47"/>
                    </a:lnTo>
                    <a:lnTo>
                      <a:pt x="43" y="48"/>
                    </a:lnTo>
                    <a:lnTo>
                      <a:pt x="44" y="49"/>
                    </a:lnTo>
                    <a:lnTo>
                      <a:pt x="45" y="50"/>
                    </a:lnTo>
                    <a:lnTo>
                      <a:pt x="47" y="5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FF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" name="Rectangle 251">
                <a:extLst>
                  <a:ext uri="{FF2B5EF4-FFF2-40B4-BE49-F238E27FC236}">
                    <a16:creationId xmlns:a16="http://schemas.microsoft.com/office/drawing/2014/main" id="{8E7BA506-1099-2E90-FB0B-81857EA63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112" y="1654"/>
                <a:ext cx="94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altLang="en-US" sz="1400" kern="0">
                    <a:solidFill>
                      <a:srgbClr val="FF0000"/>
                    </a:solidFill>
                    <a:cs typeface="Arial" charset="0"/>
                  </a:rPr>
                  <a:t>Sens de lecture</a:t>
                </a:r>
              </a:p>
            </p:txBody>
          </p:sp>
        </p:grpSp>
        <p:grpSp>
          <p:nvGrpSpPr>
            <p:cNvPr id="10252" name="Group 266">
              <a:extLst>
                <a:ext uri="{FF2B5EF4-FFF2-40B4-BE49-F238E27FC236}">
                  <a16:creationId xmlns:a16="http://schemas.microsoft.com/office/drawing/2014/main" id="{BD457341-2CEC-B795-0992-B4682EE53FB1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V="1">
              <a:off x="4739" y="2437"/>
              <a:ext cx="47" cy="800"/>
              <a:chOff x="5772" y="2544"/>
              <a:chExt cx="48" cy="1185"/>
            </a:xfrm>
          </p:grpSpPr>
          <p:sp>
            <p:nvSpPr>
              <p:cNvPr id="22" name="Freeform 263">
                <a:extLst>
                  <a:ext uri="{FF2B5EF4-FFF2-40B4-BE49-F238E27FC236}">
                    <a16:creationId xmlns:a16="http://schemas.microsoft.com/office/drawing/2014/main" id="{53B077E3-A550-797E-A2EC-5B981F953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6" y="2570"/>
                <a:ext cx="0" cy="1157"/>
              </a:xfrm>
              <a:custGeom>
                <a:avLst/>
                <a:gdLst>
                  <a:gd name="T0" fmla="*/ 0 w 2"/>
                  <a:gd name="T1" fmla="*/ 0 h 1157"/>
                  <a:gd name="T2" fmla="*/ 1 w 2"/>
                  <a:gd name="T3" fmla="*/ 0 h 1157"/>
                  <a:gd name="T4" fmla="*/ 1 w 2"/>
                  <a:gd name="T5" fmla="*/ 1156 h 1157"/>
                  <a:gd name="T6" fmla="*/ 0 w 2"/>
                  <a:gd name="T7" fmla="*/ 1156 h 1157"/>
                  <a:gd name="T8" fmla="*/ 0 w 2"/>
                  <a:gd name="T9" fmla="*/ 0 h 11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157"/>
                  <a:gd name="T17" fmla="*/ 2 w 2"/>
                  <a:gd name="T18" fmla="*/ 1157 h 11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157">
                    <a:moveTo>
                      <a:pt x="0" y="0"/>
                    </a:moveTo>
                    <a:lnTo>
                      <a:pt x="1" y="0"/>
                    </a:lnTo>
                    <a:lnTo>
                      <a:pt x="1" y="1156"/>
                    </a:lnTo>
                    <a:lnTo>
                      <a:pt x="0" y="115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3" name="Freeform 264">
                <a:extLst>
                  <a:ext uri="{FF2B5EF4-FFF2-40B4-BE49-F238E27FC236}">
                    <a16:creationId xmlns:a16="http://schemas.microsoft.com/office/drawing/2014/main" id="{7B4EAA6D-6F85-A542-112B-57DDA6D83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8" y="2542"/>
                <a:ext cx="48" cy="49"/>
              </a:xfrm>
              <a:custGeom>
                <a:avLst/>
                <a:gdLst>
                  <a:gd name="T0" fmla="*/ 24 w 48"/>
                  <a:gd name="T1" fmla="*/ 0 h 51"/>
                  <a:gd name="T2" fmla="*/ 0 w 48"/>
                  <a:gd name="T3" fmla="*/ 50 h 51"/>
                  <a:gd name="T4" fmla="*/ 2 w 48"/>
                  <a:gd name="T5" fmla="*/ 50 h 51"/>
                  <a:gd name="T6" fmla="*/ 3 w 48"/>
                  <a:gd name="T7" fmla="*/ 49 h 51"/>
                  <a:gd name="T8" fmla="*/ 4 w 48"/>
                  <a:gd name="T9" fmla="*/ 48 h 51"/>
                  <a:gd name="T10" fmla="*/ 7 w 48"/>
                  <a:gd name="T11" fmla="*/ 47 h 51"/>
                  <a:gd name="T12" fmla="*/ 8 w 48"/>
                  <a:gd name="T13" fmla="*/ 47 h 51"/>
                  <a:gd name="T14" fmla="*/ 10 w 48"/>
                  <a:gd name="T15" fmla="*/ 47 h 51"/>
                  <a:gd name="T16" fmla="*/ 11 w 48"/>
                  <a:gd name="T17" fmla="*/ 46 h 51"/>
                  <a:gd name="T18" fmla="*/ 12 w 48"/>
                  <a:gd name="T19" fmla="*/ 46 h 51"/>
                  <a:gd name="T20" fmla="*/ 13 w 48"/>
                  <a:gd name="T21" fmla="*/ 46 h 51"/>
                  <a:gd name="T22" fmla="*/ 14 w 48"/>
                  <a:gd name="T23" fmla="*/ 46 h 51"/>
                  <a:gd name="T24" fmla="*/ 16 w 48"/>
                  <a:gd name="T25" fmla="*/ 46 h 51"/>
                  <a:gd name="T26" fmla="*/ 19 w 48"/>
                  <a:gd name="T27" fmla="*/ 45 h 51"/>
                  <a:gd name="T28" fmla="*/ 20 w 48"/>
                  <a:gd name="T29" fmla="*/ 45 h 51"/>
                  <a:gd name="T30" fmla="*/ 21 w 48"/>
                  <a:gd name="T31" fmla="*/ 45 h 51"/>
                  <a:gd name="T32" fmla="*/ 22 w 48"/>
                  <a:gd name="T33" fmla="*/ 45 h 51"/>
                  <a:gd name="T34" fmla="*/ 24 w 48"/>
                  <a:gd name="T35" fmla="*/ 45 h 51"/>
                  <a:gd name="T36" fmla="*/ 25 w 48"/>
                  <a:gd name="T37" fmla="*/ 45 h 51"/>
                  <a:gd name="T38" fmla="*/ 26 w 48"/>
                  <a:gd name="T39" fmla="*/ 45 h 51"/>
                  <a:gd name="T40" fmla="*/ 27 w 48"/>
                  <a:gd name="T41" fmla="*/ 45 h 51"/>
                  <a:gd name="T42" fmla="*/ 28 w 48"/>
                  <a:gd name="T43" fmla="*/ 45 h 51"/>
                  <a:gd name="T44" fmla="*/ 31 w 48"/>
                  <a:gd name="T45" fmla="*/ 46 h 51"/>
                  <a:gd name="T46" fmla="*/ 33 w 48"/>
                  <a:gd name="T47" fmla="*/ 46 h 51"/>
                  <a:gd name="T48" fmla="*/ 34 w 48"/>
                  <a:gd name="T49" fmla="*/ 46 h 51"/>
                  <a:gd name="T50" fmla="*/ 35 w 48"/>
                  <a:gd name="T51" fmla="*/ 46 h 51"/>
                  <a:gd name="T52" fmla="*/ 36 w 48"/>
                  <a:gd name="T53" fmla="*/ 46 h 51"/>
                  <a:gd name="T54" fmla="*/ 38 w 48"/>
                  <a:gd name="T55" fmla="*/ 47 h 51"/>
                  <a:gd name="T56" fmla="*/ 39 w 48"/>
                  <a:gd name="T57" fmla="*/ 47 h 51"/>
                  <a:gd name="T58" fmla="*/ 40 w 48"/>
                  <a:gd name="T59" fmla="*/ 47 h 51"/>
                  <a:gd name="T60" fmla="*/ 43 w 48"/>
                  <a:gd name="T61" fmla="*/ 48 h 51"/>
                  <a:gd name="T62" fmla="*/ 44 w 48"/>
                  <a:gd name="T63" fmla="*/ 49 h 51"/>
                  <a:gd name="T64" fmla="*/ 45 w 48"/>
                  <a:gd name="T65" fmla="*/ 50 h 51"/>
                  <a:gd name="T66" fmla="*/ 47 w 48"/>
                  <a:gd name="T67" fmla="*/ 50 h 51"/>
                  <a:gd name="T68" fmla="*/ 24 w 48"/>
                  <a:gd name="T69" fmla="*/ 0 h 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8"/>
                  <a:gd name="T106" fmla="*/ 0 h 51"/>
                  <a:gd name="T107" fmla="*/ 48 w 48"/>
                  <a:gd name="T108" fmla="*/ 51 h 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8" h="51">
                    <a:moveTo>
                      <a:pt x="24" y="0"/>
                    </a:moveTo>
                    <a:lnTo>
                      <a:pt x="0" y="50"/>
                    </a:lnTo>
                    <a:lnTo>
                      <a:pt x="2" y="50"/>
                    </a:lnTo>
                    <a:lnTo>
                      <a:pt x="3" y="49"/>
                    </a:lnTo>
                    <a:lnTo>
                      <a:pt x="4" y="48"/>
                    </a:lnTo>
                    <a:lnTo>
                      <a:pt x="7" y="47"/>
                    </a:lnTo>
                    <a:lnTo>
                      <a:pt x="8" y="47"/>
                    </a:lnTo>
                    <a:lnTo>
                      <a:pt x="10" y="47"/>
                    </a:lnTo>
                    <a:lnTo>
                      <a:pt x="11" y="46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4" y="46"/>
                    </a:lnTo>
                    <a:lnTo>
                      <a:pt x="16" y="46"/>
                    </a:lnTo>
                    <a:lnTo>
                      <a:pt x="19" y="45"/>
                    </a:lnTo>
                    <a:lnTo>
                      <a:pt x="20" y="45"/>
                    </a:lnTo>
                    <a:lnTo>
                      <a:pt x="21" y="45"/>
                    </a:lnTo>
                    <a:lnTo>
                      <a:pt x="22" y="45"/>
                    </a:lnTo>
                    <a:lnTo>
                      <a:pt x="24" y="45"/>
                    </a:lnTo>
                    <a:lnTo>
                      <a:pt x="25" y="45"/>
                    </a:lnTo>
                    <a:lnTo>
                      <a:pt x="26" y="45"/>
                    </a:lnTo>
                    <a:lnTo>
                      <a:pt x="27" y="45"/>
                    </a:lnTo>
                    <a:lnTo>
                      <a:pt x="28" y="45"/>
                    </a:lnTo>
                    <a:lnTo>
                      <a:pt x="31" y="46"/>
                    </a:lnTo>
                    <a:lnTo>
                      <a:pt x="33" y="46"/>
                    </a:lnTo>
                    <a:lnTo>
                      <a:pt x="34" y="46"/>
                    </a:lnTo>
                    <a:lnTo>
                      <a:pt x="35" y="46"/>
                    </a:lnTo>
                    <a:lnTo>
                      <a:pt x="36" y="46"/>
                    </a:lnTo>
                    <a:lnTo>
                      <a:pt x="38" y="47"/>
                    </a:lnTo>
                    <a:lnTo>
                      <a:pt x="39" y="47"/>
                    </a:lnTo>
                    <a:lnTo>
                      <a:pt x="40" y="47"/>
                    </a:lnTo>
                    <a:lnTo>
                      <a:pt x="43" y="48"/>
                    </a:lnTo>
                    <a:lnTo>
                      <a:pt x="44" y="49"/>
                    </a:lnTo>
                    <a:lnTo>
                      <a:pt x="45" y="50"/>
                    </a:lnTo>
                    <a:lnTo>
                      <a:pt x="47" y="5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FF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DB71099C-15DE-1F89-3D3C-AF7C59A35C48}"/>
              </a:ext>
            </a:extLst>
          </p:cNvPr>
          <p:cNvSpPr txBox="1">
            <a:spLocks/>
          </p:cNvSpPr>
          <p:nvPr/>
        </p:nvSpPr>
        <p:spPr>
          <a:xfrm>
            <a:off x="979488" y="5229225"/>
            <a:ext cx="3376612" cy="93662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/>
              <a:t>HEX </a:t>
            </a:r>
            <a:r>
              <a:rPr lang="de-DE" altLang="en-US" sz="1600" kern="0">
                <a:sym typeface="Wingdings" panose="05000000000000000000" pitchFamily="2" charset="2"/>
              </a:rPr>
              <a:t> Décimal</a:t>
            </a:r>
            <a:endParaRPr lang="de-DE" altLang="en-US" sz="1600" kern="0"/>
          </a:p>
          <a:p>
            <a:pPr lvl="1">
              <a:defRPr/>
            </a:pPr>
            <a:r>
              <a:rPr lang="de-DE" altLang="en-US" sz="1200" kern="0"/>
              <a:t>Diviser en puissances individuelles</a:t>
            </a:r>
          </a:p>
          <a:p>
            <a:pPr lvl="1">
              <a:defRPr/>
            </a:pPr>
            <a:r>
              <a:rPr lang="de-DE" altLang="en-US" sz="1200" kern="0"/>
              <a:t>Additionner</a:t>
            </a:r>
          </a:p>
        </p:txBody>
      </p:sp>
      <p:sp>
        <p:nvSpPr>
          <p:cNvPr id="28" name="Content Placeholder 1">
            <a:extLst>
              <a:ext uri="{FF2B5EF4-FFF2-40B4-BE49-F238E27FC236}">
                <a16:creationId xmlns:a16="http://schemas.microsoft.com/office/drawing/2014/main" id="{C13CF89E-483C-0C7C-9FE8-B9D17A8C4CBD}"/>
              </a:ext>
            </a:extLst>
          </p:cNvPr>
          <p:cNvSpPr txBox="1">
            <a:spLocks/>
          </p:cNvSpPr>
          <p:nvPr/>
        </p:nvSpPr>
        <p:spPr>
          <a:xfrm>
            <a:off x="5003800" y="5157788"/>
            <a:ext cx="4140200" cy="136683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/>
              <a:t>Décimal </a:t>
            </a:r>
            <a:r>
              <a:rPr lang="de-DE" altLang="en-US" sz="1600" kern="0">
                <a:sym typeface="Wingdings" panose="05000000000000000000" pitchFamily="2" charset="2"/>
              </a:rPr>
              <a:t> Binaire</a:t>
            </a:r>
            <a:endParaRPr lang="de-DE" altLang="en-US" sz="1600" kern="0"/>
          </a:p>
          <a:p>
            <a:pPr lvl="1">
              <a:defRPr/>
            </a:pPr>
            <a:r>
              <a:rPr lang="de-DE" altLang="en-US" sz="1200" kern="0"/>
              <a:t>Le nombre est constamment divisé par sa base</a:t>
            </a:r>
          </a:p>
          <a:p>
            <a:pPr lvl="1">
              <a:defRPr/>
            </a:pPr>
            <a:r>
              <a:rPr lang="de-DE" altLang="en-US" sz="1200" kern="0"/>
              <a:t>Jusqu‘à 0</a:t>
            </a:r>
          </a:p>
          <a:p>
            <a:pPr lvl="1">
              <a:defRPr/>
            </a:pPr>
            <a:r>
              <a:rPr lang="de-DE" altLang="en-US" sz="1200" kern="0"/>
              <a:t>Reste de la division = digits du nombre converti</a:t>
            </a:r>
          </a:p>
          <a:p>
            <a:pPr lvl="1">
              <a:defRPr/>
            </a:pPr>
            <a:r>
              <a:rPr lang="de-DE" altLang="en-US" sz="1200" kern="0"/>
              <a:t>Digits du nombre converti = Lire du bas vers le haut</a:t>
            </a:r>
          </a:p>
        </p:txBody>
      </p:sp>
      <p:cxnSp>
        <p:nvCxnSpPr>
          <p:cNvPr id="10250" name="Straight Connector 2">
            <a:extLst>
              <a:ext uri="{FF2B5EF4-FFF2-40B4-BE49-F238E27FC236}">
                <a16:creationId xmlns:a16="http://schemas.microsoft.com/office/drawing/2014/main" id="{56FC9E69-5DED-315D-AADE-3E26008FFC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16463" y="1341438"/>
            <a:ext cx="0" cy="4967287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2">
            <a:extLst>
              <a:ext uri="{FF2B5EF4-FFF2-40B4-BE49-F238E27FC236}">
                <a16:creationId xmlns:a16="http://schemas.microsoft.com/office/drawing/2014/main" id="{9465BCE1-084E-82CC-6F15-EAC864A0AD1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Champ de contrôle</a:t>
            </a:r>
            <a:endParaRPr lang="en-GB" altLang="nl-BE" sz="2400"/>
          </a:p>
        </p:txBody>
      </p:sp>
      <p:graphicFrame>
        <p:nvGraphicFramePr>
          <p:cNvPr id="281" name="Tabelle 117">
            <a:extLst>
              <a:ext uri="{FF2B5EF4-FFF2-40B4-BE49-F238E27FC236}">
                <a16:creationId xmlns:a16="http://schemas.microsoft.com/office/drawing/2014/main" id="{38DE1419-6E71-02DF-1D86-5EDBA2A3E819}"/>
              </a:ext>
            </a:extLst>
          </p:cNvPr>
          <p:cNvGraphicFramePr>
            <a:graphicFrameLocks noGrp="1"/>
          </p:cNvGraphicFramePr>
          <p:nvPr/>
        </p:nvGraphicFramePr>
        <p:xfrm>
          <a:off x="487363" y="2852738"/>
          <a:ext cx="8332787" cy="22971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3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562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2250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7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6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5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4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3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2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1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0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Lire dans le sens</a:t>
                      </a:r>
                      <a:r>
                        <a:rPr lang="de-DE" sz="1600" b="1" baseline="0">
                          <a:latin typeface="Arial" pitchFamily="34" charset="0"/>
                          <a:cs typeface="Arial" pitchFamily="34" charset="0"/>
                        </a:rPr>
                        <a:t> des bits</a:t>
                      </a:r>
                      <a:endParaRPr lang="de-DE" sz="16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3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R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 dirty="0">
                          <a:latin typeface="Arial" pitchFamily="34" charset="0"/>
                          <a:cs typeface="Arial" pitchFamily="34" charset="0"/>
                        </a:rPr>
                        <a:t>PP = </a:t>
                      </a:r>
                      <a:r>
                        <a:rPr lang="de-DE" sz="1400" b="1" dirty="0" err="1">
                          <a:latin typeface="Arial" pitchFamily="34" charset="0"/>
                          <a:cs typeface="Arial" pitchFamily="34" charset="0"/>
                        </a:rPr>
                        <a:t>Priorité</a:t>
                      </a:r>
                      <a:r>
                        <a:rPr lang="de-DE" sz="1400" b="1" dirty="0">
                          <a:latin typeface="Arial" pitchFamily="34" charset="0"/>
                          <a:cs typeface="Arial" pitchFamily="34" charset="0"/>
                        </a:rPr>
                        <a:t> de transmission, R=</a:t>
                      </a:r>
                      <a:r>
                        <a:rPr lang="de-DE" sz="1400" b="1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de-DE" sz="1400" b="1" baseline="0" dirty="0" err="1">
                          <a:latin typeface="Arial" pitchFamily="34" charset="0"/>
                          <a:cs typeface="Arial" pitchFamily="34" charset="0"/>
                        </a:rPr>
                        <a:t>Répétition</a:t>
                      </a:r>
                      <a:r>
                        <a:rPr lang="de-DE" sz="1400" b="1" baseline="0" dirty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de-DE" sz="1400" b="1" baseline="0" dirty="0" err="1">
                          <a:latin typeface="Arial" pitchFamily="34" charset="0"/>
                          <a:cs typeface="Arial" pitchFamily="34" charset="0"/>
                        </a:rPr>
                        <a:t>Autres</a:t>
                      </a:r>
                      <a:r>
                        <a:rPr lang="de-DE" sz="1400" b="1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de-DE" sz="1400" b="1" baseline="0" dirty="0" err="1">
                          <a:latin typeface="Arial" pitchFamily="34" charset="0"/>
                          <a:cs typeface="Arial" pitchFamily="34" charset="0"/>
                        </a:rPr>
                        <a:t>bits</a:t>
                      </a:r>
                      <a:r>
                        <a:rPr lang="de-DE" sz="1400" b="1" baseline="0" dirty="0">
                          <a:latin typeface="Arial" pitchFamily="34" charset="0"/>
                          <a:cs typeface="Arial" pitchFamily="34" charset="0"/>
                        </a:rPr>
                        <a:t> fixes</a:t>
                      </a:r>
                      <a:endParaRPr lang="de-DE" sz="1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8129"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Fonctions système (plus haute priorité)</a:t>
                      </a:r>
                    </a:p>
                    <a:p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Fonctions d‘alarme </a:t>
                      </a:r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(alarme)</a:t>
                      </a:r>
                    </a:p>
                    <a:p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Haute priorité opérationnelle (normal)</a:t>
                      </a:r>
                    </a:p>
                    <a:p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Basse priorité opérationnelle (auto)</a:t>
                      </a: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420"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Répétition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319" name="Right Arrow 46">
            <a:extLst>
              <a:ext uri="{FF2B5EF4-FFF2-40B4-BE49-F238E27FC236}">
                <a16:creationId xmlns:a16="http://schemas.microsoft.com/office/drawing/2014/main" id="{B950259B-C5E0-F03D-51C8-BB7F07F714B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021638" y="2919413"/>
            <a:ext cx="582612" cy="293687"/>
          </a:xfrm>
          <a:prstGeom prst="rightArrow">
            <a:avLst>
              <a:gd name="adj1" fmla="val 50000"/>
              <a:gd name="adj2" fmla="val 49980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nl-BE" altLang="en-US" sz="1600" b="1">
              <a:solidFill>
                <a:schemeClr val="bg1"/>
              </a:solidFill>
            </a:endParaRPr>
          </a:p>
        </p:txBody>
      </p:sp>
      <p:grpSp>
        <p:nvGrpSpPr>
          <p:cNvPr id="11320" name="Group 2">
            <a:extLst>
              <a:ext uri="{FF2B5EF4-FFF2-40B4-BE49-F238E27FC236}">
                <a16:creationId xmlns:a16="http://schemas.microsoft.com/office/drawing/2014/main" id="{84576BC1-67D3-2EF0-2B7E-6C9949655DD9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700213"/>
            <a:ext cx="8929688" cy="720725"/>
            <a:chOff x="35492" y="1699662"/>
            <a:chExt cx="8928697" cy="722373"/>
          </a:xfrm>
        </p:grpSpPr>
        <p:grpSp>
          <p:nvGrpSpPr>
            <p:cNvPr id="3" name="Group 27">
              <a:extLst>
                <a:ext uri="{FF2B5EF4-FFF2-40B4-BE49-F238E27FC236}">
                  <a16:creationId xmlns:a16="http://schemas.microsoft.com/office/drawing/2014/main" id="{DDFDA0D8-649D-7DB4-2602-7C5243F52886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1C2542B2-E9E6-4056-5B5D-5FF1B6385326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64" name="TextBox 29">
                <a:extLst>
                  <a:ext uri="{FF2B5EF4-FFF2-40B4-BE49-F238E27FC236}">
                    <a16:creationId xmlns:a16="http://schemas.microsoft.com/office/drawing/2014/main" id="{66C9185E-A4D9-B91D-F811-6F6E827FCABE}"/>
                  </a:ext>
                </a:extLst>
              </p:cNvPr>
              <p:cNvSpPr txBox="1"/>
              <p:nvPr/>
            </p:nvSpPr>
            <p:spPr>
              <a:xfrm>
                <a:off x="2000184" y="2269020"/>
                <a:ext cx="1234326" cy="696368"/>
              </a:xfrm>
              <a:prstGeom prst="rect">
                <a:avLst/>
              </a:prstGeom>
              <a:grpFill/>
            </p:spPr>
            <p:txBody>
              <a:bodyPr lIns="0" tIns="46800" rIns="0" bIns="46800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Champ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contrôle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FB44701-26E2-253A-8650-85F390C8056F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734C336E-BFEF-1346-8408-81B284E03859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62" name="TextBox 26">
                <a:extLst>
                  <a:ext uri="{FF2B5EF4-FFF2-40B4-BE49-F238E27FC236}">
                    <a16:creationId xmlns:a16="http://schemas.microsoft.com/office/drawing/2014/main" id="{F2B4A704-39C8-9714-95DC-7939987BE87D}"/>
                  </a:ext>
                </a:extLst>
              </p:cNvPr>
              <p:cNvSpPr txBox="1"/>
              <p:nvPr/>
            </p:nvSpPr>
            <p:spPr>
              <a:xfrm>
                <a:off x="2023697" y="2403081"/>
                <a:ext cx="1201493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7653719-05C7-730F-4BB7-D9A62A5B407A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580A0E8-80A8-DF52-4A1C-ABD5BA97AB0F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60" name="TextBox 24">
                <a:extLst>
                  <a:ext uri="{FF2B5EF4-FFF2-40B4-BE49-F238E27FC236}">
                    <a16:creationId xmlns:a16="http://schemas.microsoft.com/office/drawing/2014/main" id="{F54C2C82-288D-545A-6053-A47178999965}"/>
                  </a:ext>
                </a:extLst>
              </p:cNvPr>
              <p:cNvSpPr txBox="1"/>
              <p:nvPr/>
            </p:nvSpPr>
            <p:spPr>
              <a:xfrm>
                <a:off x="3751295" y="2390381"/>
                <a:ext cx="1118592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cible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 + 1 bit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834B1864-1B9A-E5D2-06C5-18DC0DDEA077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2373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GB" sz="500" b="1">
                <a:solidFill>
                  <a:schemeClr val="bg1"/>
                </a:solidFill>
                <a:latin typeface="+mj-lt"/>
                <a:cs typeface="Arial" charset="0"/>
              </a:endParaRPr>
            </a:p>
            <a:p>
              <a:pPr algn="ctr">
                <a:defRPr/>
              </a:pP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Compteur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de </a:t>
              </a: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routage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3 bits</a:t>
              </a:r>
            </a:p>
          </p:txBody>
        </p:sp>
        <p:grpSp>
          <p:nvGrpSpPr>
            <p:cNvPr id="6" name="Group 33">
              <a:extLst>
                <a:ext uri="{FF2B5EF4-FFF2-40B4-BE49-F238E27FC236}">
                  <a16:creationId xmlns:a16="http://schemas.microsoft.com/office/drawing/2014/main" id="{A53C1FF3-A3F3-C86F-059D-E2C9F0768E64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B3E72CF6-35C9-04F7-56E8-41D186D8FD29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58" name="TextBox 35">
                <a:extLst>
                  <a:ext uri="{FF2B5EF4-FFF2-40B4-BE49-F238E27FC236}">
                    <a16:creationId xmlns:a16="http://schemas.microsoft.com/office/drawing/2014/main" id="{CD76972F-844F-F959-88AF-A26D99997E4E}"/>
                  </a:ext>
                </a:extLst>
              </p:cNvPr>
              <p:cNvSpPr txBox="1"/>
              <p:nvPr/>
            </p:nvSpPr>
            <p:spPr>
              <a:xfrm>
                <a:off x="1930597" y="2403081"/>
                <a:ext cx="1254932" cy="50096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Longueur</a:t>
                </a: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008CBCD-E193-2FB8-5973-27614175FE95}"/>
                </a:ext>
              </a:extLst>
            </p:cNvPr>
            <p:cNvGrpSpPr/>
            <p:nvPr/>
          </p:nvGrpSpPr>
          <p:grpSpPr bwMode="auto">
            <a:xfrm>
              <a:off x="6117838" y="1699662"/>
              <a:ext cx="1626691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17511795-0C06-9F99-E5C6-4A5668CCF37B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56" name="TextBox 22">
                <a:extLst>
                  <a:ext uri="{FF2B5EF4-FFF2-40B4-BE49-F238E27FC236}">
                    <a16:creationId xmlns:a16="http://schemas.microsoft.com/office/drawing/2014/main" id="{5738FF33-370A-CFC4-A899-DEE336D6F857}"/>
                  </a:ext>
                </a:extLst>
              </p:cNvPr>
              <p:cNvSpPr txBox="1"/>
              <p:nvPr/>
            </p:nvSpPr>
            <p:spPr>
              <a:xfrm>
                <a:off x="6418916" y="2387240"/>
                <a:ext cx="1556547" cy="51507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Donnée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utile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Jusqu’à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16 x 1 byte</a:t>
                </a:r>
                <a:endParaRPr lang="nl-BE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8" name="Group 36">
              <a:extLst>
                <a:ext uri="{FF2B5EF4-FFF2-40B4-BE49-F238E27FC236}">
                  <a16:creationId xmlns:a16="http://schemas.microsoft.com/office/drawing/2014/main" id="{70A8458C-EC7E-0D44-5B94-58F00BE672FC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4769F3D1-2094-36DB-F2A0-9893D16CB595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54" name="TextBox 38">
                <a:extLst>
                  <a:ext uri="{FF2B5EF4-FFF2-40B4-BE49-F238E27FC236}">
                    <a16:creationId xmlns:a16="http://schemas.microsoft.com/office/drawing/2014/main" id="{CE3D6FE4-4157-2CD7-326C-9663675A8C6C}"/>
                  </a:ext>
                </a:extLst>
              </p:cNvPr>
              <p:cNvSpPr txBox="1"/>
              <p:nvPr/>
            </p:nvSpPr>
            <p:spPr>
              <a:xfrm>
                <a:off x="2038053" y="2330827"/>
                <a:ext cx="1350590" cy="587664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Octet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vérification</a:t>
                </a:r>
                <a:endParaRPr lang="nl-BE" sz="5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pic>
        <p:nvPicPr>
          <p:cNvPr id="11321" name="Picture 2" descr="Z:\Icons, symbols\magnifying glass.png">
            <a:extLst>
              <a:ext uri="{FF2B5EF4-FFF2-40B4-BE49-F238E27FC236}">
                <a16:creationId xmlns:a16="http://schemas.microsoft.com/office/drawing/2014/main" id="{35B79829-22F4-8058-4981-3D723E750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28295">
            <a:off x="-136525" y="1477963"/>
            <a:ext cx="1763713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>
            <a:extLst>
              <a:ext uri="{FF2B5EF4-FFF2-40B4-BE49-F238E27FC236}">
                <a16:creationId xmlns:a16="http://schemas.microsoft.com/office/drawing/2014/main" id="{A544A541-226B-F21F-C704-77C1C10F41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Adresse source (adresse individuelle)</a:t>
            </a:r>
            <a:endParaRPr lang="en-GB" altLang="nl-BE" sz="2400"/>
          </a:p>
        </p:txBody>
      </p:sp>
      <p:grpSp>
        <p:nvGrpSpPr>
          <p:cNvPr id="12291" name="Group 2">
            <a:extLst>
              <a:ext uri="{FF2B5EF4-FFF2-40B4-BE49-F238E27FC236}">
                <a16:creationId xmlns:a16="http://schemas.microsoft.com/office/drawing/2014/main" id="{2269CF2A-FC61-018F-17C5-43100B667FA6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852738"/>
            <a:ext cx="7848600" cy="1458912"/>
            <a:chOff x="107781" y="600075"/>
            <a:chExt cx="8502819" cy="1458931"/>
          </a:xfrm>
        </p:grpSpPr>
        <p:grpSp>
          <p:nvGrpSpPr>
            <p:cNvPr id="12332" name="Group 66">
              <a:extLst>
                <a:ext uri="{FF2B5EF4-FFF2-40B4-BE49-F238E27FC236}">
                  <a16:creationId xmlns:a16="http://schemas.microsoft.com/office/drawing/2014/main" id="{D91969D3-E5D7-3ED8-FAED-F8EB346AD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8934" y="600075"/>
              <a:ext cx="6251666" cy="1458931"/>
              <a:chOff x="2358945" y="600076"/>
              <a:chExt cx="6252273" cy="1458985"/>
            </a:xfrm>
          </p:grpSpPr>
          <p:grpSp>
            <p:nvGrpSpPr>
              <p:cNvPr id="12336" name="Group 65">
                <a:extLst>
                  <a:ext uri="{FF2B5EF4-FFF2-40B4-BE49-F238E27FC236}">
                    <a16:creationId xmlns:a16="http://schemas.microsoft.com/office/drawing/2014/main" id="{1FBE0623-882A-8579-74A9-73D75E2889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945" y="968375"/>
                <a:ext cx="6252273" cy="1090686"/>
                <a:chOff x="2358945" y="968375"/>
                <a:chExt cx="6252273" cy="1090686"/>
              </a:xfrm>
            </p:grpSpPr>
            <p:grpSp>
              <p:nvGrpSpPr>
                <p:cNvPr id="12340" name="Group 31">
                  <a:extLst>
                    <a:ext uri="{FF2B5EF4-FFF2-40B4-BE49-F238E27FC236}">
                      <a16:creationId xmlns:a16="http://schemas.microsoft.com/office/drawing/2014/main" id="{D9D66E7C-670F-D0C7-3CA7-1F3704E13E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58945" y="968375"/>
                  <a:ext cx="6252273" cy="695325"/>
                  <a:chOff x="873045" y="968375"/>
                  <a:chExt cx="6252273" cy="695325"/>
                </a:xfrm>
              </p:grpSpPr>
              <p:grpSp>
                <p:nvGrpSpPr>
                  <p:cNvPr id="12344" name="Group 24">
                    <a:extLst>
                      <a:ext uri="{FF2B5EF4-FFF2-40B4-BE49-F238E27FC236}">
                        <a16:creationId xmlns:a16="http://schemas.microsoft.com/office/drawing/2014/main" id="{FFECDCDF-7065-D2BF-680B-DCE14FB6BB2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09475" y="968375"/>
                    <a:ext cx="2815843" cy="666750"/>
                    <a:chOff x="3298809" y="854075"/>
                    <a:chExt cx="2815843" cy="666750"/>
                  </a:xfrm>
                </p:grpSpPr>
                <p:grpSp>
                  <p:nvGrpSpPr>
                    <p:cNvPr id="12357" name="Group 3">
                      <a:extLst>
                        <a:ext uri="{FF2B5EF4-FFF2-40B4-BE49-F238E27FC236}">
                          <a16:creationId xmlns:a16="http://schemas.microsoft.com/office/drawing/2014/main" id="{6C7449F6-ECE2-6463-124A-F20B4DB1248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98809" y="854075"/>
                      <a:ext cx="1463524" cy="666750"/>
                      <a:chOff x="188165" y="4127500"/>
                      <a:chExt cx="1463503" cy="666750"/>
                    </a:xfrm>
                  </p:grpSpPr>
                  <p:sp>
                    <p:nvSpPr>
                      <p:cNvPr id="59" name="Cube 58">
                        <a:extLst>
                          <a:ext uri="{FF2B5EF4-FFF2-40B4-BE49-F238E27FC236}">
                            <a16:creationId xmlns:a16="http://schemas.microsoft.com/office/drawing/2014/main" id="{6EC98E6F-E37E-1951-BC87-240007A374D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93540" y="4127519"/>
                        <a:ext cx="46611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60" name="Cube 59">
                        <a:extLst>
                          <a:ext uri="{FF2B5EF4-FFF2-40B4-BE49-F238E27FC236}">
                            <a16:creationId xmlns:a16="http://schemas.microsoft.com/office/drawing/2014/main" id="{F1741C4C-5821-E2A3-45DA-C01494CC004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27214" y="4127519"/>
                        <a:ext cx="46611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61" name="Cube 60">
                        <a:extLst>
                          <a:ext uri="{FF2B5EF4-FFF2-40B4-BE49-F238E27FC236}">
                            <a16:creationId xmlns:a16="http://schemas.microsoft.com/office/drawing/2014/main" id="{410DF1D9-CCED-B461-6AC7-F498F813929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59167" y="4127519"/>
                        <a:ext cx="466112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62" name="Cube 61">
                        <a:extLst>
                          <a:ext uri="{FF2B5EF4-FFF2-40B4-BE49-F238E27FC236}">
                            <a16:creationId xmlns:a16="http://schemas.microsoft.com/office/drawing/2014/main" id="{8B84F005-3DF8-8087-548F-6597B3D5182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192841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</p:grpSp>
                <p:grpSp>
                  <p:nvGrpSpPr>
                    <p:cNvPr id="12358" name="Group 4">
                      <a:extLst>
                        <a:ext uri="{FF2B5EF4-FFF2-40B4-BE49-F238E27FC236}">
                          <a16:creationId xmlns:a16="http://schemas.microsoft.com/office/drawing/2014/main" id="{750482F5-77DA-A6BA-B8E6-45BD49350E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51128" y="854075"/>
                      <a:ext cx="1463524" cy="666750"/>
                      <a:chOff x="188165" y="4127500"/>
                      <a:chExt cx="1463503" cy="666750"/>
                    </a:xfrm>
                  </p:grpSpPr>
                  <p:sp>
                    <p:nvSpPr>
                      <p:cNvPr id="55" name="Cube 54">
                        <a:extLst>
                          <a:ext uri="{FF2B5EF4-FFF2-40B4-BE49-F238E27FC236}">
                            <a16:creationId xmlns:a16="http://schemas.microsoft.com/office/drawing/2014/main" id="{439EDBAC-32C6-7701-8C3E-6A177B271C0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974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56" name="Cube 55">
                        <a:extLst>
                          <a:ext uri="{FF2B5EF4-FFF2-40B4-BE49-F238E27FC236}">
                            <a16:creationId xmlns:a16="http://schemas.microsoft.com/office/drawing/2014/main" id="{8707EA7B-5450-9CD0-C253-90F98BA4F35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21648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57" name="Cube 56">
                        <a:extLst>
                          <a:ext uri="{FF2B5EF4-FFF2-40B4-BE49-F238E27FC236}">
                            <a16:creationId xmlns:a16="http://schemas.microsoft.com/office/drawing/2014/main" id="{62946966-E629-6008-04E4-0BD27DFFD2D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53603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58" name="Cube 57">
                        <a:extLst>
                          <a:ext uri="{FF2B5EF4-FFF2-40B4-BE49-F238E27FC236}">
                            <a16:creationId xmlns:a16="http://schemas.microsoft.com/office/drawing/2014/main" id="{60251A5C-973C-4A9B-3AF8-F203C98FA43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187277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P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12345" name="Group 5">
                    <a:extLst>
                      <a:ext uri="{FF2B5EF4-FFF2-40B4-BE49-F238E27FC236}">
                        <a16:creationId xmlns:a16="http://schemas.microsoft.com/office/drawing/2014/main" id="{4201521D-DC5F-B69F-9340-54C25060307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73045" y="968387"/>
                    <a:ext cx="1468896" cy="666770"/>
                    <a:chOff x="188770" y="4127512"/>
                    <a:chExt cx="1468875" cy="666770"/>
                  </a:xfrm>
                </p:grpSpPr>
                <p:sp>
                  <p:nvSpPr>
                    <p:cNvPr id="49" name="Cube 48">
                      <a:extLst>
                        <a:ext uri="{FF2B5EF4-FFF2-40B4-BE49-F238E27FC236}">
                          <a16:creationId xmlns:a16="http://schemas.microsoft.com/office/drawing/2014/main" id="{9EAD4E41-DB84-F0CC-E591-779460479E1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8869" y="4127519"/>
                      <a:ext cx="466112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Z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50" name="Cube 49">
                      <a:extLst>
                        <a:ext uri="{FF2B5EF4-FFF2-40B4-BE49-F238E27FC236}">
                          <a16:creationId xmlns:a16="http://schemas.microsoft.com/office/drawing/2014/main" id="{6BB48775-3E04-E65F-E3AD-5621FB16553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20823" y="4127519"/>
                      <a:ext cx="471271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Z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51" name="Cube 50">
                      <a:extLst>
                        <a:ext uri="{FF2B5EF4-FFF2-40B4-BE49-F238E27FC236}">
                          <a16:creationId xmlns:a16="http://schemas.microsoft.com/office/drawing/2014/main" id="{43528F14-6E69-C2BF-CE3B-1D5CDCEC00B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59656" y="4127519"/>
                      <a:ext cx="466112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Z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651CE5EB-C84C-B159-C4D4-9DCEA3528D4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191611" y="4127519"/>
                      <a:ext cx="466111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Z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</p:grpSp>
              <p:grpSp>
                <p:nvGrpSpPr>
                  <p:cNvPr id="12346" name="Group 6">
                    <a:extLst>
                      <a:ext uri="{FF2B5EF4-FFF2-40B4-BE49-F238E27FC236}">
                        <a16:creationId xmlns:a16="http://schemas.microsoft.com/office/drawing/2014/main" id="{AF2808B6-F462-079B-1058-AA2272C2189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67139" y="968375"/>
                    <a:ext cx="1463524" cy="666750"/>
                    <a:chOff x="188165" y="4127500"/>
                    <a:chExt cx="1463503" cy="666750"/>
                  </a:xfrm>
                </p:grpSpPr>
                <p:sp>
                  <p:nvSpPr>
                    <p:cNvPr id="45" name="Cube 44">
                      <a:extLst>
                        <a:ext uri="{FF2B5EF4-FFF2-40B4-BE49-F238E27FC236}">
                          <a16:creationId xmlns:a16="http://schemas.microsoft.com/office/drawing/2014/main" id="{EB1E87CB-F3FB-058A-1CBB-A632BA12755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8363" y="4127519"/>
                      <a:ext cx="46611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94AF0899-3978-6322-6DB7-ED99479A1BA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22037" y="4127519"/>
                      <a:ext cx="46439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47" name="Cube 46">
                      <a:extLst>
                        <a:ext uri="{FF2B5EF4-FFF2-40B4-BE49-F238E27FC236}">
                          <a16:creationId xmlns:a16="http://schemas.microsoft.com/office/drawing/2014/main" id="{1597FB95-C8E6-7E80-BABB-723D57FF096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53991" y="4127519"/>
                      <a:ext cx="46439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48" name="Cube 47">
                      <a:extLst>
                        <a:ext uri="{FF2B5EF4-FFF2-40B4-BE49-F238E27FC236}">
                          <a16:creationId xmlns:a16="http://schemas.microsoft.com/office/drawing/2014/main" id="{424F85F6-3539-C567-03D2-E45E7A519C8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187664" y="4127519"/>
                      <a:ext cx="46439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2347" name="Oval 25">
                    <a:extLst>
                      <a:ext uri="{FF2B5EF4-FFF2-40B4-BE49-F238E27FC236}">
                        <a16:creationId xmlns:a16="http://schemas.microsoft.com/office/drawing/2014/main" id="{60B04F42-AD6B-0295-3DB3-2D0C1BEC36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67756" y="1574800"/>
                    <a:ext cx="96044" cy="8890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348" name="Oval 26">
                    <a:extLst>
                      <a:ext uri="{FF2B5EF4-FFF2-40B4-BE49-F238E27FC236}">
                        <a16:creationId xmlns:a16="http://schemas.microsoft.com/office/drawing/2014/main" id="{334B1FEC-E935-6800-8E4D-3C19F47A81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94956" y="1546225"/>
                    <a:ext cx="96044" cy="8890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341" name="Rectangle 68">
                  <a:extLst>
                    <a:ext uri="{FF2B5EF4-FFF2-40B4-BE49-F238E27FC236}">
                      <a16:creationId xmlns:a16="http://schemas.microsoft.com/office/drawing/2014/main" id="{E8FA5780-62C2-9621-C88D-FAEDC54A2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5266" y="1692276"/>
                  <a:ext cx="960774" cy="3667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marL="87313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de-DE" altLang="nl-BE" b="1">
                      <a:solidFill>
                        <a:schemeClr val="tx2"/>
                      </a:solidFill>
                    </a:rPr>
                    <a:t>0…15</a:t>
                  </a:r>
                </a:p>
              </p:txBody>
            </p:sp>
            <p:sp>
              <p:nvSpPr>
                <p:cNvPr id="12342" name="Rectangle 68">
                  <a:extLst>
                    <a:ext uri="{FF2B5EF4-FFF2-40B4-BE49-F238E27FC236}">
                      <a16:creationId xmlns:a16="http://schemas.microsoft.com/office/drawing/2014/main" id="{C8A24168-5C22-57E0-D70E-B50F8EA456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5772" y="1692276"/>
                  <a:ext cx="960774" cy="3667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marL="87313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de-DE" altLang="nl-BE" b="1">
                      <a:solidFill>
                        <a:schemeClr val="tx2"/>
                      </a:solidFill>
                    </a:rPr>
                    <a:t>0…15</a:t>
                  </a:r>
                </a:p>
              </p:txBody>
            </p:sp>
            <p:sp>
              <p:nvSpPr>
                <p:cNvPr id="12343" name="Rectangle 68">
                  <a:extLst>
                    <a:ext uri="{FF2B5EF4-FFF2-40B4-BE49-F238E27FC236}">
                      <a16:creationId xmlns:a16="http://schemas.microsoft.com/office/drawing/2014/main" id="{E807EFF4-B568-B618-022A-98F3751995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91787" y="1692276"/>
                  <a:ext cx="1099714" cy="3667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marL="87313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defTabSz="762000" eaLnBrk="0" hangingPunct="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de-DE" altLang="nl-BE" b="1">
                      <a:solidFill>
                        <a:schemeClr val="tx2"/>
                      </a:solidFill>
                    </a:rPr>
                    <a:t>0…255</a:t>
                  </a:r>
                </a:p>
              </p:txBody>
            </p:sp>
          </p:grpSp>
          <p:sp>
            <p:nvSpPr>
              <p:cNvPr id="12337" name="Rectangle 68">
                <a:extLst>
                  <a:ext uri="{FF2B5EF4-FFF2-40B4-BE49-F238E27FC236}">
                    <a16:creationId xmlns:a16="http://schemas.microsoft.com/office/drawing/2014/main" id="{A0CCE497-2638-539D-8A26-5612C5DBD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5486" y="600076"/>
                <a:ext cx="988582" cy="3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ZONE</a:t>
                </a:r>
              </a:p>
            </p:txBody>
          </p:sp>
          <p:sp>
            <p:nvSpPr>
              <p:cNvPr id="12338" name="Rectangle 68">
                <a:extLst>
                  <a:ext uri="{FF2B5EF4-FFF2-40B4-BE49-F238E27FC236}">
                    <a16:creationId xmlns:a16="http://schemas.microsoft.com/office/drawing/2014/main" id="{9CAF4DD4-926C-EE70-4D2F-9D90FD297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511" y="600076"/>
                <a:ext cx="1058053" cy="3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LIGNE</a:t>
                </a:r>
              </a:p>
            </p:txBody>
          </p:sp>
          <p:sp>
            <p:nvSpPr>
              <p:cNvPr id="12339" name="Rectangle 68">
                <a:extLst>
                  <a:ext uri="{FF2B5EF4-FFF2-40B4-BE49-F238E27FC236}">
                    <a16:creationId xmlns:a16="http://schemas.microsoft.com/office/drawing/2014/main" id="{144EC5C8-201A-4507-223A-5E1DDF410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2603" y="600076"/>
                <a:ext cx="1937981" cy="3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PARTICIPANT</a:t>
                </a:r>
              </a:p>
            </p:txBody>
          </p:sp>
        </p:grpSp>
        <p:grpSp>
          <p:nvGrpSpPr>
            <p:cNvPr id="12333" name="Group 1">
              <a:extLst>
                <a:ext uri="{FF2B5EF4-FFF2-40B4-BE49-F238E27FC236}">
                  <a16:creationId xmlns:a16="http://schemas.microsoft.com/office/drawing/2014/main" id="{E8156971-79FF-2D00-67CF-90988FFC0C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781" y="1054100"/>
              <a:ext cx="2156919" cy="986323"/>
              <a:chOff x="107781" y="1054100"/>
              <a:chExt cx="2156919" cy="986323"/>
            </a:xfrm>
          </p:grpSpPr>
          <p:sp>
            <p:nvSpPr>
              <p:cNvPr id="12334" name="Rectangle 66">
                <a:extLst>
                  <a:ext uri="{FF2B5EF4-FFF2-40B4-BE49-F238E27FC236}">
                    <a16:creationId xmlns:a16="http://schemas.microsoft.com/office/drawing/2014/main" id="{9CEAEBAB-605C-487D-4F50-236F9155E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731" y="1054100"/>
                <a:ext cx="1858214" cy="474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sz="2500" b="1">
                    <a:solidFill>
                      <a:schemeClr val="tx2"/>
                    </a:solidFill>
                  </a:rPr>
                  <a:t>Structure:</a:t>
                </a:r>
              </a:p>
            </p:txBody>
          </p:sp>
          <p:sp>
            <p:nvSpPr>
              <p:cNvPr id="12335" name="Rectangle 66">
                <a:extLst>
                  <a:ext uri="{FF2B5EF4-FFF2-40B4-BE49-F238E27FC236}">
                    <a16:creationId xmlns:a16="http://schemas.microsoft.com/office/drawing/2014/main" id="{0B5B6799-439C-0845-0F24-0264CD417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781" y="1565937"/>
                <a:ext cx="2156919" cy="474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Possible values:</a:t>
                </a:r>
                <a:endParaRPr lang="de-DE" altLang="nl-BE" sz="2500" b="1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63" name="Content Placeholder 1">
            <a:extLst>
              <a:ext uri="{FF2B5EF4-FFF2-40B4-BE49-F238E27FC236}">
                <a16:creationId xmlns:a16="http://schemas.microsoft.com/office/drawing/2014/main" id="{AD3F5A40-7A08-11D2-72ED-E54C2138707F}"/>
              </a:ext>
            </a:extLst>
          </p:cNvPr>
          <p:cNvSpPr txBox="1">
            <a:spLocks/>
          </p:cNvSpPr>
          <p:nvPr/>
        </p:nvSpPr>
        <p:spPr>
          <a:xfrm>
            <a:off x="682625" y="5876925"/>
            <a:ext cx="7345363" cy="576263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 dirty="0"/>
              <a:t>Adresse </a:t>
            </a:r>
            <a:r>
              <a:rPr lang="de-DE" altLang="en-US" sz="1600" kern="0" dirty="0" err="1"/>
              <a:t>source</a:t>
            </a:r>
            <a:endParaRPr lang="de-DE" altLang="en-US" sz="1600" kern="0" dirty="0"/>
          </a:p>
          <a:p>
            <a:pPr lvl="1">
              <a:defRPr/>
            </a:pPr>
            <a:r>
              <a:rPr lang="de-DE" altLang="en-US" sz="1200" kern="0" dirty="0"/>
              <a:t>Adresse individuelle du participant </a:t>
            </a:r>
            <a:r>
              <a:rPr lang="de-DE" altLang="en-US" sz="1200" kern="0" dirty="0" err="1"/>
              <a:t>d‘envoi</a:t>
            </a:r>
            <a:endParaRPr lang="de-DE" altLang="en-US" sz="1200" kern="0" dirty="0"/>
          </a:p>
        </p:txBody>
      </p:sp>
      <p:grpSp>
        <p:nvGrpSpPr>
          <p:cNvPr id="12293" name="Group 2">
            <a:extLst>
              <a:ext uri="{FF2B5EF4-FFF2-40B4-BE49-F238E27FC236}">
                <a16:creationId xmlns:a16="http://schemas.microsoft.com/office/drawing/2014/main" id="{FE75AD83-E0C9-76C0-3F4B-BBD0AD210D7B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700213"/>
            <a:ext cx="8929688" cy="720725"/>
            <a:chOff x="35492" y="1699662"/>
            <a:chExt cx="8928697" cy="722373"/>
          </a:xfrm>
        </p:grpSpPr>
        <p:grpSp>
          <p:nvGrpSpPr>
            <p:cNvPr id="13" name="Group 27">
              <a:extLst>
                <a:ext uri="{FF2B5EF4-FFF2-40B4-BE49-F238E27FC236}">
                  <a16:creationId xmlns:a16="http://schemas.microsoft.com/office/drawing/2014/main" id="{49C06358-90D2-B8AB-9755-7851F87F8C79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3B64CAE7-B80B-780B-5E1D-2756B3B537C0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22" name="TextBox 29">
                <a:extLst>
                  <a:ext uri="{FF2B5EF4-FFF2-40B4-BE49-F238E27FC236}">
                    <a16:creationId xmlns:a16="http://schemas.microsoft.com/office/drawing/2014/main" id="{E0E96875-E8D4-87D9-C4B0-C4ABEF8BBF61}"/>
                  </a:ext>
                </a:extLst>
              </p:cNvPr>
              <p:cNvSpPr txBox="1"/>
              <p:nvPr/>
            </p:nvSpPr>
            <p:spPr>
              <a:xfrm>
                <a:off x="2000184" y="2269020"/>
                <a:ext cx="1234326" cy="696368"/>
              </a:xfrm>
              <a:prstGeom prst="rect">
                <a:avLst/>
              </a:prstGeom>
              <a:grpFill/>
            </p:spPr>
            <p:txBody>
              <a:bodyPr lIns="0" tIns="46800" rIns="0" bIns="46800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Champ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contrôle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7D7056BE-D303-5873-FC76-6E9341A8BEBA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AA9B8A94-0CEC-536B-CC4B-D973E965CB0A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20" name="TextBox 26">
                <a:extLst>
                  <a:ext uri="{FF2B5EF4-FFF2-40B4-BE49-F238E27FC236}">
                    <a16:creationId xmlns:a16="http://schemas.microsoft.com/office/drawing/2014/main" id="{F7E9F6D6-0BB0-BE70-10C6-F5F76FD28FDE}"/>
                  </a:ext>
                </a:extLst>
              </p:cNvPr>
              <p:cNvSpPr txBox="1"/>
              <p:nvPr/>
            </p:nvSpPr>
            <p:spPr>
              <a:xfrm>
                <a:off x="2023697" y="2403081"/>
                <a:ext cx="1201493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4EEBEB25-8209-3DF4-0312-B5D7DAD07F5F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FFCD6686-B421-19A0-2EC0-37DB38D59650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18" name="TextBox 24">
                <a:extLst>
                  <a:ext uri="{FF2B5EF4-FFF2-40B4-BE49-F238E27FC236}">
                    <a16:creationId xmlns:a16="http://schemas.microsoft.com/office/drawing/2014/main" id="{8AE86CFE-DD8A-6123-BF66-1588BE085F30}"/>
                  </a:ext>
                </a:extLst>
              </p:cNvPr>
              <p:cNvSpPr txBox="1"/>
              <p:nvPr/>
            </p:nvSpPr>
            <p:spPr>
              <a:xfrm>
                <a:off x="3751295" y="2390381"/>
                <a:ext cx="1118592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cible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 + 1 bit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B5ECC1C1-4085-9911-5AD0-607EC7C38EEC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2373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GB" sz="500" b="1">
                <a:solidFill>
                  <a:schemeClr val="bg1"/>
                </a:solidFill>
                <a:latin typeface="+mj-lt"/>
                <a:cs typeface="Arial" charset="0"/>
              </a:endParaRPr>
            </a:p>
            <a:p>
              <a:pPr algn="ctr">
                <a:defRPr/>
              </a:pP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Compteur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de </a:t>
              </a: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routage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3 bits</a:t>
              </a:r>
            </a:p>
          </p:txBody>
        </p:sp>
        <p:grpSp>
          <p:nvGrpSpPr>
            <p:cNvPr id="16" name="Group 33">
              <a:extLst>
                <a:ext uri="{FF2B5EF4-FFF2-40B4-BE49-F238E27FC236}">
                  <a16:creationId xmlns:a16="http://schemas.microsoft.com/office/drawing/2014/main" id="{6934392B-A08A-2F65-6015-2E7E255B2234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319DED8F-21DA-50A4-97CC-7868EC51BF04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16" name="TextBox 35">
                <a:extLst>
                  <a:ext uri="{FF2B5EF4-FFF2-40B4-BE49-F238E27FC236}">
                    <a16:creationId xmlns:a16="http://schemas.microsoft.com/office/drawing/2014/main" id="{FACC3901-0B19-7188-1815-858611E43990}"/>
                  </a:ext>
                </a:extLst>
              </p:cNvPr>
              <p:cNvSpPr txBox="1"/>
              <p:nvPr/>
            </p:nvSpPr>
            <p:spPr>
              <a:xfrm>
                <a:off x="1930597" y="2403081"/>
                <a:ext cx="1254932" cy="50096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Longueur</a:t>
                </a: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7" name="Group 6">
              <a:extLst>
                <a:ext uri="{FF2B5EF4-FFF2-40B4-BE49-F238E27FC236}">
                  <a16:creationId xmlns:a16="http://schemas.microsoft.com/office/drawing/2014/main" id="{2AFC752A-8421-0475-4FED-C94A02B2E519}"/>
                </a:ext>
              </a:extLst>
            </p:cNvPr>
            <p:cNvGrpSpPr/>
            <p:nvPr/>
          </p:nvGrpSpPr>
          <p:grpSpPr bwMode="auto">
            <a:xfrm>
              <a:off x="6117838" y="1699662"/>
              <a:ext cx="1626691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481D59BA-E627-00DC-5E6D-E9428431449D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14" name="TextBox 22">
                <a:extLst>
                  <a:ext uri="{FF2B5EF4-FFF2-40B4-BE49-F238E27FC236}">
                    <a16:creationId xmlns:a16="http://schemas.microsoft.com/office/drawing/2014/main" id="{63B03DCD-4EBB-CDAC-8DF5-7AD996E698C3}"/>
                  </a:ext>
                </a:extLst>
              </p:cNvPr>
              <p:cNvSpPr txBox="1"/>
              <p:nvPr/>
            </p:nvSpPr>
            <p:spPr>
              <a:xfrm>
                <a:off x="6418916" y="2387240"/>
                <a:ext cx="1556547" cy="51507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Donnée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utile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Jusqu’à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16 x 1 byte</a:t>
                </a:r>
                <a:endParaRPr lang="nl-BE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8" name="Group 36">
              <a:extLst>
                <a:ext uri="{FF2B5EF4-FFF2-40B4-BE49-F238E27FC236}">
                  <a16:creationId xmlns:a16="http://schemas.microsoft.com/office/drawing/2014/main" id="{8DDA0BBA-FA80-F55C-0872-6B0130A9A58E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C92E494D-362A-5C78-29E7-673B164AFD15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12" name="TextBox 38">
                <a:extLst>
                  <a:ext uri="{FF2B5EF4-FFF2-40B4-BE49-F238E27FC236}">
                    <a16:creationId xmlns:a16="http://schemas.microsoft.com/office/drawing/2014/main" id="{1C417A49-D887-B46A-FABC-FD37C315BD9D}"/>
                  </a:ext>
                </a:extLst>
              </p:cNvPr>
              <p:cNvSpPr txBox="1"/>
              <p:nvPr/>
            </p:nvSpPr>
            <p:spPr>
              <a:xfrm>
                <a:off x="2038053" y="2330827"/>
                <a:ext cx="1350590" cy="587664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Octet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vérification</a:t>
                </a:r>
                <a:endParaRPr lang="nl-BE" sz="5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pic>
        <p:nvPicPr>
          <p:cNvPr id="12294" name="Picture 2" descr="Z:\Icons, symbols\magnifying glass.png">
            <a:extLst>
              <a:ext uri="{FF2B5EF4-FFF2-40B4-BE49-F238E27FC236}">
                <a16:creationId xmlns:a16="http://schemas.microsoft.com/office/drawing/2014/main" id="{54A66996-0ADC-5B7B-FC4E-AA07E1F0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0070">
            <a:off x="801688" y="1487488"/>
            <a:ext cx="2111375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95" name="Group 2">
            <a:extLst>
              <a:ext uri="{FF2B5EF4-FFF2-40B4-BE49-F238E27FC236}">
                <a16:creationId xmlns:a16="http://schemas.microsoft.com/office/drawing/2014/main" id="{82049F5C-8FDC-361D-BF79-1098B182FCE7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4581525"/>
            <a:ext cx="7735888" cy="1063625"/>
            <a:chOff x="230298" y="600075"/>
            <a:chExt cx="8380302" cy="1063585"/>
          </a:xfrm>
        </p:grpSpPr>
        <p:grpSp>
          <p:nvGrpSpPr>
            <p:cNvPr id="12296" name="Group 66">
              <a:extLst>
                <a:ext uri="{FF2B5EF4-FFF2-40B4-BE49-F238E27FC236}">
                  <a16:creationId xmlns:a16="http://schemas.microsoft.com/office/drawing/2014/main" id="{55116D23-D444-3963-54C7-5BE2CB8EC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8934" y="600075"/>
              <a:ext cx="6251666" cy="1063585"/>
              <a:chOff x="2358945" y="600076"/>
              <a:chExt cx="6252273" cy="1063624"/>
            </a:xfrm>
          </p:grpSpPr>
          <p:grpSp>
            <p:nvGrpSpPr>
              <p:cNvPr id="12298" name="Group 31">
                <a:extLst>
                  <a:ext uri="{FF2B5EF4-FFF2-40B4-BE49-F238E27FC236}">
                    <a16:creationId xmlns:a16="http://schemas.microsoft.com/office/drawing/2014/main" id="{1EC9AF3A-7399-803D-BE81-EF1D074DC0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945" y="968375"/>
                <a:ext cx="6252273" cy="695325"/>
                <a:chOff x="873045" y="968375"/>
                <a:chExt cx="6252273" cy="695325"/>
              </a:xfrm>
            </p:grpSpPr>
            <p:grpSp>
              <p:nvGrpSpPr>
                <p:cNvPr id="12302" name="Group 24">
                  <a:extLst>
                    <a:ext uri="{FF2B5EF4-FFF2-40B4-BE49-F238E27FC236}">
                      <a16:creationId xmlns:a16="http://schemas.microsoft.com/office/drawing/2014/main" id="{C622F498-528A-6FCA-A95B-D1DA702E9D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09475" y="968375"/>
                  <a:ext cx="2815843" cy="666750"/>
                  <a:chOff x="3298809" y="854075"/>
                  <a:chExt cx="2815843" cy="666750"/>
                </a:xfrm>
              </p:grpSpPr>
              <p:grpSp>
                <p:nvGrpSpPr>
                  <p:cNvPr id="12315" name="Group 3">
                    <a:extLst>
                      <a:ext uri="{FF2B5EF4-FFF2-40B4-BE49-F238E27FC236}">
                        <a16:creationId xmlns:a16="http://schemas.microsoft.com/office/drawing/2014/main" id="{9BDE66C7-A354-80E5-C109-F8D406180D0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98809" y="854075"/>
                    <a:ext cx="1463524" cy="666750"/>
                    <a:chOff x="188165" y="4127500"/>
                    <a:chExt cx="1463503" cy="666750"/>
                  </a:xfrm>
                </p:grpSpPr>
                <p:sp>
                  <p:nvSpPr>
                    <p:cNvPr id="155" name="Cube 154">
                      <a:extLst>
                        <a:ext uri="{FF2B5EF4-FFF2-40B4-BE49-F238E27FC236}">
                          <a16:creationId xmlns:a16="http://schemas.microsoft.com/office/drawing/2014/main" id="{E51F4C3C-A279-3400-E626-84A6A0F2617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93677" y="4127501"/>
                      <a:ext cx="466088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0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156" name="Cube 155">
                      <a:extLst>
                        <a:ext uri="{FF2B5EF4-FFF2-40B4-BE49-F238E27FC236}">
                          <a16:creationId xmlns:a16="http://schemas.microsoft.com/office/drawing/2014/main" id="{907973A0-E651-8D17-5732-787B91F09DA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27335" y="4127501"/>
                      <a:ext cx="466088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0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157" name="Cube 156">
                      <a:extLst>
                        <a:ext uri="{FF2B5EF4-FFF2-40B4-BE49-F238E27FC236}">
                          <a16:creationId xmlns:a16="http://schemas.microsoft.com/office/drawing/2014/main" id="{D74A189E-B948-0AA0-8DD3-017A7E7762A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59272" y="4127501"/>
                      <a:ext cx="466089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0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158" name="Cube 157">
                      <a:extLst>
                        <a:ext uri="{FF2B5EF4-FFF2-40B4-BE49-F238E27FC236}">
                          <a16:creationId xmlns:a16="http://schemas.microsoft.com/office/drawing/2014/main" id="{146CE4F6-25B2-9E0C-CDC3-2B3ADDFD149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192930" y="4127501"/>
                      <a:ext cx="464369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1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</p:grpSp>
              <p:grpSp>
                <p:nvGrpSpPr>
                  <p:cNvPr id="12316" name="Group 4">
                    <a:extLst>
                      <a:ext uri="{FF2B5EF4-FFF2-40B4-BE49-F238E27FC236}">
                        <a16:creationId xmlns:a16="http://schemas.microsoft.com/office/drawing/2014/main" id="{0A6C7D70-5601-E521-B4E4-84F0C51795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51128" y="854075"/>
                    <a:ext cx="1463524" cy="666750"/>
                    <a:chOff x="188165" y="4127500"/>
                    <a:chExt cx="1463503" cy="666750"/>
                  </a:xfrm>
                </p:grpSpPr>
                <p:sp>
                  <p:nvSpPr>
                    <p:cNvPr id="151" name="Cube 150">
                      <a:extLst>
                        <a:ext uri="{FF2B5EF4-FFF2-40B4-BE49-F238E27FC236}">
                          <a16:creationId xmlns:a16="http://schemas.microsoft.com/office/drawing/2014/main" id="{593FCFB4-7F4A-3947-4C03-56C744127D3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8046" y="4127501"/>
                      <a:ext cx="464369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0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152" name="Cube 151">
                      <a:extLst>
                        <a:ext uri="{FF2B5EF4-FFF2-40B4-BE49-F238E27FC236}">
                          <a16:creationId xmlns:a16="http://schemas.microsoft.com/office/drawing/2014/main" id="{88B41E90-6D50-E0A7-1602-387BA454E63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21703" y="4127501"/>
                      <a:ext cx="464369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1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153" name="Cube 152">
                      <a:extLst>
                        <a:ext uri="{FF2B5EF4-FFF2-40B4-BE49-F238E27FC236}">
                          <a16:creationId xmlns:a16="http://schemas.microsoft.com/office/drawing/2014/main" id="{38F7DD79-D50F-6D79-B74C-F877A7BF347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53642" y="4127501"/>
                      <a:ext cx="464369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0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154" name="Cube 153">
                      <a:extLst>
                        <a:ext uri="{FF2B5EF4-FFF2-40B4-BE49-F238E27FC236}">
                          <a16:creationId xmlns:a16="http://schemas.microsoft.com/office/drawing/2014/main" id="{1AA7A8F7-0285-4FC1-65D5-B36BE46E259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187299" y="4127501"/>
                      <a:ext cx="464369" cy="666749"/>
                    </a:xfrm>
                    <a:prstGeom prst="cube">
                      <a:avLst/>
                    </a:prstGeom>
                    <a:solidFill>
                      <a:srgbClr val="0C4B9D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0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</p:grpSp>
            </p:grpSp>
            <p:grpSp>
              <p:nvGrpSpPr>
                <p:cNvPr id="12303" name="Group 5">
                  <a:extLst>
                    <a:ext uri="{FF2B5EF4-FFF2-40B4-BE49-F238E27FC236}">
                      <a16:creationId xmlns:a16="http://schemas.microsoft.com/office/drawing/2014/main" id="{693441A9-4C05-5129-A355-D0B685012C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73045" y="968387"/>
                  <a:ext cx="1468896" cy="666770"/>
                  <a:chOff x="188770" y="4127512"/>
                  <a:chExt cx="1468875" cy="666770"/>
                </a:xfrm>
              </p:grpSpPr>
              <p:sp>
                <p:nvSpPr>
                  <p:cNvPr id="145" name="Cube 144">
                    <a:extLst>
                      <a:ext uri="{FF2B5EF4-FFF2-40B4-BE49-F238E27FC236}">
                        <a16:creationId xmlns:a16="http://schemas.microsoft.com/office/drawing/2014/main" id="{8659EEE5-6DD7-9628-52DE-A05B60017A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9174" y="4127501"/>
                    <a:ext cx="466089" cy="666749"/>
                  </a:xfrm>
                  <a:prstGeom prst="cube">
                    <a:avLst/>
                  </a:prstGeom>
                  <a:solidFill>
                    <a:srgbClr val="369226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0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6" name="Cube 145">
                    <a:extLst>
                      <a:ext uri="{FF2B5EF4-FFF2-40B4-BE49-F238E27FC236}">
                        <a16:creationId xmlns:a16="http://schemas.microsoft.com/office/drawing/2014/main" id="{35366657-F60C-742E-1E8A-BAA80728DD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112" y="4127501"/>
                    <a:ext cx="471248" cy="666749"/>
                  </a:xfrm>
                  <a:prstGeom prst="cube">
                    <a:avLst/>
                  </a:prstGeom>
                  <a:solidFill>
                    <a:srgbClr val="369226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0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7" name="Cube 146">
                    <a:extLst>
                      <a:ext uri="{FF2B5EF4-FFF2-40B4-BE49-F238E27FC236}">
                        <a16:creationId xmlns:a16="http://schemas.microsoft.com/office/drawing/2014/main" id="{74E1FFB5-6F55-5AAC-8278-10ABA7748D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9929" y="4127501"/>
                    <a:ext cx="466089" cy="666749"/>
                  </a:xfrm>
                  <a:prstGeom prst="cube">
                    <a:avLst/>
                  </a:prstGeom>
                  <a:solidFill>
                    <a:srgbClr val="369226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1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8" name="Cube 147">
                    <a:extLst>
                      <a:ext uri="{FF2B5EF4-FFF2-40B4-BE49-F238E27FC236}">
                        <a16:creationId xmlns:a16="http://schemas.microsoft.com/office/drawing/2014/main" id="{E6F2B2C5-5B21-1734-7B9F-8DFB756E9C5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91867" y="4127501"/>
                    <a:ext cx="466088" cy="666749"/>
                  </a:xfrm>
                  <a:prstGeom prst="cube">
                    <a:avLst/>
                  </a:prstGeom>
                  <a:solidFill>
                    <a:srgbClr val="369226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1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2304" name="Group 6">
                  <a:extLst>
                    <a:ext uri="{FF2B5EF4-FFF2-40B4-BE49-F238E27FC236}">
                      <a16:creationId xmlns:a16="http://schemas.microsoft.com/office/drawing/2014/main" id="{42083638-F855-BDE3-9964-C81B7CB279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67139" y="968375"/>
                  <a:ext cx="1463524" cy="666750"/>
                  <a:chOff x="188165" y="4127500"/>
                  <a:chExt cx="1463503" cy="666750"/>
                </a:xfrm>
              </p:grpSpPr>
              <p:sp>
                <p:nvSpPr>
                  <p:cNvPr id="141" name="Cube 140">
                    <a:extLst>
                      <a:ext uri="{FF2B5EF4-FFF2-40B4-BE49-F238E27FC236}">
                        <a16:creationId xmlns:a16="http://schemas.microsoft.com/office/drawing/2014/main" id="{599941BA-040E-D752-2A64-F09CF5CB8A9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85" y="4127501"/>
                    <a:ext cx="466088" cy="666749"/>
                  </a:xfrm>
                  <a:prstGeom prst="cube">
                    <a:avLst/>
                  </a:prstGeom>
                  <a:solidFill>
                    <a:srgbClr val="808485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1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2" name="Cube 141">
                    <a:extLst>
                      <a:ext uri="{FF2B5EF4-FFF2-40B4-BE49-F238E27FC236}">
                        <a16:creationId xmlns:a16="http://schemas.microsoft.com/office/drawing/2014/main" id="{D2F5B349-270E-AF3D-C5D9-3A1ADC2D5F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43" y="4127501"/>
                    <a:ext cx="464369" cy="666749"/>
                  </a:xfrm>
                  <a:prstGeom prst="cube">
                    <a:avLst/>
                  </a:prstGeom>
                  <a:solidFill>
                    <a:srgbClr val="808485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0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3" name="Cube 142">
                    <a:extLst>
                      <a:ext uri="{FF2B5EF4-FFF2-40B4-BE49-F238E27FC236}">
                        <a16:creationId xmlns:a16="http://schemas.microsoft.com/office/drawing/2014/main" id="{15308854-D643-A3D5-B52D-E36B3E03971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4180" y="4127501"/>
                    <a:ext cx="464369" cy="666749"/>
                  </a:xfrm>
                  <a:prstGeom prst="cube">
                    <a:avLst/>
                  </a:prstGeom>
                  <a:solidFill>
                    <a:srgbClr val="808485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1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4" name="Cube 143">
                    <a:extLst>
                      <a:ext uri="{FF2B5EF4-FFF2-40B4-BE49-F238E27FC236}">
                        <a16:creationId xmlns:a16="http://schemas.microsoft.com/office/drawing/2014/main" id="{8C0C9249-19F3-5483-C030-193757E76C4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838" y="4127501"/>
                    <a:ext cx="464369" cy="666749"/>
                  </a:xfrm>
                  <a:prstGeom prst="cube">
                    <a:avLst/>
                  </a:prstGeom>
                  <a:solidFill>
                    <a:srgbClr val="808485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r>
                      <a:rPr lang="nl-BE">
                        <a:solidFill>
                          <a:schemeClr val="bg1"/>
                        </a:solidFill>
                        <a:latin typeface="+mj-lt"/>
                        <a:cs typeface="Arial" charset="0"/>
                      </a:rPr>
                      <a:t>0</a:t>
                    </a:r>
                    <a:endParaRPr lang="en-GB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sp>
              <p:nvSpPr>
                <p:cNvPr id="12305" name="Oval 25">
                  <a:extLst>
                    <a:ext uri="{FF2B5EF4-FFF2-40B4-BE49-F238E27FC236}">
                      <a16:creationId xmlns:a16="http://schemas.microsoft.com/office/drawing/2014/main" id="{8B5DD4D2-0B04-F4DE-1D80-EE3E180ED3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756" y="1574800"/>
                  <a:ext cx="96044" cy="8890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endParaRPr lang="en-GB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06" name="Oval 26">
                  <a:extLst>
                    <a:ext uri="{FF2B5EF4-FFF2-40B4-BE49-F238E27FC236}">
                      <a16:creationId xmlns:a16="http://schemas.microsoft.com/office/drawing/2014/main" id="{50F62329-BC9D-A42A-A758-F94E200DF3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94956" y="1546225"/>
                  <a:ext cx="96044" cy="8890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endParaRPr lang="en-GB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299" name="Rectangle 68">
                <a:extLst>
                  <a:ext uri="{FF2B5EF4-FFF2-40B4-BE49-F238E27FC236}">
                    <a16:creationId xmlns:a16="http://schemas.microsoft.com/office/drawing/2014/main" id="{9EA6BE5C-2487-3A10-8664-A7471C2F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1280" y="600076"/>
                <a:ext cx="1196997" cy="3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ZONE 3</a:t>
                </a:r>
              </a:p>
            </p:txBody>
          </p:sp>
          <p:sp>
            <p:nvSpPr>
              <p:cNvPr id="12300" name="Rectangle 68">
                <a:extLst>
                  <a:ext uri="{FF2B5EF4-FFF2-40B4-BE49-F238E27FC236}">
                    <a16:creationId xmlns:a16="http://schemas.microsoft.com/office/drawing/2014/main" id="{FCE83160-E277-9117-A606-D5D6D6559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3832" y="600076"/>
                <a:ext cx="1405411" cy="3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LIGNE 10</a:t>
                </a:r>
              </a:p>
            </p:txBody>
          </p:sp>
          <p:sp>
            <p:nvSpPr>
              <p:cNvPr id="12301" name="Rectangle 68">
                <a:extLst>
                  <a:ext uri="{FF2B5EF4-FFF2-40B4-BE49-F238E27FC236}">
                    <a16:creationId xmlns:a16="http://schemas.microsoft.com/office/drawing/2014/main" id="{0E686A9A-7A26-F2D4-DDF6-9F4028328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925" y="600076"/>
                <a:ext cx="2285338" cy="36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 eaLnBrk="0" hangingPunct="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PARTICIPANT 20</a:t>
                </a:r>
              </a:p>
            </p:txBody>
          </p:sp>
        </p:grpSp>
        <p:sp>
          <p:nvSpPr>
            <p:cNvPr id="12297" name="Rectangle 66">
              <a:extLst>
                <a:ext uri="{FF2B5EF4-FFF2-40B4-BE49-F238E27FC236}">
                  <a16:creationId xmlns:a16="http://schemas.microsoft.com/office/drawing/2014/main" id="{E4C10530-047A-2139-C289-4E2D2CAC9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98" y="1054100"/>
              <a:ext cx="1839083" cy="474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762000" eaLnBrk="0" hangingPunct="0"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762000" eaLnBrk="0" hangingPunct="0"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762000" eaLnBrk="0" hangingPunct="0"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762000" eaLnBrk="0" hangingPunct="0"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92325" algn="l"/>
                  <a:tab pos="4186238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nl-BE" sz="2500" b="1">
                  <a:solidFill>
                    <a:schemeClr val="tx2"/>
                  </a:solidFill>
                </a:rPr>
                <a:t>Exemple :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2">
            <a:extLst>
              <a:ext uri="{FF2B5EF4-FFF2-40B4-BE49-F238E27FC236}">
                <a16:creationId xmlns:a16="http://schemas.microsoft.com/office/drawing/2014/main" id="{56EFC775-27DB-5549-EEBF-03F724778E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Adressen cible (si adresse de groupe)</a:t>
            </a:r>
            <a:endParaRPr lang="en-GB" altLang="nl-BE" sz="2400"/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B3327EB0-962A-EAB5-8D06-B66D9183396D}"/>
              </a:ext>
            </a:extLst>
          </p:cNvPr>
          <p:cNvGrpSpPr>
            <a:grpSpLocks/>
          </p:cNvGrpSpPr>
          <p:nvPr/>
        </p:nvGrpSpPr>
        <p:grpSpPr bwMode="auto">
          <a:xfrm>
            <a:off x="4029924" y="2996952"/>
            <a:ext cx="2198260" cy="363426"/>
            <a:chOff x="3298809" y="854075"/>
            <a:chExt cx="2815843" cy="666750"/>
          </a:xfrm>
          <a:solidFill>
            <a:srgbClr val="C00000"/>
          </a:solidFill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510B774-A879-CCA6-72EB-291621E072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8809" y="854075"/>
              <a:ext cx="1463524" cy="666750"/>
              <a:chOff x="188165" y="4127500"/>
              <a:chExt cx="1463503" cy="666750"/>
            </a:xfrm>
            <a:grpFill/>
          </p:grpSpPr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070F2FBD-5B2C-71A9-D013-2A23C6FEA8FE}"/>
                  </a:ext>
                </a:extLst>
              </p:cNvPr>
              <p:cNvSpPr/>
              <p:nvPr/>
            </p:nvSpPr>
            <p:spPr bwMode="auto">
              <a:xfrm>
                <a:off x="193506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3A50F06A-871B-CCF8-C0B5-C5931A5E8B41}"/>
                  </a:ext>
                </a:extLst>
              </p:cNvPr>
              <p:cNvSpPr/>
              <p:nvPr/>
            </p:nvSpPr>
            <p:spPr bwMode="auto">
              <a:xfrm>
                <a:off x="527184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AC39B22F-A92A-7003-F70A-839E8D551D05}"/>
                  </a:ext>
                </a:extLst>
              </p:cNvPr>
              <p:cNvSpPr/>
              <p:nvPr/>
            </p:nvSpPr>
            <p:spPr bwMode="auto">
              <a:xfrm>
                <a:off x="859142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C513CBE4-894F-AF5D-DF0A-5CCCA3083BC8}"/>
                  </a:ext>
                </a:extLst>
              </p:cNvPr>
              <p:cNvSpPr/>
              <p:nvPr/>
            </p:nvSpPr>
            <p:spPr bwMode="auto">
              <a:xfrm>
                <a:off x="1192819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4732FD0-EFAA-FECC-931E-779EB9B913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1128" y="854075"/>
              <a:ext cx="1463524" cy="666750"/>
              <a:chOff x="188165" y="4127500"/>
              <a:chExt cx="1463503" cy="666750"/>
            </a:xfrm>
            <a:grpFill/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BA21087B-B415-D2BC-D179-6DF0BBF51F93}"/>
                  </a:ext>
                </a:extLst>
              </p:cNvPr>
              <p:cNvSpPr/>
              <p:nvPr/>
            </p:nvSpPr>
            <p:spPr bwMode="auto">
              <a:xfrm>
                <a:off x="187957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4ECB5F1F-CBE4-6D29-CE09-FE6A01FAD6CA}"/>
                  </a:ext>
                </a:extLst>
              </p:cNvPr>
              <p:cNvSpPr/>
              <p:nvPr/>
            </p:nvSpPr>
            <p:spPr bwMode="auto">
              <a:xfrm>
                <a:off x="521635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9F683283-83BD-B805-E396-1D147124AD2B}"/>
                  </a:ext>
                </a:extLst>
              </p:cNvPr>
              <p:cNvSpPr/>
              <p:nvPr/>
            </p:nvSpPr>
            <p:spPr bwMode="auto">
              <a:xfrm>
                <a:off x="853593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A52015A0-EEA3-5F42-3B96-41F84973AB76}"/>
                  </a:ext>
                </a:extLst>
              </p:cNvPr>
              <p:cNvSpPr/>
              <p:nvPr/>
            </p:nvSpPr>
            <p:spPr bwMode="auto">
              <a:xfrm>
                <a:off x="1187271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grpSp>
        <p:nvGrpSpPr>
          <p:cNvPr id="5" name="Group 6">
            <a:extLst>
              <a:ext uri="{FF2B5EF4-FFF2-40B4-BE49-F238E27FC236}">
                <a16:creationId xmlns:a16="http://schemas.microsoft.com/office/drawing/2014/main" id="{E9AAAF02-62A0-13E9-FF74-EFC751E8A0AC}"/>
              </a:ext>
            </a:extLst>
          </p:cNvPr>
          <p:cNvGrpSpPr>
            <a:grpSpLocks/>
          </p:cNvGrpSpPr>
          <p:nvPr/>
        </p:nvGrpSpPr>
        <p:grpSpPr bwMode="auto">
          <a:xfrm>
            <a:off x="2969718" y="2996953"/>
            <a:ext cx="882202" cy="363445"/>
            <a:chOff x="188310" y="4127519"/>
            <a:chExt cx="1130032" cy="666784"/>
          </a:xfrm>
          <a:solidFill>
            <a:srgbClr val="369226"/>
          </a:solidFill>
        </p:grpSpPr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0366C94F-392E-0893-BAEB-4BA736459687}"/>
                </a:ext>
              </a:extLst>
            </p:cNvPr>
            <p:cNvSpPr/>
            <p:nvPr/>
          </p:nvSpPr>
          <p:spPr bwMode="auto">
            <a:xfrm>
              <a:off x="188310" y="4127519"/>
              <a:ext cx="466116" cy="666784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/>
            <a:lstStyle/>
            <a:p>
              <a:pPr algn="ctr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Me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20CA59E9-2595-CDEF-FD2C-47648A70889F}"/>
                </a:ext>
              </a:extLst>
            </p:cNvPr>
            <p:cNvSpPr/>
            <p:nvPr/>
          </p:nvSpPr>
          <p:spPr bwMode="auto">
            <a:xfrm>
              <a:off x="521988" y="4127519"/>
              <a:ext cx="464397" cy="666784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/>
            <a:lstStyle/>
            <a:p>
              <a:pPr algn="ctr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Me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466C20E6-50E0-CD13-712C-806DE409D7B5}"/>
                </a:ext>
              </a:extLst>
            </p:cNvPr>
            <p:cNvSpPr/>
            <p:nvPr/>
          </p:nvSpPr>
          <p:spPr bwMode="auto">
            <a:xfrm>
              <a:off x="853945" y="4127519"/>
              <a:ext cx="464397" cy="666784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/>
            <a:lstStyle/>
            <a:p>
              <a:pPr algn="ctr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Me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</p:grpSp>
      <p:sp>
        <p:nvSpPr>
          <p:cNvPr id="13317" name="Rectangle 68">
            <a:extLst>
              <a:ext uri="{FF2B5EF4-FFF2-40B4-BE49-F238E27FC236}">
                <a16:creationId xmlns:a16="http://schemas.microsoft.com/office/drawing/2014/main" id="{41E6922C-C8C2-2DB6-00E0-3281ADE1D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488" y="3411538"/>
            <a:ext cx="896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0…31</a:t>
            </a:r>
          </a:p>
        </p:txBody>
      </p:sp>
      <p:sp>
        <p:nvSpPr>
          <p:cNvPr id="13318" name="Rectangle 68">
            <a:extLst>
              <a:ext uri="{FF2B5EF4-FFF2-40B4-BE49-F238E27FC236}">
                <a16:creationId xmlns:a16="http://schemas.microsoft.com/office/drawing/2014/main" id="{39766FDD-7A45-B0D9-B8BC-6F4966048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3411538"/>
            <a:ext cx="6810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0…7</a:t>
            </a:r>
          </a:p>
        </p:txBody>
      </p:sp>
      <p:sp>
        <p:nvSpPr>
          <p:cNvPr id="13319" name="Rectangle 68">
            <a:extLst>
              <a:ext uri="{FF2B5EF4-FFF2-40B4-BE49-F238E27FC236}">
                <a16:creationId xmlns:a16="http://schemas.microsoft.com/office/drawing/2014/main" id="{D1A86E56-1450-A686-2200-79953C369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411538"/>
            <a:ext cx="8588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0…255</a:t>
            </a:r>
          </a:p>
        </p:txBody>
      </p:sp>
      <p:sp>
        <p:nvSpPr>
          <p:cNvPr id="13320" name="Rectangle 68">
            <a:extLst>
              <a:ext uri="{FF2B5EF4-FFF2-40B4-BE49-F238E27FC236}">
                <a16:creationId xmlns:a16="http://schemas.microsoft.com/office/drawing/2014/main" id="{9B0E2BA1-0912-98A3-EA1F-7A3B3626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875" y="2970213"/>
            <a:ext cx="16192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200" b="1">
                <a:solidFill>
                  <a:schemeClr val="tx2"/>
                </a:solidFill>
              </a:rPr>
              <a:t>Structure à 3 niveaux</a:t>
            </a:r>
          </a:p>
        </p:txBody>
      </p:sp>
      <p:grpSp>
        <p:nvGrpSpPr>
          <p:cNvPr id="6" name="Group 63">
            <a:extLst>
              <a:ext uri="{FF2B5EF4-FFF2-40B4-BE49-F238E27FC236}">
                <a16:creationId xmlns:a16="http://schemas.microsoft.com/office/drawing/2014/main" id="{64218597-C0C7-8DE5-D7BC-94CFEADD9A15}"/>
              </a:ext>
            </a:extLst>
          </p:cNvPr>
          <p:cNvGrpSpPr/>
          <p:nvPr/>
        </p:nvGrpSpPr>
        <p:grpSpPr bwMode="auto">
          <a:xfrm>
            <a:off x="1359916" y="2996942"/>
            <a:ext cx="1411884" cy="363456"/>
            <a:chOff x="1748829" y="3862893"/>
            <a:chExt cx="1669207" cy="666769"/>
          </a:xfrm>
          <a:solidFill>
            <a:srgbClr val="0C4B9D"/>
          </a:solidFill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7D4EB9A-7757-03FD-79C5-18406461D8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8829" y="3862893"/>
              <a:ext cx="1350771" cy="666716"/>
              <a:chOff x="188165" y="4127500"/>
              <a:chExt cx="1463503" cy="666750"/>
            </a:xfrm>
            <a:grpFill/>
          </p:grpSpPr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D484F50-A360-BC26-11AE-E66F9B5578B4}"/>
                  </a:ext>
                </a:extLst>
              </p:cNvPr>
              <p:cNvSpPr/>
              <p:nvPr/>
            </p:nvSpPr>
            <p:spPr bwMode="auto">
              <a:xfrm>
                <a:off x="188796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575DE24-1062-E2C0-8190-D93103D0353C}"/>
                  </a:ext>
                </a:extLst>
              </p:cNvPr>
              <p:cNvSpPr/>
              <p:nvPr/>
            </p:nvSpPr>
            <p:spPr bwMode="auto">
              <a:xfrm>
                <a:off x="520754" y="4127519"/>
                <a:ext cx="47127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22BEC891-72B1-E62F-F0AC-E68F88A08512}"/>
                  </a:ext>
                </a:extLst>
              </p:cNvPr>
              <p:cNvSpPr/>
              <p:nvPr/>
            </p:nvSpPr>
            <p:spPr bwMode="auto">
              <a:xfrm>
                <a:off x="859591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E222F937-702E-A1F9-9BC8-954CD1295D69}"/>
                  </a:ext>
                </a:extLst>
              </p:cNvPr>
              <p:cNvSpPr/>
              <p:nvPr/>
            </p:nvSpPr>
            <p:spPr bwMode="auto">
              <a:xfrm>
                <a:off x="1191550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4274C3F1-4616-B325-38EE-129C814F7E00}"/>
                </a:ext>
              </a:extLst>
            </p:cNvPr>
            <p:cNvSpPr/>
            <p:nvPr/>
          </p:nvSpPr>
          <p:spPr bwMode="auto">
            <a:xfrm>
              <a:off x="2987824" y="3862912"/>
              <a:ext cx="430212" cy="666750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</p:grpSp>
      <p:sp>
        <p:nvSpPr>
          <p:cNvPr id="13322" name="Rectangle 68">
            <a:extLst>
              <a:ext uri="{FF2B5EF4-FFF2-40B4-BE49-F238E27FC236}">
                <a16:creationId xmlns:a16="http://schemas.microsoft.com/office/drawing/2014/main" id="{764DD267-7FFD-8E08-35E7-093273ACA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492625"/>
            <a:ext cx="819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0…31</a:t>
            </a:r>
          </a:p>
        </p:txBody>
      </p:sp>
      <p:sp>
        <p:nvSpPr>
          <p:cNvPr id="13323" name="Rectangle 68">
            <a:extLst>
              <a:ext uri="{FF2B5EF4-FFF2-40B4-BE49-F238E27FC236}">
                <a16:creationId xmlns:a16="http://schemas.microsoft.com/office/drawing/2014/main" id="{73A336AA-6B9C-98CA-1628-D887B639D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088" y="4492625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0…2047</a:t>
            </a:r>
          </a:p>
        </p:txBody>
      </p:sp>
      <p:sp>
        <p:nvSpPr>
          <p:cNvPr id="13324" name="Rectangle 68">
            <a:extLst>
              <a:ext uri="{FF2B5EF4-FFF2-40B4-BE49-F238E27FC236}">
                <a16:creationId xmlns:a16="http://schemas.microsoft.com/office/drawing/2014/main" id="{3042AF69-E0D1-96E9-D0F2-6A082856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638" y="4122738"/>
            <a:ext cx="15509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200" b="1">
                <a:solidFill>
                  <a:schemeClr val="tx2"/>
                </a:solidFill>
              </a:rPr>
              <a:t>Structure à 2 niveaux</a:t>
            </a:r>
          </a:p>
        </p:txBody>
      </p:sp>
      <p:grpSp>
        <p:nvGrpSpPr>
          <p:cNvPr id="8" name="Group 75">
            <a:extLst>
              <a:ext uri="{FF2B5EF4-FFF2-40B4-BE49-F238E27FC236}">
                <a16:creationId xmlns:a16="http://schemas.microsoft.com/office/drawing/2014/main" id="{C68B460E-3315-7017-2335-B033604024E7}"/>
              </a:ext>
            </a:extLst>
          </p:cNvPr>
          <p:cNvGrpSpPr/>
          <p:nvPr/>
        </p:nvGrpSpPr>
        <p:grpSpPr bwMode="auto">
          <a:xfrm>
            <a:off x="1648403" y="4148715"/>
            <a:ext cx="1411429" cy="363997"/>
            <a:chOff x="1749411" y="3862912"/>
            <a:chExt cx="1668625" cy="666752"/>
          </a:xfrm>
          <a:solidFill>
            <a:srgbClr val="0C4B9D"/>
          </a:solidFill>
        </p:grpSpPr>
        <p:grpSp>
          <p:nvGrpSpPr>
            <p:cNvPr id="9" name="Group 5">
              <a:extLst>
                <a:ext uri="{FF2B5EF4-FFF2-40B4-BE49-F238E27FC236}">
                  <a16:creationId xmlns:a16="http://schemas.microsoft.com/office/drawing/2014/main" id="{B943F6CF-26FD-108C-1ADE-02DCB2041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9411" y="3862912"/>
              <a:ext cx="1355725" cy="666752"/>
              <a:chOff x="188796" y="4127519"/>
              <a:chExt cx="1468870" cy="666786"/>
            </a:xfrm>
            <a:grpFill/>
          </p:grpSpPr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D6E96449-06BD-4465-1747-BD1CDE283A80}"/>
                  </a:ext>
                </a:extLst>
              </p:cNvPr>
              <p:cNvSpPr/>
              <p:nvPr/>
            </p:nvSpPr>
            <p:spPr bwMode="auto">
              <a:xfrm>
                <a:off x="188796" y="4127521"/>
                <a:ext cx="46611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C56A2743-4FCF-6232-AED2-178F66D40F86}"/>
                  </a:ext>
                </a:extLst>
              </p:cNvPr>
              <p:cNvSpPr/>
              <p:nvPr/>
            </p:nvSpPr>
            <p:spPr bwMode="auto">
              <a:xfrm>
                <a:off x="520754" y="4127519"/>
                <a:ext cx="47127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98A71912-E826-1D80-4575-6A67C212722C}"/>
                  </a:ext>
                </a:extLst>
              </p:cNvPr>
              <p:cNvSpPr/>
              <p:nvPr/>
            </p:nvSpPr>
            <p:spPr bwMode="auto">
              <a:xfrm>
                <a:off x="859591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FA4034EC-2B54-5F99-1519-D4CC9B4C95E6}"/>
                  </a:ext>
                </a:extLst>
              </p:cNvPr>
              <p:cNvSpPr/>
              <p:nvPr/>
            </p:nvSpPr>
            <p:spPr bwMode="auto">
              <a:xfrm>
                <a:off x="1191550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27B2F7A2-21CC-AEB2-35BC-DC26C18B4CFD}"/>
                </a:ext>
              </a:extLst>
            </p:cNvPr>
            <p:cNvSpPr/>
            <p:nvPr/>
          </p:nvSpPr>
          <p:spPr bwMode="auto">
            <a:xfrm>
              <a:off x="2987824" y="3862912"/>
              <a:ext cx="430212" cy="666750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</p:grpSp>
      <p:grpSp>
        <p:nvGrpSpPr>
          <p:cNvPr id="13326" name="Group 95">
            <a:extLst>
              <a:ext uri="{FF2B5EF4-FFF2-40B4-BE49-F238E27FC236}">
                <a16:creationId xmlns:a16="http://schemas.microsoft.com/office/drawing/2014/main" id="{96C4CDB4-B65C-1932-5C81-83222BFC88D9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4148138"/>
            <a:ext cx="2989263" cy="365125"/>
            <a:chOff x="3491880" y="3897341"/>
            <a:chExt cx="3535009" cy="666769"/>
          </a:xfrm>
        </p:grpSpPr>
        <p:grpSp>
          <p:nvGrpSpPr>
            <p:cNvPr id="11" name="Group 6">
              <a:extLst>
                <a:ext uri="{FF2B5EF4-FFF2-40B4-BE49-F238E27FC236}">
                  <a16:creationId xmlns:a16="http://schemas.microsoft.com/office/drawing/2014/main" id="{482988D6-A13F-C16C-BBAA-BDB470F31A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1880" y="3897360"/>
              <a:ext cx="1042987" cy="666750"/>
              <a:chOff x="188310" y="4127519"/>
              <a:chExt cx="1130032" cy="666784"/>
            </a:xfrm>
            <a:solidFill>
              <a:srgbClr val="C00000"/>
            </a:solidFill>
          </p:grpSpPr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393DF920-F8AF-10FC-DEF8-D9B350F2B068}"/>
                  </a:ext>
                </a:extLst>
              </p:cNvPr>
              <p:cNvSpPr/>
              <p:nvPr/>
            </p:nvSpPr>
            <p:spPr bwMode="auto">
              <a:xfrm>
                <a:off x="188310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038A8B3D-C538-1227-FDE0-641AC37C427A}"/>
                  </a:ext>
                </a:extLst>
              </p:cNvPr>
              <p:cNvSpPr/>
              <p:nvPr/>
            </p:nvSpPr>
            <p:spPr bwMode="auto">
              <a:xfrm>
                <a:off x="521988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90C1F8B0-8578-821F-DD63-1427D775143B}"/>
                  </a:ext>
                </a:extLst>
              </p:cNvPr>
              <p:cNvSpPr/>
              <p:nvPr/>
            </p:nvSpPr>
            <p:spPr bwMode="auto">
              <a:xfrm>
                <a:off x="853945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2" name="Group 24">
              <a:extLst>
                <a:ext uri="{FF2B5EF4-FFF2-40B4-BE49-F238E27FC236}">
                  <a16:creationId xmlns:a16="http://schemas.microsoft.com/office/drawing/2014/main" id="{6EF8BA75-EBDB-154B-3A86-837B111AFB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7984" y="3897341"/>
              <a:ext cx="2598905" cy="666716"/>
              <a:chOff x="3298809" y="854075"/>
              <a:chExt cx="2815843" cy="666750"/>
            </a:xfrm>
            <a:solidFill>
              <a:srgbClr val="C00000"/>
            </a:solidFill>
          </p:grpSpPr>
          <p:grpSp>
            <p:nvGrpSpPr>
              <p:cNvPr id="13" name="Group 3">
                <a:extLst>
                  <a:ext uri="{FF2B5EF4-FFF2-40B4-BE49-F238E27FC236}">
                    <a16:creationId xmlns:a16="http://schemas.microsoft.com/office/drawing/2014/main" id="{9472033C-0833-535F-D905-A161C5C687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8809" y="854075"/>
                <a:ext cx="1463524" cy="666750"/>
                <a:chOff x="188165" y="4127500"/>
                <a:chExt cx="1463503" cy="666750"/>
              </a:xfrm>
              <a:grpFill/>
            </p:grpSpPr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715AE3F4-132F-7A18-78EC-75EDC3A615F6}"/>
                    </a:ext>
                  </a:extLst>
                </p:cNvPr>
                <p:cNvSpPr/>
                <p:nvPr/>
              </p:nvSpPr>
              <p:spPr bwMode="auto">
                <a:xfrm>
                  <a:off x="193506" y="4127519"/>
                  <a:ext cx="466116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6B9DF545-951D-162D-C12E-3EECF96453CC}"/>
                    </a:ext>
                  </a:extLst>
                </p:cNvPr>
                <p:cNvSpPr/>
                <p:nvPr/>
              </p:nvSpPr>
              <p:spPr bwMode="auto">
                <a:xfrm>
                  <a:off x="527184" y="4127519"/>
                  <a:ext cx="466116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2C4793CF-A3A6-C95B-B3E0-957F48DEF27A}"/>
                    </a:ext>
                  </a:extLst>
                </p:cNvPr>
                <p:cNvSpPr/>
                <p:nvPr/>
              </p:nvSpPr>
              <p:spPr bwMode="auto">
                <a:xfrm>
                  <a:off x="859142" y="4127519"/>
                  <a:ext cx="466118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111DCD16-DB83-76F2-6048-EFF467F1F85F}"/>
                    </a:ext>
                  </a:extLst>
                </p:cNvPr>
                <p:cNvSpPr/>
                <p:nvPr/>
              </p:nvSpPr>
              <p:spPr bwMode="auto">
                <a:xfrm>
                  <a:off x="1192819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</p:grpSp>
          <p:grpSp>
            <p:nvGrpSpPr>
              <p:cNvPr id="14" name="Group 4">
                <a:extLst>
                  <a:ext uri="{FF2B5EF4-FFF2-40B4-BE49-F238E27FC236}">
                    <a16:creationId xmlns:a16="http://schemas.microsoft.com/office/drawing/2014/main" id="{BD5C7B6B-CB67-6556-3922-8F2D20028D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1128" y="854075"/>
                <a:ext cx="1463524" cy="666750"/>
                <a:chOff x="188165" y="4127500"/>
                <a:chExt cx="1463503" cy="666750"/>
              </a:xfrm>
              <a:grpFill/>
            </p:grpSpPr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73220E5A-37DB-3284-A379-411C7A2B48C6}"/>
                    </a:ext>
                  </a:extLst>
                </p:cNvPr>
                <p:cNvSpPr/>
                <p:nvPr/>
              </p:nvSpPr>
              <p:spPr bwMode="auto">
                <a:xfrm>
                  <a:off x="187957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1C9B1A6D-EB43-B841-1455-F4BF61AC119D}"/>
                    </a:ext>
                  </a:extLst>
                </p:cNvPr>
                <p:cNvSpPr/>
                <p:nvPr/>
              </p:nvSpPr>
              <p:spPr bwMode="auto">
                <a:xfrm>
                  <a:off x="521635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41746F50-955B-5B4B-0D44-AE02CE8681B8}"/>
                    </a:ext>
                  </a:extLst>
                </p:cNvPr>
                <p:cNvSpPr/>
                <p:nvPr/>
              </p:nvSpPr>
              <p:spPr bwMode="auto">
                <a:xfrm>
                  <a:off x="853593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1309EE46-B842-F7F6-9B93-AC9831A4EF6A}"/>
                    </a:ext>
                  </a:extLst>
                </p:cNvPr>
                <p:cNvSpPr/>
                <p:nvPr/>
              </p:nvSpPr>
              <p:spPr bwMode="auto">
                <a:xfrm>
                  <a:off x="1187271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</p:grpSp>
        </p:grpSp>
      </p:grpSp>
      <p:sp>
        <p:nvSpPr>
          <p:cNvPr id="13330" name="Content Placeholder 1">
            <a:extLst>
              <a:ext uri="{FF2B5EF4-FFF2-40B4-BE49-F238E27FC236}">
                <a16:creationId xmlns:a16="http://schemas.microsoft.com/office/drawing/2014/main" id="{3483CD6A-9E43-4F53-94F2-BE50EDB574BE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5867400" y="2541588"/>
            <a:ext cx="3276600" cy="391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altLang="en-US" sz="1600" dirty="0"/>
              <a:t>Adresse </a:t>
            </a:r>
            <a:r>
              <a:rPr lang="de-DE" altLang="en-US" sz="1600" dirty="0" err="1"/>
              <a:t>cible</a:t>
            </a:r>
            <a:endParaRPr lang="de-DE" altLang="en-US" sz="1600" dirty="0"/>
          </a:p>
          <a:p>
            <a:pPr lvl="1"/>
            <a:r>
              <a:rPr lang="de-DE" altLang="en-US" sz="1200" dirty="0" err="1"/>
              <a:t>Normallement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l‘adresse</a:t>
            </a:r>
            <a:r>
              <a:rPr lang="de-DE" altLang="en-US" sz="1200" dirty="0"/>
              <a:t> de </a:t>
            </a:r>
            <a:r>
              <a:rPr lang="de-DE" altLang="en-US" sz="1200" dirty="0" err="1"/>
              <a:t>groupe</a:t>
            </a:r>
            <a:endParaRPr lang="de-DE" altLang="en-US" sz="1200" dirty="0"/>
          </a:p>
          <a:p>
            <a:pPr lvl="1"/>
            <a:r>
              <a:rPr lang="de-DE" altLang="en-US" sz="1200" dirty="0"/>
              <a:t>Le </a:t>
            </a:r>
            <a:r>
              <a:rPr lang="de-DE" altLang="en-US" sz="1200" dirty="0" err="1"/>
              <a:t>bit</a:t>
            </a:r>
            <a:r>
              <a:rPr lang="de-DE" altLang="en-US" sz="1200" dirty="0"/>
              <a:t> après </a:t>
            </a:r>
            <a:r>
              <a:rPr lang="de-DE" altLang="en-US" sz="1200" dirty="0" err="1"/>
              <a:t>l‘adresse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cible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définir</a:t>
            </a:r>
            <a:r>
              <a:rPr lang="de-DE" altLang="en-US" sz="1200" dirty="0"/>
              <a:t> le type </a:t>
            </a:r>
            <a:r>
              <a:rPr lang="de-DE" altLang="en-US" sz="1200" dirty="0" err="1"/>
              <a:t>d‘adresse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cible</a:t>
            </a:r>
            <a:endParaRPr lang="de-DE" altLang="en-US" sz="1200" dirty="0"/>
          </a:p>
          <a:p>
            <a:pPr lvl="1"/>
            <a:r>
              <a:rPr lang="de-DE" altLang="en-US" sz="1200" dirty="0" err="1"/>
              <a:t>Détermine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quels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participants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vont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réagir</a:t>
            </a:r>
            <a:r>
              <a:rPr lang="de-DE" altLang="en-US" sz="1200" dirty="0"/>
              <a:t> au </a:t>
            </a:r>
            <a:r>
              <a:rPr lang="de-DE" altLang="en-US" sz="1200" dirty="0" err="1"/>
              <a:t>télégramme</a:t>
            </a:r>
            <a:endParaRPr lang="de-DE" altLang="en-US" sz="1200" dirty="0"/>
          </a:p>
          <a:p>
            <a:pPr lvl="1"/>
            <a:r>
              <a:rPr lang="de-DE" altLang="en-US" sz="1200" dirty="0"/>
              <a:t>Avec </a:t>
            </a:r>
            <a:r>
              <a:rPr lang="de-DE" altLang="en-US" sz="1200" dirty="0" err="1"/>
              <a:t>une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adresse</a:t>
            </a:r>
            <a:r>
              <a:rPr lang="de-DE" altLang="en-US" sz="1200" dirty="0"/>
              <a:t> de </a:t>
            </a:r>
            <a:r>
              <a:rPr lang="de-DE" altLang="en-US" sz="1200" dirty="0" err="1"/>
              <a:t>groupe</a:t>
            </a:r>
            <a:r>
              <a:rPr lang="de-DE" altLang="en-US" sz="1200" dirty="0"/>
              <a:t>, </a:t>
            </a:r>
            <a:r>
              <a:rPr lang="de-DE" altLang="en-US" sz="1200" dirty="0" err="1"/>
              <a:t>un</a:t>
            </a:r>
            <a:r>
              <a:rPr lang="de-DE" altLang="en-US" sz="1200" dirty="0"/>
              <a:t> </a:t>
            </a:r>
            <a:r>
              <a:rPr lang="de-DE" altLang="en-US" sz="1200" dirty="0" err="1"/>
              <a:t>ou</a:t>
            </a:r>
            <a:r>
              <a:rPr lang="de-DE" altLang="en-US" sz="1200" dirty="0"/>
              <a:t> </a:t>
            </a:r>
            <a:r>
              <a:rPr lang="de-DE" altLang="en-US" sz="1200" dirty="0" err="1"/>
              <a:t>plusieurs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participants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peuvent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être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adressés</a:t>
            </a:r>
            <a:r>
              <a:rPr lang="de-DE" altLang="en-US" sz="1200" dirty="0"/>
              <a:t> en </a:t>
            </a:r>
            <a:r>
              <a:rPr lang="de-DE" altLang="en-US" sz="1200" dirty="0" err="1"/>
              <a:t>même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temps</a:t>
            </a:r>
            <a:r>
              <a:rPr lang="de-DE" altLang="en-US" sz="1200" dirty="0"/>
              <a:t>.</a:t>
            </a:r>
          </a:p>
          <a:p>
            <a:r>
              <a:rPr lang="de-DE" altLang="en-US" sz="1600" dirty="0"/>
              <a:t>Classification en </a:t>
            </a:r>
            <a:r>
              <a:rPr lang="de-DE" altLang="en-US" sz="1600" dirty="0" err="1"/>
              <a:t>niveaux</a:t>
            </a:r>
            <a:endParaRPr lang="de-DE" altLang="en-US" sz="1600" dirty="0"/>
          </a:p>
          <a:p>
            <a:pPr lvl="1"/>
            <a:r>
              <a:rPr lang="de-DE" altLang="en-US" sz="1200" dirty="0"/>
              <a:t>Pour </a:t>
            </a:r>
            <a:r>
              <a:rPr lang="de-DE" altLang="en-US" sz="1200" dirty="0" err="1"/>
              <a:t>une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visualisation</a:t>
            </a:r>
            <a:r>
              <a:rPr lang="de-DE" altLang="en-US" sz="1200" dirty="0"/>
              <a:t> plus </a:t>
            </a:r>
            <a:r>
              <a:rPr lang="de-DE" altLang="en-US" sz="1200" dirty="0" err="1"/>
              <a:t>claire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dans</a:t>
            </a:r>
            <a:r>
              <a:rPr lang="de-DE" altLang="en-US" sz="1200" dirty="0"/>
              <a:t> ETS</a:t>
            </a:r>
          </a:p>
          <a:p>
            <a:pPr lvl="1"/>
            <a:r>
              <a:rPr lang="de-DE" altLang="en-US" sz="1200" dirty="0" err="1"/>
              <a:t>Les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adresses</a:t>
            </a:r>
            <a:r>
              <a:rPr lang="de-DE" altLang="en-US" sz="1200" dirty="0"/>
              <a:t> de </a:t>
            </a:r>
            <a:r>
              <a:rPr lang="de-DE" altLang="en-US" sz="1200" dirty="0" err="1"/>
              <a:t>groupe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sont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toujours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stockées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dans</a:t>
            </a:r>
            <a:r>
              <a:rPr lang="de-DE" altLang="en-US" sz="1200" dirty="0"/>
              <a:t> le </a:t>
            </a:r>
            <a:r>
              <a:rPr lang="de-DE" altLang="en-US" sz="1200" dirty="0" err="1"/>
              <a:t>format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binaire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dans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les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participants</a:t>
            </a:r>
            <a:r>
              <a:rPr lang="de-DE" altLang="en-US" sz="1200" dirty="0"/>
              <a:t>.</a:t>
            </a:r>
          </a:p>
          <a:p>
            <a:pPr lvl="1"/>
            <a:endParaRPr lang="de-DE" altLang="en-US" sz="1200" dirty="0"/>
          </a:p>
        </p:txBody>
      </p:sp>
      <p:sp>
        <p:nvSpPr>
          <p:cNvPr id="13331" name="TextBox 1">
            <a:extLst>
              <a:ext uri="{FF2B5EF4-FFF2-40B4-BE49-F238E27FC236}">
                <a16:creationId xmlns:a16="http://schemas.microsoft.com/office/drawing/2014/main" id="{F0CD2D29-99E1-C233-5FA8-8D32B2495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775" y="2924175"/>
            <a:ext cx="2079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3200"/>
              <a:t>/</a:t>
            </a:r>
            <a:endParaRPr lang="en-GB" altLang="en-US" sz="3200"/>
          </a:p>
        </p:txBody>
      </p:sp>
      <p:sp>
        <p:nvSpPr>
          <p:cNvPr id="13332" name="TextBox 100">
            <a:extLst>
              <a:ext uri="{FF2B5EF4-FFF2-40B4-BE49-F238E27FC236}">
                <a16:creationId xmlns:a16="http://schemas.microsoft.com/office/drawing/2014/main" id="{8EA7804B-0036-1791-269A-3009A0C0D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2916238"/>
            <a:ext cx="209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3200"/>
              <a:t>/</a:t>
            </a:r>
            <a:endParaRPr lang="en-GB" altLang="en-US" sz="3200"/>
          </a:p>
        </p:txBody>
      </p:sp>
      <p:sp>
        <p:nvSpPr>
          <p:cNvPr id="13333" name="TextBox 101">
            <a:extLst>
              <a:ext uri="{FF2B5EF4-FFF2-40B4-BE49-F238E27FC236}">
                <a16:creationId xmlns:a16="http://schemas.microsoft.com/office/drawing/2014/main" id="{10CD4D7E-67E6-D564-0B55-4FAC2E657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613" y="4076700"/>
            <a:ext cx="2079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3200"/>
              <a:t>/</a:t>
            </a:r>
            <a:endParaRPr lang="en-GB" altLang="en-US" sz="3200"/>
          </a:p>
        </p:txBody>
      </p:sp>
      <p:grpSp>
        <p:nvGrpSpPr>
          <p:cNvPr id="13334" name="Group 2">
            <a:extLst>
              <a:ext uri="{FF2B5EF4-FFF2-40B4-BE49-F238E27FC236}">
                <a16:creationId xmlns:a16="http://schemas.microsoft.com/office/drawing/2014/main" id="{C7CE682E-22C4-1633-0EEA-0D4C7FD6F057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700213"/>
            <a:ext cx="8929688" cy="720725"/>
            <a:chOff x="35492" y="1699662"/>
            <a:chExt cx="8928697" cy="722373"/>
          </a:xfrm>
        </p:grpSpPr>
        <p:grpSp>
          <p:nvGrpSpPr>
            <p:cNvPr id="21" name="Group 27">
              <a:extLst>
                <a:ext uri="{FF2B5EF4-FFF2-40B4-BE49-F238E27FC236}">
                  <a16:creationId xmlns:a16="http://schemas.microsoft.com/office/drawing/2014/main" id="{D8F73E70-B257-DEE2-3352-C74D03AF0523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F1447F8A-8DE7-40EE-1141-60BC31540700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61" name="TextBox 29">
                <a:extLst>
                  <a:ext uri="{FF2B5EF4-FFF2-40B4-BE49-F238E27FC236}">
                    <a16:creationId xmlns:a16="http://schemas.microsoft.com/office/drawing/2014/main" id="{453ED833-19A8-0374-6DC1-43E3C79A99A8}"/>
                  </a:ext>
                </a:extLst>
              </p:cNvPr>
              <p:cNvSpPr txBox="1"/>
              <p:nvPr/>
            </p:nvSpPr>
            <p:spPr>
              <a:xfrm>
                <a:off x="2000184" y="2269020"/>
                <a:ext cx="1234326" cy="696368"/>
              </a:xfrm>
              <a:prstGeom prst="rect">
                <a:avLst/>
              </a:prstGeom>
              <a:grpFill/>
            </p:spPr>
            <p:txBody>
              <a:bodyPr lIns="0" tIns="46800" rIns="0" bIns="46800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Champ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contrôle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87AB9611-96A4-9FA5-63FE-98FF77CBB6FD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3FDAD70B-CF8D-7CDA-3358-AFF2B10C5749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59" name="TextBox 26">
                <a:extLst>
                  <a:ext uri="{FF2B5EF4-FFF2-40B4-BE49-F238E27FC236}">
                    <a16:creationId xmlns:a16="http://schemas.microsoft.com/office/drawing/2014/main" id="{B048AD80-4BDD-18E2-FF4C-20C3C0786EDA}"/>
                  </a:ext>
                </a:extLst>
              </p:cNvPr>
              <p:cNvSpPr txBox="1"/>
              <p:nvPr/>
            </p:nvSpPr>
            <p:spPr>
              <a:xfrm>
                <a:off x="2023697" y="2403081"/>
                <a:ext cx="1201493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23" name="Group 5">
              <a:extLst>
                <a:ext uri="{FF2B5EF4-FFF2-40B4-BE49-F238E27FC236}">
                  <a16:creationId xmlns:a16="http://schemas.microsoft.com/office/drawing/2014/main" id="{83CC4744-2323-12C0-6740-89B33A3C05C2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0EFE4490-F536-C019-3D74-8A2D66529ABA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57" name="TextBox 24">
                <a:extLst>
                  <a:ext uri="{FF2B5EF4-FFF2-40B4-BE49-F238E27FC236}">
                    <a16:creationId xmlns:a16="http://schemas.microsoft.com/office/drawing/2014/main" id="{28C90E92-742A-6D9B-1925-F3FFD15E6A1B}"/>
                  </a:ext>
                </a:extLst>
              </p:cNvPr>
              <p:cNvSpPr txBox="1"/>
              <p:nvPr/>
            </p:nvSpPr>
            <p:spPr>
              <a:xfrm>
                <a:off x="3751295" y="2390381"/>
                <a:ext cx="1118592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cible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 + 1 bit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147A4CE5-5778-3EE1-8E9F-EF2E20C88504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2373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GB" sz="500" b="1">
                <a:solidFill>
                  <a:schemeClr val="bg1"/>
                </a:solidFill>
                <a:latin typeface="+mj-lt"/>
                <a:cs typeface="Arial" charset="0"/>
              </a:endParaRPr>
            </a:p>
            <a:p>
              <a:pPr algn="ctr">
                <a:defRPr/>
              </a:pP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Compteur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de </a:t>
              </a: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routage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3 bits</a:t>
              </a:r>
            </a:p>
          </p:txBody>
        </p:sp>
        <p:grpSp>
          <p:nvGrpSpPr>
            <p:cNvPr id="24" name="Group 33">
              <a:extLst>
                <a:ext uri="{FF2B5EF4-FFF2-40B4-BE49-F238E27FC236}">
                  <a16:creationId xmlns:a16="http://schemas.microsoft.com/office/drawing/2014/main" id="{421726DD-B55C-FDC1-1922-A65928A60ACB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22E70A53-CC28-B35B-57F4-7924B8B127D7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55" name="TextBox 35">
                <a:extLst>
                  <a:ext uri="{FF2B5EF4-FFF2-40B4-BE49-F238E27FC236}">
                    <a16:creationId xmlns:a16="http://schemas.microsoft.com/office/drawing/2014/main" id="{2D062208-E244-CEFA-14D9-F5D2ECD267DB}"/>
                  </a:ext>
                </a:extLst>
              </p:cNvPr>
              <p:cNvSpPr txBox="1"/>
              <p:nvPr/>
            </p:nvSpPr>
            <p:spPr>
              <a:xfrm>
                <a:off x="1930597" y="2403081"/>
                <a:ext cx="1254932" cy="50096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Longueur</a:t>
                </a: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25" name="Group 6">
              <a:extLst>
                <a:ext uri="{FF2B5EF4-FFF2-40B4-BE49-F238E27FC236}">
                  <a16:creationId xmlns:a16="http://schemas.microsoft.com/office/drawing/2014/main" id="{0011576F-AD7D-1ADE-8265-8B29AEEA0D06}"/>
                </a:ext>
              </a:extLst>
            </p:cNvPr>
            <p:cNvGrpSpPr/>
            <p:nvPr/>
          </p:nvGrpSpPr>
          <p:grpSpPr bwMode="auto">
            <a:xfrm>
              <a:off x="6117838" y="1699662"/>
              <a:ext cx="1626691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436FBDBA-E7EF-3FCB-9BB0-23994DE0815B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53" name="TextBox 22">
                <a:extLst>
                  <a:ext uri="{FF2B5EF4-FFF2-40B4-BE49-F238E27FC236}">
                    <a16:creationId xmlns:a16="http://schemas.microsoft.com/office/drawing/2014/main" id="{FCCC2CF0-FD44-876D-EA19-26A4769D5B21}"/>
                  </a:ext>
                </a:extLst>
              </p:cNvPr>
              <p:cNvSpPr txBox="1"/>
              <p:nvPr/>
            </p:nvSpPr>
            <p:spPr>
              <a:xfrm>
                <a:off x="6418916" y="2387240"/>
                <a:ext cx="1556547" cy="51507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Donnée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utile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Jusqu’à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16 x 1 byte</a:t>
                </a:r>
                <a:endParaRPr lang="nl-BE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26" name="Group 36">
              <a:extLst>
                <a:ext uri="{FF2B5EF4-FFF2-40B4-BE49-F238E27FC236}">
                  <a16:creationId xmlns:a16="http://schemas.microsoft.com/office/drawing/2014/main" id="{E27EE0A8-691D-CCDE-E72B-233059B12F9C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43A822FB-D1C9-2A6D-870E-E8511080D301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51" name="TextBox 38">
                <a:extLst>
                  <a:ext uri="{FF2B5EF4-FFF2-40B4-BE49-F238E27FC236}">
                    <a16:creationId xmlns:a16="http://schemas.microsoft.com/office/drawing/2014/main" id="{F817AFB3-D061-381C-B3E8-5CF9673ABD25}"/>
                  </a:ext>
                </a:extLst>
              </p:cNvPr>
              <p:cNvSpPr txBox="1"/>
              <p:nvPr/>
            </p:nvSpPr>
            <p:spPr>
              <a:xfrm>
                <a:off x="2038053" y="2330827"/>
                <a:ext cx="1350590" cy="587664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Octet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vérification</a:t>
                </a:r>
                <a:endParaRPr lang="nl-BE" sz="5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pic>
        <p:nvPicPr>
          <p:cNvPr id="13335" name="Picture 2" descr="Z:\Icons, symbols\magnifying glass.png">
            <a:extLst>
              <a:ext uri="{FF2B5EF4-FFF2-40B4-BE49-F238E27FC236}">
                <a16:creationId xmlns:a16="http://schemas.microsoft.com/office/drawing/2014/main" id="{4E7805CF-A3E7-0CAB-B7EE-364556C2D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095888">
            <a:off x="2601913" y="1323975"/>
            <a:ext cx="2058987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>
            <a:extLst>
              <a:ext uri="{FF2B5EF4-FFF2-40B4-BE49-F238E27FC236}">
                <a16:creationId xmlns:a16="http://schemas.microsoft.com/office/drawing/2014/main" id="{F9F1E1E7-1D41-55AF-98AA-52053D9CD76D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484313"/>
            <a:ext cx="8929688" cy="722312"/>
            <a:chOff x="35492" y="1699662"/>
            <a:chExt cx="8928697" cy="722373"/>
          </a:xfrm>
        </p:grpSpPr>
        <p:grpSp>
          <p:nvGrpSpPr>
            <p:cNvPr id="3" name="Group 27">
              <a:extLst>
                <a:ext uri="{FF2B5EF4-FFF2-40B4-BE49-F238E27FC236}">
                  <a16:creationId xmlns:a16="http://schemas.microsoft.com/office/drawing/2014/main" id="{52C55AAB-2A5B-2D69-1A7B-9427AD7CCFB7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ED068BCB-6FC1-64F6-D12B-8275BD1B8737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28" name="TextBox 29">
                <a:extLst>
                  <a:ext uri="{FF2B5EF4-FFF2-40B4-BE49-F238E27FC236}">
                    <a16:creationId xmlns:a16="http://schemas.microsoft.com/office/drawing/2014/main" id="{727C4812-F6E9-7B2E-698C-460111F1F4A5}"/>
                  </a:ext>
                </a:extLst>
              </p:cNvPr>
              <p:cNvSpPr txBox="1"/>
              <p:nvPr/>
            </p:nvSpPr>
            <p:spPr>
              <a:xfrm>
                <a:off x="2000184" y="2269020"/>
                <a:ext cx="1234326" cy="696368"/>
              </a:xfrm>
              <a:prstGeom prst="rect">
                <a:avLst/>
              </a:prstGeom>
              <a:grpFill/>
            </p:spPr>
            <p:txBody>
              <a:bodyPr lIns="0" tIns="46800" rIns="0" bIns="46800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Champ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contrôle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F3A007D-6FD4-C39A-276C-0773D2B7985B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D3F4B0E4-E13C-F7F5-63D7-586C0F42AD78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26" name="TextBox 26">
                <a:extLst>
                  <a:ext uri="{FF2B5EF4-FFF2-40B4-BE49-F238E27FC236}">
                    <a16:creationId xmlns:a16="http://schemas.microsoft.com/office/drawing/2014/main" id="{67645942-336A-AE17-5697-4C60F50F676F}"/>
                  </a:ext>
                </a:extLst>
              </p:cNvPr>
              <p:cNvSpPr txBox="1"/>
              <p:nvPr/>
            </p:nvSpPr>
            <p:spPr>
              <a:xfrm>
                <a:off x="2023697" y="2403081"/>
                <a:ext cx="1201493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26B6820-3AA9-FCC9-E027-6249E8B01B2A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7704F558-5EC9-0A0C-ECA5-0CD317BA4218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20" name="TextBox 24">
                <a:extLst>
                  <a:ext uri="{FF2B5EF4-FFF2-40B4-BE49-F238E27FC236}">
                    <a16:creationId xmlns:a16="http://schemas.microsoft.com/office/drawing/2014/main" id="{0B256842-1B8E-AF17-6AEE-167D2A8F6F34}"/>
                  </a:ext>
                </a:extLst>
              </p:cNvPr>
              <p:cNvSpPr txBox="1"/>
              <p:nvPr/>
            </p:nvSpPr>
            <p:spPr>
              <a:xfrm>
                <a:off x="3751295" y="2390381"/>
                <a:ext cx="1118592" cy="50096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Adresse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cible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bytes + 1 bit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4944D915-0C7C-71A1-4C0A-2F5810504069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2373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GB" sz="500" b="1">
                <a:solidFill>
                  <a:schemeClr val="bg1"/>
                </a:solidFill>
                <a:latin typeface="+mj-lt"/>
                <a:cs typeface="Arial" charset="0"/>
              </a:endParaRPr>
            </a:p>
            <a:p>
              <a:pPr algn="ctr">
                <a:defRPr/>
              </a:pP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Compteur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de </a:t>
              </a:r>
              <a:r>
                <a:rPr lang="en-GB" sz="1000" b="1" err="1">
                  <a:solidFill>
                    <a:schemeClr val="bg1"/>
                  </a:solidFill>
                  <a:latin typeface="+mj-lt"/>
                  <a:cs typeface="Arial" charset="0"/>
                </a:rPr>
                <a:t>routage</a:t>
              </a:r>
              <a:r>
                <a:rPr lang="en-GB" sz="1000" b="1">
                  <a:solidFill>
                    <a:schemeClr val="bg1"/>
                  </a:solidFill>
                  <a:latin typeface="+mj-lt"/>
                  <a:cs typeface="Arial" charset="0"/>
                </a:rPr>
                <a:t> 3 bits</a:t>
              </a:r>
            </a:p>
          </p:txBody>
        </p:sp>
        <p:grpSp>
          <p:nvGrpSpPr>
            <p:cNvPr id="6" name="Group 33">
              <a:extLst>
                <a:ext uri="{FF2B5EF4-FFF2-40B4-BE49-F238E27FC236}">
                  <a16:creationId xmlns:a16="http://schemas.microsoft.com/office/drawing/2014/main" id="{085590C5-B995-925A-605D-5D048D13BB32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92A4ED2F-9481-D6F4-E04F-F5FC4910ABDA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18" name="TextBox 35">
                <a:extLst>
                  <a:ext uri="{FF2B5EF4-FFF2-40B4-BE49-F238E27FC236}">
                    <a16:creationId xmlns:a16="http://schemas.microsoft.com/office/drawing/2014/main" id="{3769F9D7-7FAB-2A33-34C2-6D964214FE47}"/>
                  </a:ext>
                </a:extLst>
              </p:cNvPr>
              <p:cNvSpPr txBox="1"/>
              <p:nvPr/>
            </p:nvSpPr>
            <p:spPr>
              <a:xfrm>
                <a:off x="1930597" y="2403081"/>
                <a:ext cx="1254932" cy="50096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Longueur</a:t>
                </a: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bits</a:t>
                </a:r>
                <a:endParaRPr lang="en-GB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19AF726-7339-381D-0248-BABB2728A7B2}"/>
                </a:ext>
              </a:extLst>
            </p:cNvPr>
            <p:cNvGrpSpPr/>
            <p:nvPr/>
          </p:nvGrpSpPr>
          <p:grpSpPr bwMode="auto">
            <a:xfrm>
              <a:off x="6117838" y="1699662"/>
              <a:ext cx="1626691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19EF8D72-3EBC-26A2-70B7-ECC4A2C21B85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16" name="TextBox 22">
                <a:extLst>
                  <a:ext uri="{FF2B5EF4-FFF2-40B4-BE49-F238E27FC236}">
                    <a16:creationId xmlns:a16="http://schemas.microsoft.com/office/drawing/2014/main" id="{73C77CEA-3873-7188-2CCC-BB143AEFE32D}"/>
                  </a:ext>
                </a:extLst>
              </p:cNvPr>
              <p:cNvSpPr txBox="1"/>
              <p:nvPr/>
            </p:nvSpPr>
            <p:spPr>
              <a:xfrm>
                <a:off x="6418916" y="2387240"/>
                <a:ext cx="1556547" cy="51507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Donnée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utile</a:t>
                </a:r>
                <a:endParaRPr lang="nl-BE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Jusqu’à</a:t>
                </a: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 16 x 1 byte</a:t>
                </a:r>
                <a:endParaRPr lang="nl-BE" sz="10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8" name="Group 36">
              <a:extLst>
                <a:ext uri="{FF2B5EF4-FFF2-40B4-BE49-F238E27FC236}">
                  <a16:creationId xmlns:a16="http://schemas.microsoft.com/office/drawing/2014/main" id="{BF3C724A-67D9-FA8E-90FE-5A094325CBB6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5DDAE9C0-1C93-E504-4EFE-284267D88EE6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GB" sz="1200">
                  <a:latin typeface="+mj-lt"/>
                  <a:cs typeface="Arial" charset="0"/>
                </a:endParaRPr>
              </a:p>
            </p:txBody>
          </p:sp>
          <p:sp>
            <p:nvSpPr>
              <p:cNvPr id="114" name="TextBox 38">
                <a:extLst>
                  <a:ext uri="{FF2B5EF4-FFF2-40B4-BE49-F238E27FC236}">
                    <a16:creationId xmlns:a16="http://schemas.microsoft.com/office/drawing/2014/main" id="{4C8C3EB8-8E1D-D197-DD7E-3C3DF73689B5}"/>
                  </a:ext>
                </a:extLst>
              </p:cNvPr>
              <p:cNvSpPr txBox="1"/>
              <p:nvPr/>
            </p:nvSpPr>
            <p:spPr>
              <a:xfrm>
                <a:off x="2038053" y="2330827"/>
                <a:ext cx="1350590" cy="587664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Octet de </a:t>
                </a:r>
                <a:r>
                  <a:rPr lang="nl-BE" sz="1000" b="1" err="1">
                    <a:solidFill>
                      <a:schemeClr val="bg1"/>
                    </a:solidFill>
                    <a:latin typeface="+mj-lt"/>
                    <a:cs typeface="Arial" charset="0"/>
                  </a:rPr>
                  <a:t>vérification</a:t>
                </a:r>
                <a:endParaRPr lang="nl-BE" sz="5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>
                  <a:defRPr/>
                </a:pPr>
                <a:r>
                  <a:rPr lang="nl-BE" sz="10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0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sp>
        <p:nvSpPr>
          <p:cNvPr id="14339" name="Title 2">
            <a:extLst>
              <a:ext uri="{FF2B5EF4-FFF2-40B4-BE49-F238E27FC236}">
                <a16:creationId xmlns:a16="http://schemas.microsoft.com/office/drawing/2014/main" id="{864ED057-CE64-49B5-2658-AD2682CE721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693738"/>
            <a:ext cx="6985000" cy="50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nl-BE" altLang="nl-BE" sz="2400"/>
              <a:t>Byte de vérification</a:t>
            </a:r>
            <a:endParaRPr lang="en-GB" altLang="nl-BE" sz="2400"/>
          </a:p>
        </p:txBody>
      </p:sp>
      <p:sp>
        <p:nvSpPr>
          <p:cNvPr id="104" name="Content Placeholder 1">
            <a:extLst>
              <a:ext uri="{FF2B5EF4-FFF2-40B4-BE49-F238E27FC236}">
                <a16:creationId xmlns:a16="http://schemas.microsoft.com/office/drawing/2014/main" id="{304F7E57-2F6F-84FE-0854-F9BB0946CD82}"/>
              </a:ext>
            </a:extLst>
          </p:cNvPr>
          <p:cNvSpPr txBox="1">
            <a:spLocks/>
          </p:cNvSpPr>
          <p:nvPr/>
        </p:nvSpPr>
        <p:spPr>
          <a:xfrm>
            <a:off x="69850" y="3789363"/>
            <a:ext cx="2917825" cy="25558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de-DE" altLang="en-US" sz="1600" kern="0" dirty="0"/>
              <a:t>D0 – D7</a:t>
            </a:r>
          </a:p>
          <a:p>
            <a:pPr lvl="1">
              <a:defRPr/>
            </a:pPr>
            <a:r>
              <a:rPr lang="de-DE" altLang="en-US" sz="1200" kern="0" dirty="0"/>
              <a:t>Bits de </a:t>
            </a:r>
            <a:r>
              <a:rPr lang="de-DE" altLang="en-US" sz="1200" kern="0" dirty="0" err="1"/>
              <a:t>données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dans</a:t>
            </a:r>
            <a:r>
              <a:rPr lang="de-DE" altLang="en-US" sz="1200" kern="0" dirty="0"/>
              <a:t> des </a:t>
            </a:r>
            <a:r>
              <a:rPr lang="de-DE" altLang="en-US" sz="1200" kern="0" dirty="0" err="1"/>
              <a:t>blocs</a:t>
            </a:r>
            <a:r>
              <a:rPr lang="de-DE" altLang="en-US" sz="1200" kern="0" dirty="0"/>
              <a:t> de 8 </a:t>
            </a:r>
            <a:r>
              <a:rPr lang="de-DE" altLang="en-US" sz="1200" kern="0" dirty="0" err="1"/>
              <a:t>bits</a:t>
            </a:r>
            <a:endParaRPr lang="de-DE" altLang="en-US" sz="1200" kern="0" dirty="0"/>
          </a:p>
          <a:p>
            <a:pPr>
              <a:defRPr/>
            </a:pPr>
            <a:r>
              <a:rPr lang="de-DE" altLang="en-US" sz="1600" kern="0" dirty="0"/>
              <a:t>S0 – S7</a:t>
            </a:r>
          </a:p>
          <a:p>
            <a:pPr lvl="1">
              <a:defRPr/>
            </a:pPr>
            <a:r>
              <a:rPr lang="de-DE" altLang="en-US" sz="1200" kern="0" dirty="0"/>
              <a:t>Bits du bloc du </a:t>
            </a:r>
            <a:r>
              <a:rPr lang="de-DE" altLang="en-US" sz="1200" kern="0" dirty="0" err="1"/>
              <a:t>byte</a:t>
            </a:r>
            <a:r>
              <a:rPr lang="de-DE" altLang="en-US" sz="1200" kern="0" dirty="0"/>
              <a:t> de </a:t>
            </a:r>
            <a:r>
              <a:rPr lang="de-DE" altLang="en-US" sz="1200" kern="0" dirty="0" err="1"/>
              <a:t>vérification</a:t>
            </a:r>
            <a:r>
              <a:rPr lang="de-DE" altLang="en-US" sz="1200" kern="0" dirty="0"/>
              <a:t> (</a:t>
            </a:r>
            <a:r>
              <a:rPr lang="de-DE" altLang="en-US" sz="1200" kern="0" dirty="0" err="1"/>
              <a:t>parité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impaire</a:t>
            </a:r>
            <a:r>
              <a:rPr lang="de-DE" altLang="en-US" sz="1200" kern="0" dirty="0"/>
              <a:t>)</a:t>
            </a:r>
          </a:p>
          <a:p>
            <a:pPr>
              <a:defRPr/>
            </a:pPr>
            <a:r>
              <a:rPr lang="de-DE" altLang="en-US" sz="1600" kern="0" dirty="0"/>
              <a:t>P</a:t>
            </a:r>
          </a:p>
          <a:p>
            <a:pPr lvl="1">
              <a:defRPr/>
            </a:pPr>
            <a:r>
              <a:rPr lang="de-DE" altLang="en-US" sz="1200" kern="0" dirty="0"/>
              <a:t>Bit de </a:t>
            </a:r>
            <a:r>
              <a:rPr lang="de-DE" altLang="en-US" sz="1200" kern="0" dirty="0" err="1"/>
              <a:t>partité</a:t>
            </a:r>
            <a:r>
              <a:rPr lang="de-DE" altLang="en-US" sz="1200" kern="0" dirty="0"/>
              <a:t> entre </a:t>
            </a:r>
            <a:r>
              <a:rPr lang="de-DE" altLang="en-US" sz="1200" kern="0" dirty="0" err="1"/>
              <a:t>caractères</a:t>
            </a:r>
            <a:r>
              <a:rPr lang="de-DE" altLang="en-US" sz="1200" kern="0" dirty="0"/>
              <a:t> (</a:t>
            </a:r>
            <a:r>
              <a:rPr lang="de-DE" altLang="en-US" sz="1200" kern="0" dirty="0" err="1"/>
              <a:t>parité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paire</a:t>
            </a:r>
            <a:r>
              <a:rPr lang="de-DE" altLang="en-US" sz="1200" kern="0" dirty="0"/>
              <a:t>)</a:t>
            </a:r>
          </a:p>
          <a:p>
            <a:pPr lvl="1">
              <a:defRPr/>
            </a:pPr>
            <a:endParaRPr lang="de-DE" altLang="en-US" sz="1200" kern="0" dirty="0"/>
          </a:p>
        </p:txBody>
      </p:sp>
      <p:pic>
        <p:nvPicPr>
          <p:cNvPr id="14341" name="Picture 2" descr="Z:\Icons, symbols\magnifying glass.png">
            <a:extLst>
              <a:ext uri="{FF2B5EF4-FFF2-40B4-BE49-F238E27FC236}">
                <a16:creationId xmlns:a16="http://schemas.microsoft.com/office/drawing/2014/main" id="{62957223-05CC-46B9-2CB2-04C52666B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953229">
            <a:off x="6822281" y="1223169"/>
            <a:ext cx="2125663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42" name="Group 2">
            <a:extLst>
              <a:ext uri="{FF2B5EF4-FFF2-40B4-BE49-F238E27FC236}">
                <a16:creationId xmlns:a16="http://schemas.microsoft.com/office/drawing/2014/main" id="{06406CB3-572B-E8F6-9405-A0F9D9181D73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2276475"/>
            <a:ext cx="5832475" cy="4287838"/>
            <a:chOff x="323552" y="2112963"/>
            <a:chExt cx="5832624" cy="4287837"/>
          </a:xfrm>
        </p:grpSpPr>
        <p:sp>
          <p:nvSpPr>
            <p:cNvPr id="14343" name="TextBox 154">
              <a:extLst>
                <a:ext uri="{FF2B5EF4-FFF2-40B4-BE49-F238E27FC236}">
                  <a16:creationId xmlns:a16="http://schemas.microsoft.com/office/drawing/2014/main" id="{D6ECC5CB-0596-A3C0-A39C-9B0431EC1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4500563"/>
              <a:ext cx="5762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nl-BE" altLang="nl-BE" sz="3200" b="1">
                  <a:solidFill>
                    <a:srgbClr val="000000"/>
                  </a:solidFill>
                </a:rPr>
                <a:t>=</a:t>
              </a:r>
              <a:endParaRPr lang="en-GB" altLang="nl-BE" sz="3200" b="1">
                <a:solidFill>
                  <a:srgbClr val="000000"/>
                </a:solidFill>
              </a:endParaRPr>
            </a:p>
          </p:txBody>
        </p:sp>
        <p:sp>
          <p:nvSpPr>
            <p:cNvPr id="14344" name="TextBox 155">
              <a:extLst>
                <a:ext uri="{FF2B5EF4-FFF2-40B4-BE49-F238E27FC236}">
                  <a16:creationId xmlns:a16="http://schemas.microsoft.com/office/drawing/2014/main" id="{8E94D533-1753-B9DF-4345-ECB805FDF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5445125"/>
              <a:ext cx="5762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nl-BE" altLang="nl-BE" sz="3200" b="1">
                  <a:solidFill>
                    <a:srgbClr val="000000"/>
                  </a:solidFill>
                </a:rPr>
                <a:t>=</a:t>
              </a:r>
              <a:endParaRPr lang="en-GB" altLang="nl-BE" sz="3200" b="1">
                <a:solidFill>
                  <a:srgbClr val="000000"/>
                </a:solidFill>
              </a:endParaRPr>
            </a:p>
          </p:txBody>
        </p:sp>
        <p:grpSp>
          <p:nvGrpSpPr>
            <p:cNvPr id="14345" name="Group 1">
              <a:extLst>
                <a:ext uri="{FF2B5EF4-FFF2-40B4-BE49-F238E27FC236}">
                  <a16:creationId xmlns:a16="http://schemas.microsoft.com/office/drawing/2014/main" id="{7B03CF4D-A317-9203-C27F-08CE432084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552" y="2112963"/>
              <a:ext cx="5832624" cy="4287837"/>
              <a:chOff x="323701" y="2112963"/>
              <a:chExt cx="5832624" cy="4287837"/>
            </a:xfrm>
          </p:grpSpPr>
          <p:sp>
            <p:nvSpPr>
              <p:cNvPr id="14346" name="TextBox 148">
                <a:extLst>
                  <a:ext uri="{FF2B5EF4-FFF2-40B4-BE49-F238E27FC236}">
                    <a16:creationId xmlns:a16="http://schemas.microsoft.com/office/drawing/2014/main" id="{90307D89-6DFF-491A-665B-4912B5184A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7175" y="2184400"/>
                <a:ext cx="576263" cy="585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+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4347" name="TextBox 149">
                <a:extLst>
                  <a:ext uri="{FF2B5EF4-FFF2-40B4-BE49-F238E27FC236}">
                    <a16:creationId xmlns:a16="http://schemas.microsoft.com/office/drawing/2014/main" id="{264B3395-5387-BF59-93FC-772BF74B6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7175" y="3255963"/>
                <a:ext cx="576263" cy="585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+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4348" name="Group 183">
                <a:extLst>
                  <a:ext uri="{FF2B5EF4-FFF2-40B4-BE49-F238E27FC236}">
                    <a16:creationId xmlns:a16="http://schemas.microsoft.com/office/drawing/2014/main" id="{8985A3B1-2B97-CF33-992C-F71F7C3A05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701" y="2112963"/>
                <a:ext cx="5832475" cy="4287837"/>
                <a:chOff x="539552" y="2113130"/>
                <a:chExt cx="5832648" cy="4287943"/>
              </a:xfrm>
            </p:grpSpPr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6FF88E6F-6734-7920-56D2-CFF5D4F518F6}"/>
                    </a:ext>
                  </a:extLst>
                </p:cNvPr>
                <p:cNvCxnSpPr/>
                <p:nvPr/>
              </p:nvCxnSpPr>
              <p:spPr>
                <a:xfrm>
                  <a:off x="2700259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4353" name="Group 63">
                  <a:extLst>
                    <a:ext uri="{FF2B5EF4-FFF2-40B4-BE49-F238E27FC236}">
                      <a16:creationId xmlns:a16="http://schemas.microsoft.com/office/drawing/2014/main" id="{02E6A148-82DD-AABF-64AC-CE103B0206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7584" y="2113130"/>
                  <a:ext cx="5544616" cy="1133412"/>
                  <a:chOff x="827584" y="1916851"/>
                  <a:chExt cx="5544616" cy="1133412"/>
                </a:xfrm>
              </p:grpSpPr>
              <p:grpSp>
                <p:nvGrpSpPr>
                  <p:cNvPr id="13" name="Group 203">
                    <a:extLst>
                      <a:ext uri="{FF2B5EF4-FFF2-40B4-BE49-F238E27FC236}">
                        <a16:creationId xmlns:a16="http://schemas.microsoft.com/office/drawing/2014/main" id="{41FA4CED-EF4E-517A-FD8D-FFACB3F8B8BC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1916851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215" name="Cube 214">
                      <a:extLst>
                        <a:ext uri="{FF2B5EF4-FFF2-40B4-BE49-F238E27FC236}">
                          <a16:creationId xmlns:a16="http://schemas.microsoft.com/office/drawing/2014/main" id="{FAA028D2-AF19-B9EE-7F12-A6408302175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6" name="Cube 215">
                      <a:extLst>
                        <a:ext uri="{FF2B5EF4-FFF2-40B4-BE49-F238E27FC236}">
                          <a16:creationId xmlns:a16="http://schemas.microsoft.com/office/drawing/2014/main" id="{4724DF73-819E-1B76-F893-CDF68BB8676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7" name="Cube 216">
                      <a:extLst>
                        <a:ext uri="{FF2B5EF4-FFF2-40B4-BE49-F238E27FC236}">
                          <a16:creationId xmlns:a16="http://schemas.microsoft.com/office/drawing/2014/main" id="{99DDF30E-902A-2C8E-4117-DBC5B54776C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70844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8" name="Cube 217">
                      <a:extLst>
                        <a:ext uri="{FF2B5EF4-FFF2-40B4-BE49-F238E27FC236}">
                          <a16:creationId xmlns:a16="http://schemas.microsoft.com/office/drawing/2014/main" id="{D13A159F-7419-F6F8-B1FE-426DE7A1A1F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4837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9" name="Cube 218">
                      <a:extLst>
                        <a:ext uri="{FF2B5EF4-FFF2-40B4-BE49-F238E27FC236}">
                          <a16:creationId xmlns:a16="http://schemas.microsoft.com/office/drawing/2014/main" id="{A3C8A0C5-B398-8DD2-760E-8959070A28D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20" name="Cube 219">
                      <a:extLst>
                        <a:ext uri="{FF2B5EF4-FFF2-40B4-BE49-F238E27FC236}">
                          <a16:creationId xmlns:a16="http://schemas.microsoft.com/office/drawing/2014/main" id="{749803A2-88D8-C5F4-684D-21F7C153EA0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21" name="Cube 220">
                      <a:extLst>
                        <a:ext uri="{FF2B5EF4-FFF2-40B4-BE49-F238E27FC236}">
                          <a16:creationId xmlns:a16="http://schemas.microsoft.com/office/drawing/2014/main" id="{38ACE425-8719-03F7-ACE5-71BD2E73C89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22" name="Cube 221">
                      <a:extLst>
                        <a:ext uri="{FF2B5EF4-FFF2-40B4-BE49-F238E27FC236}">
                          <a16:creationId xmlns:a16="http://schemas.microsoft.com/office/drawing/2014/main" id="{8AE0AB80-A019-F8A7-465C-A89FF32DD66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4379" name="Cube 47">
                    <a:extLst>
                      <a:ext uri="{FF2B5EF4-FFF2-40B4-BE49-F238E27FC236}">
                        <a16:creationId xmlns:a16="http://schemas.microsoft.com/office/drawing/2014/main" id="{60631DE5-3315-8941-1796-5CD9CC23D0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268" y="1916851"/>
                    <a:ext cx="576279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4380" name="TextBox 51">
                    <a:extLst>
                      <a:ext uri="{FF2B5EF4-FFF2-40B4-BE49-F238E27FC236}">
                        <a16:creationId xmlns:a16="http://schemas.microsoft.com/office/drawing/2014/main" id="{96CA0C3B-B0B9-BB8A-5B66-E12EB812130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96136" y="2031231"/>
                    <a:ext cx="57606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nl-BE" sz="2000" b="1">
                        <a:solidFill>
                          <a:srgbClr val="000000"/>
                        </a:solidFill>
                      </a:rPr>
                      <a:t>0</a:t>
                    </a:r>
                    <a:endParaRPr lang="en-GB" altLang="nl-BE" sz="2000" b="1">
                      <a:solidFill>
                        <a:srgbClr val="000000"/>
                      </a:solidFill>
                    </a:endParaRPr>
                  </a:p>
                </p:txBody>
              </p: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AA42EEB8-5E50-2F4D-67B4-65102CDC0D36}"/>
                      </a:ext>
                    </a:extLst>
                  </p:cNvPr>
                  <p:cNvCxnSpPr/>
                  <p:nvPr/>
                </p:nvCxnSpPr>
                <p:spPr>
                  <a:xfrm>
                    <a:off x="1042818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EC13261E-C1A8-8D89-D9DF-07CCEF926876}"/>
                      </a:ext>
                    </a:extLst>
                  </p:cNvPr>
                  <p:cNvCxnSpPr/>
                  <p:nvPr/>
                </p:nvCxnSpPr>
                <p:spPr>
                  <a:xfrm>
                    <a:off x="1488929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86B0C1C6-09C4-A0C8-1EC3-A07ABCE6039B}"/>
                      </a:ext>
                    </a:extLst>
                  </p:cNvPr>
                  <p:cNvCxnSpPr/>
                  <p:nvPr/>
                </p:nvCxnSpPr>
                <p:spPr>
                  <a:xfrm>
                    <a:off x="1957268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68F10898-5F73-E207-3851-DBE99602B505}"/>
                      </a:ext>
                    </a:extLst>
                  </p:cNvPr>
                  <p:cNvCxnSpPr/>
                  <p:nvPr/>
                </p:nvCxnSpPr>
                <p:spPr>
                  <a:xfrm>
                    <a:off x="2339876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8B311F16-F8BD-70D7-4F58-F8478554E363}"/>
                      </a:ext>
                    </a:extLst>
                  </p:cNvPr>
                  <p:cNvCxnSpPr/>
                  <p:nvPr/>
                </p:nvCxnSpPr>
                <p:spPr>
                  <a:xfrm>
                    <a:off x="2771700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C0734F8A-FF7F-9261-CCB0-63F2832A0556}"/>
                      </a:ext>
                    </a:extLst>
                  </p:cNvPr>
                  <p:cNvCxnSpPr/>
                  <p:nvPr/>
                </p:nvCxnSpPr>
                <p:spPr>
                  <a:xfrm>
                    <a:off x="3203524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7D3EF62A-60A3-D2C5-CE09-92E7A247EBF4}"/>
                      </a:ext>
                    </a:extLst>
                  </p:cNvPr>
                  <p:cNvCxnSpPr/>
                  <p:nvPr/>
                </p:nvCxnSpPr>
                <p:spPr>
                  <a:xfrm>
                    <a:off x="3635348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69C06D33-2FA1-8CA8-0888-50EC38889774}"/>
                      </a:ext>
                    </a:extLst>
                  </p:cNvPr>
                  <p:cNvCxnSpPr/>
                  <p:nvPr/>
                </p:nvCxnSpPr>
                <p:spPr>
                  <a:xfrm>
                    <a:off x="4067172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354" name="Group 119">
                  <a:extLst>
                    <a:ext uri="{FF2B5EF4-FFF2-40B4-BE49-F238E27FC236}">
                      <a16:creationId xmlns:a16="http://schemas.microsoft.com/office/drawing/2014/main" id="{EAA8D4A6-340D-5577-63E9-E7731EACDF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5576" y="3193250"/>
                  <a:ext cx="4680520" cy="666750"/>
                  <a:chOff x="755576" y="3068979"/>
                  <a:chExt cx="4680520" cy="666750"/>
                </a:xfrm>
              </p:grpSpPr>
              <p:grpSp>
                <p:nvGrpSpPr>
                  <p:cNvPr id="15" name="Group 193">
                    <a:extLst>
                      <a:ext uri="{FF2B5EF4-FFF2-40B4-BE49-F238E27FC236}">
                        <a16:creationId xmlns:a16="http://schemas.microsoft.com/office/drawing/2014/main" id="{2FF9C9B3-5F63-449B-8ED8-3A213B36ADE6}"/>
                      </a:ext>
                    </a:extLst>
                  </p:cNvPr>
                  <p:cNvGrpSpPr/>
                  <p:nvPr/>
                </p:nvGrpSpPr>
                <p:grpSpPr>
                  <a:xfrm>
                    <a:off x="755576" y="3068979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196" name="Cube 195">
                      <a:extLst>
                        <a:ext uri="{FF2B5EF4-FFF2-40B4-BE49-F238E27FC236}">
                          <a16:creationId xmlns:a16="http://schemas.microsoft.com/office/drawing/2014/main" id="{8225D13B-C6E5-4E75-2771-55FA55FC7C3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7" name="Cube 196">
                      <a:extLst>
                        <a:ext uri="{FF2B5EF4-FFF2-40B4-BE49-F238E27FC236}">
                          <a16:creationId xmlns:a16="http://schemas.microsoft.com/office/drawing/2014/main" id="{82264241-C840-D2DF-1403-D7B92F7AB98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8" name="Cube 197">
                      <a:extLst>
                        <a:ext uri="{FF2B5EF4-FFF2-40B4-BE49-F238E27FC236}">
                          <a16:creationId xmlns:a16="http://schemas.microsoft.com/office/drawing/2014/main" id="{D11BC5EA-F4AB-CB9A-6DE6-A5072125835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70844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9" name="Cube 198">
                      <a:extLst>
                        <a:ext uri="{FF2B5EF4-FFF2-40B4-BE49-F238E27FC236}">
                          <a16:creationId xmlns:a16="http://schemas.microsoft.com/office/drawing/2014/main" id="{04AC2DD5-39FC-2546-A180-55BF6BB0E84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4837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0" name="Cube 199">
                      <a:extLst>
                        <a:ext uri="{FF2B5EF4-FFF2-40B4-BE49-F238E27FC236}">
                          <a16:creationId xmlns:a16="http://schemas.microsoft.com/office/drawing/2014/main" id="{F1769821-924C-FF56-D8C7-E76871047C2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1" name="Cube 200">
                      <a:extLst>
                        <a:ext uri="{FF2B5EF4-FFF2-40B4-BE49-F238E27FC236}">
                          <a16:creationId xmlns:a16="http://schemas.microsoft.com/office/drawing/2014/main" id="{F9CB2173-1A8C-C7BC-B3B7-99521BBBF7C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2" name="Cube 201">
                      <a:extLst>
                        <a:ext uri="{FF2B5EF4-FFF2-40B4-BE49-F238E27FC236}">
                          <a16:creationId xmlns:a16="http://schemas.microsoft.com/office/drawing/2014/main" id="{6F225EB9-145E-AE42-49AC-85A996FB88A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3" name="Cube 202">
                      <a:extLst>
                        <a:ext uri="{FF2B5EF4-FFF2-40B4-BE49-F238E27FC236}">
                          <a16:creationId xmlns:a16="http://schemas.microsoft.com/office/drawing/2014/main" id="{AD209C50-9DDF-695F-874B-EFA7DABD378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4377" name="Cube 67">
                    <a:extLst>
                      <a:ext uri="{FF2B5EF4-FFF2-40B4-BE49-F238E27FC236}">
                        <a16:creationId xmlns:a16="http://schemas.microsoft.com/office/drawing/2014/main" id="{07645852-9398-5AE4-7169-83F11402E6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268" y="3068386"/>
                    <a:ext cx="576279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5B1B1DF8-1E99-B7A7-B923-01B59D110DF9}"/>
                    </a:ext>
                  </a:extLst>
                </p:cNvPr>
                <p:cNvCxnSpPr/>
                <p:nvPr/>
              </p:nvCxnSpPr>
              <p:spPr>
                <a:xfrm>
                  <a:off x="971376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B8B6DEDD-7C49-C303-DB2E-520774E70816}"/>
                    </a:ext>
                  </a:extLst>
                </p:cNvPr>
                <p:cNvCxnSpPr/>
                <p:nvPr/>
              </p:nvCxnSpPr>
              <p:spPr>
                <a:xfrm flipH="1">
                  <a:off x="1403200" y="3859423"/>
                  <a:ext cx="14289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22402B08-3C0A-0111-D718-20E537B9E014}"/>
                    </a:ext>
                  </a:extLst>
                </p:cNvPr>
                <p:cNvCxnSpPr/>
                <p:nvPr/>
              </p:nvCxnSpPr>
              <p:spPr>
                <a:xfrm>
                  <a:off x="1885826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685B2668-40D7-F90E-D2EC-AA689EC0B162}"/>
                    </a:ext>
                  </a:extLst>
                </p:cNvPr>
                <p:cNvCxnSpPr/>
                <p:nvPr/>
              </p:nvCxnSpPr>
              <p:spPr>
                <a:xfrm>
                  <a:off x="2268435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1386593F-9D92-196B-9C22-6EDA7AD6E405}"/>
                    </a:ext>
                  </a:extLst>
                </p:cNvPr>
                <p:cNvCxnSpPr/>
                <p:nvPr/>
              </p:nvCxnSpPr>
              <p:spPr>
                <a:xfrm>
                  <a:off x="3132083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8B874460-31CE-BB52-EB42-D87B10FD6B20}"/>
                    </a:ext>
                  </a:extLst>
                </p:cNvPr>
                <p:cNvCxnSpPr/>
                <p:nvPr/>
              </p:nvCxnSpPr>
              <p:spPr>
                <a:xfrm>
                  <a:off x="3563907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47A6F20A-7135-A6C8-6876-038763AF9AF9}"/>
                    </a:ext>
                  </a:extLst>
                </p:cNvPr>
                <p:cNvCxnSpPr/>
                <p:nvPr/>
              </p:nvCxnSpPr>
              <p:spPr>
                <a:xfrm>
                  <a:off x="3995731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4362" name="Group 97">
                  <a:extLst>
                    <a:ext uri="{FF2B5EF4-FFF2-40B4-BE49-F238E27FC236}">
                      <a16:creationId xmlns:a16="http://schemas.microsoft.com/office/drawing/2014/main" id="{A42F3056-84BE-716A-5C51-ADBCE34CDF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3568" y="4437112"/>
                  <a:ext cx="5688632" cy="666750"/>
                  <a:chOff x="827584" y="1916851"/>
                  <a:chExt cx="5688632" cy="666750"/>
                </a:xfrm>
              </p:grpSpPr>
              <p:grpSp>
                <p:nvGrpSpPr>
                  <p:cNvPr id="17" name="Group 182">
                    <a:extLst>
                      <a:ext uri="{FF2B5EF4-FFF2-40B4-BE49-F238E27FC236}">
                        <a16:creationId xmlns:a16="http://schemas.microsoft.com/office/drawing/2014/main" id="{648684EB-D82A-C3D7-2DD1-C8D3502DC99E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1916851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186" name="Cube 185">
                      <a:extLst>
                        <a:ext uri="{FF2B5EF4-FFF2-40B4-BE49-F238E27FC236}">
                          <a16:creationId xmlns:a16="http://schemas.microsoft.com/office/drawing/2014/main" id="{CF457842-2FB6-F1C5-F4E3-BC82E5DD7D7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7" name="Cube 186">
                      <a:extLst>
                        <a:ext uri="{FF2B5EF4-FFF2-40B4-BE49-F238E27FC236}">
                          <a16:creationId xmlns:a16="http://schemas.microsoft.com/office/drawing/2014/main" id="{218B4A27-E2AC-953A-C332-0E95B2F8AD7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8" name="Cube 187">
                      <a:extLst>
                        <a:ext uri="{FF2B5EF4-FFF2-40B4-BE49-F238E27FC236}">
                          <a16:creationId xmlns:a16="http://schemas.microsoft.com/office/drawing/2014/main" id="{83A0AB67-F06E-7CC4-034C-4C9EEDC5B88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70844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9" name="Cube 188">
                      <a:extLst>
                        <a:ext uri="{FF2B5EF4-FFF2-40B4-BE49-F238E27FC236}">
                          <a16:creationId xmlns:a16="http://schemas.microsoft.com/office/drawing/2014/main" id="{2EFC6BFA-814F-363A-5240-A71832EF495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4837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0" name="Cube 189">
                      <a:extLst>
                        <a:ext uri="{FF2B5EF4-FFF2-40B4-BE49-F238E27FC236}">
                          <a16:creationId xmlns:a16="http://schemas.microsoft.com/office/drawing/2014/main" id="{B20D8000-5C6F-432F-1F5A-BE2245560F9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1" name="Cube 190">
                      <a:extLst>
                        <a:ext uri="{FF2B5EF4-FFF2-40B4-BE49-F238E27FC236}">
                          <a16:creationId xmlns:a16="http://schemas.microsoft.com/office/drawing/2014/main" id="{A9F26117-4671-E79D-EBC1-AC54C5418E1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2" name="Cube 191">
                      <a:extLst>
                        <a:ext uri="{FF2B5EF4-FFF2-40B4-BE49-F238E27FC236}">
                          <a16:creationId xmlns:a16="http://schemas.microsoft.com/office/drawing/2014/main" id="{C1F299EB-15C6-5380-3398-6D4E622D12F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3" name="Cube 192">
                      <a:extLst>
                        <a:ext uri="{FF2B5EF4-FFF2-40B4-BE49-F238E27FC236}">
                          <a16:creationId xmlns:a16="http://schemas.microsoft.com/office/drawing/2014/main" id="{0B2078DB-7C9D-C997-DAC5-F2CBF23A467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4374" name="Cube 99">
                    <a:extLst>
                      <a:ext uri="{FF2B5EF4-FFF2-40B4-BE49-F238E27FC236}">
                        <a16:creationId xmlns:a16="http://schemas.microsoft.com/office/drawing/2014/main" id="{4E4D94C7-E6B2-6DCC-ECC1-F54CF772F2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04871" y="1917026"/>
                    <a:ext cx="574692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4375" name="TextBox 102">
                    <a:extLst>
                      <a:ext uri="{FF2B5EF4-FFF2-40B4-BE49-F238E27FC236}">
                        <a16:creationId xmlns:a16="http://schemas.microsoft.com/office/drawing/2014/main" id="{BFCC03B8-4D1B-F96A-7C81-F8FE1DD8D38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40152" y="2020778"/>
                    <a:ext cx="57606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nl-BE" sz="2000" b="1">
                        <a:solidFill>
                          <a:srgbClr val="000000"/>
                        </a:solidFill>
                      </a:rPr>
                      <a:t>0</a:t>
                    </a:r>
                    <a:endParaRPr lang="en-GB" altLang="nl-BE" sz="2000" b="1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14363" name="Group 121">
                  <a:extLst>
                    <a:ext uri="{FF2B5EF4-FFF2-40B4-BE49-F238E27FC236}">
                      <a16:creationId xmlns:a16="http://schemas.microsoft.com/office/drawing/2014/main" id="{4E428519-56C0-3F9B-AA71-808350F332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1560" y="5426546"/>
                  <a:ext cx="5760640" cy="666750"/>
                  <a:chOff x="827584" y="1916851"/>
                  <a:chExt cx="5760640" cy="666750"/>
                </a:xfrm>
              </p:grpSpPr>
              <p:grpSp>
                <p:nvGrpSpPr>
                  <p:cNvPr id="19" name="Group 171">
                    <a:extLst>
                      <a:ext uri="{FF2B5EF4-FFF2-40B4-BE49-F238E27FC236}">
                        <a16:creationId xmlns:a16="http://schemas.microsoft.com/office/drawing/2014/main" id="{D2170630-A8D9-1027-276C-01F009AE1768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1916851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175" name="Cube 174">
                      <a:extLst>
                        <a:ext uri="{FF2B5EF4-FFF2-40B4-BE49-F238E27FC236}">
                          <a16:creationId xmlns:a16="http://schemas.microsoft.com/office/drawing/2014/main" id="{3499C5B8-80D6-1488-C1D4-237056B9981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6" name="Cube 175">
                      <a:extLst>
                        <a:ext uri="{FF2B5EF4-FFF2-40B4-BE49-F238E27FC236}">
                          <a16:creationId xmlns:a16="http://schemas.microsoft.com/office/drawing/2014/main" id="{F82CFA01-6FA6-2666-3192-A05CFF211FD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7" name="Cube 176">
                      <a:extLst>
                        <a:ext uri="{FF2B5EF4-FFF2-40B4-BE49-F238E27FC236}">
                          <a16:creationId xmlns:a16="http://schemas.microsoft.com/office/drawing/2014/main" id="{F284302F-05FC-93BD-6C97-8FF447C1C1B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69168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8" name="Cube 177">
                      <a:extLst>
                        <a:ext uri="{FF2B5EF4-FFF2-40B4-BE49-F238E27FC236}">
                          <a16:creationId xmlns:a16="http://schemas.microsoft.com/office/drawing/2014/main" id="{65D39D79-A63A-0090-E21C-900ED66C40B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2372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9" name="Cube 178">
                      <a:extLst>
                        <a:ext uri="{FF2B5EF4-FFF2-40B4-BE49-F238E27FC236}">
                          <a16:creationId xmlns:a16="http://schemas.microsoft.com/office/drawing/2014/main" id="{B0264160-0F61-01F2-60AC-CC8A387458C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0" name="Cube 179">
                      <a:extLst>
                        <a:ext uri="{FF2B5EF4-FFF2-40B4-BE49-F238E27FC236}">
                          <a16:creationId xmlns:a16="http://schemas.microsoft.com/office/drawing/2014/main" id="{CBAF2707-F26E-3C0F-CD34-46237CF311B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1" name="Cube 180">
                      <a:extLst>
                        <a:ext uri="{FF2B5EF4-FFF2-40B4-BE49-F238E27FC236}">
                          <a16:creationId xmlns:a16="http://schemas.microsoft.com/office/drawing/2014/main" id="{4A817221-E487-192C-82D6-4569325B299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2" name="Cube 181">
                      <a:extLst>
                        <a:ext uri="{FF2B5EF4-FFF2-40B4-BE49-F238E27FC236}">
                          <a16:creationId xmlns:a16="http://schemas.microsoft.com/office/drawing/2014/main" id="{DC3DD976-7512-388B-7C3F-909F6A92ECF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4371" name="Cube 123">
                    <a:extLst>
                      <a:ext uri="{FF2B5EF4-FFF2-40B4-BE49-F238E27FC236}">
                        <a16:creationId xmlns:a16="http://schemas.microsoft.com/office/drawing/2014/main" id="{C5D965B8-24BF-C035-054D-C613A13114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75292" y="1916629"/>
                    <a:ext cx="576279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4372" name="TextBox 126">
                    <a:extLst>
                      <a:ext uri="{FF2B5EF4-FFF2-40B4-BE49-F238E27FC236}">
                        <a16:creationId xmlns:a16="http://schemas.microsoft.com/office/drawing/2014/main" id="{572A7390-B8E0-A136-C55D-603C2AB0827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012160" y="2020778"/>
                    <a:ext cx="57606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nl-BE" sz="2000" b="1">
                        <a:solidFill>
                          <a:srgbClr val="000000"/>
                        </a:solidFill>
                      </a:rPr>
                      <a:t>0</a:t>
                    </a:r>
                    <a:endParaRPr lang="en-GB" altLang="nl-BE" sz="2000" b="1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4364" name="TextBox 144">
                  <a:extLst>
                    <a:ext uri="{FF2B5EF4-FFF2-40B4-BE49-F238E27FC236}">
                      <a16:creationId xmlns:a16="http://schemas.microsoft.com/office/drawing/2014/main" id="{DF05EF17-6FFE-F8B1-B882-8AF01B0E95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9552" y="6093296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= 1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365" name="TextBox 145">
                  <a:extLst>
                    <a:ext uri="{FF2B5EF4-FFF2-40B4-BE49-F238E27FC236}">
                      <a16:creationId xmlns:a16="http://schemas.microsoft.com/office/drawing/2014/main" id="{AF802BF9-0EB3-483E-970E-088A921CDD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1560" y="5157192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366" name="TextBox 146">
                  <a:extLst>
                    <a:ext uri="{FF2B5EF4-FFF2-40B4-BE49-F238E27FC236}">
                      <a16:creationId xmlns:a16="http://schemas.microsoft.com/office/drawing/2014/main" id="{D851DD72-8B8E-C8BB-6A2A-C0DC20CADC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3888" y="6093296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= 1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367" name="TextBox 147">
                  <a:extLst>
                    <a:ext uri="{FF2B5EF4-FFF2-40B4-BE49-F238E27FC236}">
                      <a16:creationId xmlns:a16="http://schemas.microsoft.com/office/drawing/2014/main" id="{FC5969EC-3E51-ED09-B242-BEE5F25D78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61532" y="5085184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368" name="TextBox 150">
                  <a:extLst>
                    <a:ext uri="{FF2B5EF4-FFF2-40B4-BE49-F238E27FC236}">
                      <a16:creationId xmlns:a16="http://schemas.microsoft.com/office/drawing/2014/main" id="{57E33DDF-850B-0316-485C-9C9ADFF764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3425" y="4500409"/>
                  <a:ext cx="576064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32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32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369" name="TextBox 151">
                  <a:extLst>
                    <a:ext uri="{FF2B5EF4-FFF2-40B4-BE49-F238E27FC236}">
                      <a16:creationId xmlns:a16="http://schemas.microsoft.com/office/drawing/2014/main" id="{57BC026C-47E5-9FE8-A2B7-441A1C9D26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3968" y="5445224"/>
                  <a:ext cx="576064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32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3200" b="1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4349" name="TextBox 152">
                <a:extLst>
                  <a:ext uri="{FF2B5EF4-FFF2-40B4-BE49-F238E27FC236}">
                    <a16:creationId xmlns:a16="http://schemas.microsoft.com/office/drawing/2014/main" id="{F242A6AE-43E6-8869-E721-CEEB37926D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9700" y="2154238"/>
                <a:ext cx="576263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=  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4350" name="TextBox 153">
                <a:extLst>
                  <a:ext uri="{FF2B5EF4-FFF2-40B4-BE49-F238E27FC236}">
                    <a16:creationId xmlns:a16="http://schemas.microsoft.com/office/drawing/2014/main" id="{C0D56E25-3504-3951-738F-ED73E6CDF2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9700" y="3251200"/>
                <a:ext cx="576263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=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4351" name="TextBox 156">
                <a:extLst>
                  <a:ext uri="{FF2B5EF4-FFF2-40B4-BE49-F238E27FC236}">
                    <a16:creationId xmlns:a16="http://schemas.microsoft.com/office/drawing/2014/main" id="{8F7850EE-D73B-EF58-838E-76539A0608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0063" y="3336925"/>
                <a:ext cx="576262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2000" b="1">
                    <a:solidFill>
                      <a:srgbClr val="000000"/>
                    </a:solidFill>
                  </a:rPr>
                  <a:t>0</a:t>
                </a:r>
                <a:endParaRPr lang="en-GB" altLang="nl-BE" sz="2000" b="1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7238</TotalTime>
  <Words>1178</Words>
  <Application>Microsoft Office PowerPoint</Application>
  <PresentationFormat>On-screen Show (4:3)</PresentationFormat>
  <Paragraphs>456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Gotham Light</vt:lpstr>
      <vt:lpstr>Gotham Medium</vt:lpstr>
      <vt:lpstr>Times New Roman</vt:lpstr>
      <vt:lpstr>Wingdings</vt:lpstr>
      <vt:lpstr>Training 2</vt:lpstr>
      <vt:lpstr>Document</vt:lpstr>
      <vt:lpstr>Dokument</vt:lpstr>
      <vt:lpstr>COURS AVANCÉ KNX</vt:lpstr>
      <vt:lpstr>Transmission d’un télégramme – généralités</vt:lpstr>
      <vt:lpstr>Structure d’un télégramme</vt:lpstr>
      <vt:lpstr>Télégramme – temps requis</vt:lpstr>
      <vt:lpstr>Télégramme – temps requis</vt:lpstr>
      <vt:lpstr>Télégramme – acquittement</vt:lpstr>
      <vt:lpstr>Télégramme – Systèmes numéraires</vt:lpstr>
      <vt:lpstr>Télégramme – Formats de données</vt:lpstr>
      <vt:lpstr>Conversion de nombres</vt:lpstr>
      <vt:lpstr>Champ de contrôle</vt:lpstr>
      <vt:lpstr>Adresse source (adresse individuelle)</vt:lpstr>
      <vt:lpstr>Adressen cible (si adresse de groupe)</vt:lpstr>
      <vt:lpstr>Byte de vérification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348</cp:revision>
  <dcterms:created xsi:type="dcterms:W3CDTF">2012-09-10T07:59:43Z</dcterms:created>
  <dcterms:modified xsi:type="dcterms:W3CDTF">2025-02-19T13:13:22Z</dcterms:modified>
</cp:coreProperties>
</file>