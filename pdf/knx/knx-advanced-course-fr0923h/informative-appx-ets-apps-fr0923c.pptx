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86" r:id="rId4"/>
    <p:sldId id="287" r:id="rId5"/>
    <p:sldId id="288" r:id="rId6"/>
    <p:sldId id="289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9144000" cy="6858000" type="screen4x3"/>
  <p:notesSz cx="6858000" cy="9144000"/>
  <p:custDataLst>
    <p:tags r:id="rId19"/>
  </p:custDataLst>
  <p:defaultTextStyle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60427" autoAdjust="0"/>
  </p:normalViewPr>
  <p:slideViewPr>
    <p:cSldViewPr>
      <p:cViewPr varScale="1">
        <p:scale>
          <a:sx n="52" d="100"/>
          <a:sy n="52" d="100"/>
        </p:scale>
        <p:origin x="2088" y="29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  <pc:spChg chg="mod">
          <ac:chgData name="Ufuk Unal" userId="d77f72b3-53d7-4cb7-8425-5a8f29447216" providerId="ADAL" clId="{A5CB6BCE-CFF7-469F-AABE-282CE60C0D3F}" dt="2023-04-06T13:03:46.002" v="7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  <pc:docChgLst>
    <pc:chgData name="Ufuk Unal" userId="d77f72b3-53d7-4cb7-8425-5a8f29447216" providerId="ADAL" clId="{071428E8-0687-4827-A1B1-234220F9B264}"/>
    <pc:docChg chg="modSld">
      <pc:chgData name="Ufuk Unal" userId="d77f72b3-53d7-4cb7-8425-5a8f29447216" providerId="ADAL" clId="{071428E8-0687-4827-A1B1-234220F9B264}" dt="2023-09-28T13:55:52.141" v="3" actId="1076"/>
      <pc:docMkLst>
        <pc:docMk/>
      </pc:docMkLst>
      <pc:sldChg chg="modSp mod">
        <pc:chgData name="Ufuk Unal" userId="d77f72b3-53d7-4cb7-8425-5a8f29447216" providerId="ADAL" clId="{071428E8-0687-4827-A1B1-234220F9B264}" dt="2023-09-28T13:55:38.668" v="0" actId="404"/>
        <pc:sldMkLst>
          <pc:docMk/>
          <pc:sldMk cId="8838512" sldId="287"/>
        </pc:sldMkLst>
        <pc:spChg chg="mod">
          <ac:chgData name="Ufuk Unal" userId="d77f72b3-53d7-4cb7-8425-5a8f29447216" providerId="ADAL" clId="{071428E8-0687-4827-A1B1-234220F9B264}" dt="2023-09-28T13:55:38.668" v="0" actId="404"/>
          <ac:spMkLst>
            <pc:docMk/>
            <pc:sldMk cId="8838512" sldId="287"/>
            <ac:spMk id="5" creationId="{9C40CEA1-13D2-4509-8137-2408883E2CC4}"/>
          </ac:spMkLst>
        </pc:spChg>
      </pc:sldChg>
      <pc:sldChg chg="modSp mod">
        <pc:chgData name="Ufuk Unal" userId="d77f72b3-53d7-4cb7-8425-5a8f29447216" providerId="ADAL" clId="{071428E8-0687-4827-A1B1-234220F9B264}" dt="2023-09-28T13:55:52.141" v="3" actId="1076"/>
        <pc:sldMkLst>
          <pc:docMk/>
          <pc:sldMk cId="2359428810" sldId="301"/>
        </pc:sldMkLst>
        <pc:spChg chg="mod">
          <ac:chgData name="Ufuk Unal" userId="d77f72b3-53d7-4cb7-8425-5a8f29447216" providerId="ADAL" clId="{071428E8-0687-4827-A1B1-234220F9B264}" dt="2023-09-28T13:55:52.141" v="3" actId="1076"/>
          <ac:spMkLst>
            <pc:docMk/>
            <pc:sldMk cId="2359428810" sldId="301"/>
            <ac:spMk id="4" creationId="{5C55DDE0-1418-4012-A435-EF33AA9FC07B}"/>
          </ac:spMkLst>
        </pc:spChg>
        <pc:picChg chg="mod">
          <ac:chgData name="Ufuk Unal" userId="d77f72b3-53d7-4cb7-8425-5a8f29447216" providerId="ADAL" clId="{071428E8-0687-4827-A1B1-234220F9B264}" dt="2023-09-28T13:55:47.681" v="1" actId="1076"/>
          <ac:picMkLst>
            <pc:docMk/>
            <pc:sldMk cId="2359428810" sldId="301"/>
            <ac:picMk id="6" creationId="{3F00BF2B-DB4B-F6B8-1926-8CD2B38E094E}"/>
          </ac:picMkLst>
        </pc:picChg>
        <pc:picChg chg="mod">
          <ac:chgData name="Ufuk Unal" userId="d77f72b3-53d7-4cb7-8425-5a8f29447216" providerId="ADAL" clId="{071428E8-0687-4827-A1B1-234220F9B264}" dt="2023-09-28T13:55:49.558" v="2" actId="1076"/>
          <ac:picMkLst>
            <pc:docMk/>
            <pc:sldMk cId="2359428810" sldId="301"/>
            <ac:picMk id="7" creationId="{5909EB20-4323-56B1-B256-643A8D685BE1}"/>
          </ac:picMkLst>
        </pc:picChg>
      </pc:sldChg>
    </pc:docChg>
  </pc:docChgLst>
  <pc:docChgLst>
    <pc:chgData name="Ufuk Unal" userId="d77f72b3-53d7-4cb7-8425-5a8f29447216" providerId="ADAL" clId="{1C9F431F-ECC5-4A31-8E17-CB07A73F6BC0}"/>
    <pc:docChg chg="custSel delSld modSld">
      <pc:chgData name="Ufuk Unal" userId="d77f72b3-53d7-4cb7-8425-5a8f29447216" providerId="ADAL" clId="{1C9F431F-ECC5-4A31-8E17-CB07A73F6BC0}" dt="2023-08-29T07:19:41.464" v="197" actId="20577"/>
      <pc:docMkLst>
        <pc:docMk/>
      </pc:docMkLst>
      <pc:sldChg chg="modNotesTx">
        <pc:chgData name="Ufuk Unal" userId="d77f72b3-53d7-4cb7-8425-5a8f29447216" providerId="ADAL" clId="{1C9F431F-ECC5-4A31-8E17-CB07A73F6BC0}" dt="2023-08-28T14:24:33.519" v="2" actId="6549"/>
        <pc:sldMkLst>
          <pc:docMk/>
          <pc:sldMk cId="998842949" sldId="257"/>
        </pc:sldMkLst>
      </pc:sldChg>
      <pc:sldChg chg="modNotesTx">
        <pc:chgData name="Ufuk Unal" userId="d77f72b3-53d7-4cb7-8425-5a8f29447216" providerId="ADAL" clId="{1C9F431F-ECC5-4A31-8E17-CB07A73F6BC0}" dt="2023-08-28T14:24:29.166" v="1" actId="6549"/>
        <pc:sldMkLst>
          <pc:docMk/>
          <pc:sldMk cId="3205511851" sldId="286"/>
        </pc:sldMkLst>
      </pc:sldChg>
      <pc:sldChg chg="modNotesTx">
        <pc:chgData name="Ufuk Unal" userId="d77f72b3-53d7-4cb7-8425-5a8f29447216" providerId="ADAL" clId="{1C9F431F-ECC5-4A31-8E17-CB07A73F6BC0}" dt="2023-08-28T14:24:25.736" v="0" actId="6549"/>
        <pc:sldMkLst>
          <pc:docMk/>
          <pc:sldMk cId="8838512" sldId="287"/>
        </pc:sldMkLst>
      </pc:sldChg>
      <pc:sldChg chg="modSp mod modNotesTx">
        <pc:chgData name="Ufuk Unal" userId="d77f72b3-53d7-4cb7-8425-5a8f29447216" providerId="ADAL" clId="{1C9F431F-ECC5-4A31-8E17-CB07A73F6BC0}" dt="2023-08-29T07:19:41.464" v="197" actId="20577"/>
        <pc:sldMkLst>
          <pc:docMk/>
          <pc:sldMk cId="2281775076" sldId="288"/>
        </pc:sldMkLst>
        <pc:spChg chg="mod">
          <ac:chgData name="Ufuk Unal" userId="d77f72b3-53d7-4cb7-8425-5a8f29447216" providerId="ADAL" clId="{1C9F431F-ECC5-4A31-8E17-CB07A73F6BC0}" dt="2023-08-29T07:19:41.464" v="197" actId="20577"/>
          <ac:spMkLst>
            <pc:docMk/>
            <pc:sldMk cId="2281775076" sldId="288"/>
            <ac:spMk id="5" creationId="{9C40CEA1-13D2-4509-8137-2408883E2CC4}"/>
          </ac:spMkLst>
        </pc:spChg>
      </pc:sldChg>
      <pc:sldChg chg="addSp delSp modSp mod modNotesTx">
        <pc:chgData name="Ufuk Unal" userId="d77f72b3-53d7-4cb7-8425-5a8f29447216" providerId="ADAL" clId="{1C9F431F-ECC5-4A31-8E17-CB07A73F6BC0}" dt="2023-08-28T14:27:27.954" v="42" actId="1076"/>
        <pc:sldMkLst>
          <pc:docMk/>
          <pc:sldMk cId="1073715606" sldId="289"/>
        </pc:sldMkLst>
        <pc:spChg chg="mod">
          <ac:chgData name="Ufuk Unal" userId="d77f72b3-53d7-4cb7-8425-5a8f29447216" providerId="ADAL" clId="{1C9F431F-ECC5-4A31-8E17-CB07A73F6BC0}" dt="2023-08-28T14:27:24.360" v="41" actId="1076"/>
          <ac:spMkLst>
            <pc:docMk/>
            <pc:sldMk cId="1073715606" sldId="289"/>
            <ac:spMk id="5" creationId="{9C40CEA1-13D2-4509-8137-2408883E2CC4}"/>
          </ac:spMkLst>
        </pc:spChg>
        <pc:picChg chg="add mod">
          <ac:chgData name="Ufuk Unal" userId="d77f72b3-53d7-4cb7-8425-5a8f29447216" providerId="ADAL" clId="{1C9F431F-ECC5-4A31-8E17-CB07A73F6BC0}" dt="2023-08-28T14:27:27.954" v="42" actId="1076"/>
          <ac:picMkLst>
            <pc:docMk/>
            <pc:sldMk cId="1073715606" sldId="289"/>
            <ac:picMk id="2" creationId="{D9F90FF8-5343-C4EC-384B-DC72B3578724}"/>
          </ac:picMkLst>
        </pc:picChg>
        <pc:picChg chg="del">
          <ac:chgData name="Ufuk Unal" userId="d77f72b3-53d7-4cb7-8425-5a8f29447216" providerId="ADAL" clId="{1C9F431F-ECC5-4A31-8E17-CB07A73F6BC0}" dt="2023-08-28T14:26:18.167" v="27" actId="478"/>
          <ac:picMkLst>
            <pc:docMk/>
            <pc:sldMk cId="1073715606" sldId="289"/>
            <ac:picMk id="4" creationId="{413A65EC-7912-4B78-83CF-A0DA27201863}"/>
          </ac:picMkLst>
        </pc:picChg>
      </pc:sldChg>
      <pc:sldChg chg="del">
        <pc:chgData name="Ufuk Unal" userId="d77f72b3-53d7-4cb7-8425-5a8f29447216" providerId="ADAL" clId="{1C9F431F-ECC5-4A31-8E17-CB07A73F6BC0}" dt="2023-08-28T14:27:32.310" v="43" actId="47"/>
        <pc:sldMkLst>
          <pc:docMk/>
          <pc:sldMk cId="2608193054" sldId="290"/>
        </pc:sldMkLst>
      </pc:sldChg>
      <pc:sldChg chg="del">
        <pc:chgData name="Ufuk Unal" userId="d77f72b3-53d7-4cb7-8425-5a8f29447216" providerId="ADAL" clId="{1C9F431F-ECC5-4A31-8E17-CB07A73F6BC0}" dt="2023-08-28T14:27:33.412" v="44" actId="47"/>
        <pc:sldMkLst>
          <pc:docMk/>
          <pc:sldMk cId="3236013279" sldId="291"/>
        </pc:sldMkLst>
      </pc:sldChg>
      <pc:sldChg chg="del">
        <pc:chgData name="Ufuk Unal" userId="d77f72b3-53d7-4cb7-8425-5a8f29447216" providerId="ADAL" clId="{1C9F431F-ECC5-4A31-8E17-CB07A73F6BC0}" dt="2023-08-28T14:27:42.271" v="46" actId="47"/>
        <pc:sldMkLst>
          <pc:docMk/>
          <pc:sldMk cId="1944076353" sldId="292"/>
        </pc:sldMkLst>
      </pc:sldChg>
      <pc:sldChg chg="del">
        <pc:chgData name="Ufuk Unal" userId="d77f72b3-53d7-4cb7-8425-5a8f29447216" providerId="ADAL" clId="{1C9F431F-ECC5-4A31-8E17-CB07A73F6BC0}" dt="2023-08-28T14:27:40.241" v="45" actId="47"/>
        <pc:sldMkLst>
          <pc:docMk/>
          <pc:sldMk cId="917736273" sldId="293"/>
        </pc:sldMkLst>
      </pc:sldChg>
      <pc:sldChg chg="del">
        <pc:chgData name="Ufuk Unal" userId="d77f72b3-53d7-4cb7-8425-5a8f29447216" providerId="ADAL" clId="{1C9F431F-ECC5-4A31-8E17-CB07A73F6BC0}" dt="2023-08-28T14:27:44.873" v="47" actId="47"/>
        <pc:sldMkLst>
          <pc:docMk/>
          <pc:sldMk cId="1152956858" sldId="294"/>
        </pc:sldMkLst>
      </pc:sldChg>
      <pc:sldChg chg="del">
        <pc:chgData name="Ufuk Unal" userId="d77f72b3-53d7-4cb7-8425-5a8f29447216" providerId="ADAL" clId="{1C9F431F-ECC5-4A31-8E17-CB07A73F6BC0}" dt="2023-08-28T14:27:46.997" v="48" actId="47"/>
        <pc:sldMkLst>
          <pc:docMk/>
          <pc:sldMk cId="3953398966" sldId="295"/>
        </pc:sldMkLst>
      </pc:sldChg>
      <pc:sldChg chg="addSp delSp modSp mod modNotesTx">
        <pc:chgData name="Ufuk Unal" userId="d77f72b3-53d7-4cb7-8425-5a8f29447216" providerId="ADAL" clId="{1C9F431F-ECC5-4A31-8E17-CB07A73F6BC0}" dt="2023-08-28T14:28:48.119" v="79" actId="6549"/>
        <pc:sldMkLst>
          <pc:docMk/>
          <pc:sldMk cId="2167178223" sldId="296"/>
        </pc:sldMkLst>
        <pc:spChg chg="mod">
          <ac:chgData name="Ufuk Unal" userId="d77f72b3-53d7-4cb7-8425-5a8f29447216" providerId="ADAL" clId="{1C9F431F-ECC5-4A31-8E17-CB07A73F6BC0}" dt="2023-08-28T14:28:40.178" v="78" actId="1076"/>
          <ac:spMkLst>
            <pc:docMk/>
            <pc:sldMk cId="2167178223" sldId="296"/>
            <ac:spMk id="4" creationId="{6A1156D5-ADAD-4493-89B5-507114BDE741}"/>
          </ac:spMkLst>
        </pc:spChg>
        <pc:picChg chg="del">
          <ac:chgData name="Ufuk Unal" userId="d77f72b3-53d7-4cb7-8425-5a8f29447216" providerId="ADAL" clId="{1C9F431F-ECC5-4A31-8E17-CB07A73F6BC0}" dt="2023-08-28T14:28:32.911" v="75" actId="478"/>
          <ac:picMkLst>
            <pc:docMk/>
            <pc:sldMk cId="2167178223" sldId="296"/>
            <ac:picMk id="5" creationId="{F58269B9-A84F-4326-AAA5-CF6C5A389C8A}"/>
          </ac:picMkLst>
        </pc:picChg>
        <pc:picChg chg="add mod">
          <ac:chgData name="Ufuk Unal" userId="d77f72b3-53d7-4cb7-8425-5a8f29447216" providerId="ADAL" clId="{1C9F431F-ECC5-4A31-8E17-CB07A73F6BC0}" dt="2023-08-28T14:28:35.578" v="77" actId="1076"/>
          <ac:picMkLst>
            <pc:docMk/>
            <pc:sldMk cId="2167178223" sldId="296"/>
            <ac:picMk id="6" creationId="{8A971436-6047-90AC-1C52-86FD4BB2F9E7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29:07.427" v="83" actId="14100"/>
        <pc:sldMkLst>
          <pc:docMk/>
          <pc:sldMk cId="3072424695" sldId="297"/>
        </pc:sldMkLst>
        <pc:picChg chg="add mod">
          <ac:chgData name="Ufuk Unal" userId="d77f72b3-53d7-4cb7-8425-5a8f29447216" providerId="ADAL" clId="{1C9F431F-ECC5-4A31-8E17-CB07A73F6BC0}" dt="2023-08-28T14:29:07.427" v="83" actId="14100"/>
          <ac:picMkLst>
            <pc:docMk/>
            <pc:sldMk cId="3072424695" sldId="297"/>
            <ac:picMk id="2" creationId="{1D219C08-E7F7-83A7-8566-29240A771B84}"/>
          </ac:picMkLst>
        </pc:picChg>
        <pc:picChg chg="del">
          <ac:chgData name="Ufuk Unal" userId="d77f72b3-53d7-4cb7-8425-5a8f29447216" providerId="ADAL" clId="{1C9F431F-ECC5-4A31-8E17-CB07A73F6BC0}" dt="2023-08-28T14:29:02.724" v="81" actId="478"/>
          <ac:picMkLst>
            <pc:docMk/>
            <pc:sldMk cId="3072424695" sldId="297"/>
            <ac:picMk id="7" creationId="{905A5F81-99CA-416A-A08E-F13ABDC2F799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29:47.127" v="91" actId="6549"/>
        <pc:sldMkLst>
          <pc:docMk/>
          <pc:sldMk cId="2043198107" sldId="298"/>
        </pc:sldMkLst>
        <pc:spChg chg="mod">
          <ac:chgData name="Ufuk Unal" userId="d77f72b3-53d7-4cb7-8425-5a8f29447216" providerId="ADAL" clId="{1C9F431F-ECC5-4A31-8E17-CB07A73F6BC0}" dt="2023-08-28T14:29:41.410" v="90" actId="1076"/>
          <ac:spMkLst>
            <pc:docMk/>
            <pc:sldMk cId="2043198107" sldId="298"/>
            <ac:spMk id="9" creationId="{27965A0A-F134-4514-8FC1-961AE3A93988}"/>
          </ac:spMkLst>
        </pc:spChg>
        <pc:picChg chg="add mod">
          <ac:chgData name="Ufuk Unal" userId="d77f72b3-53d7-4cb7-8425-5a8f29447216" providerId="ADAL" clId="{1C9F431F-ECC5-4A31-8E17-CB07A73F6BC0}" dt="2023-08-28T14:29:38.665" v="89" actId="14100"/>
          <ac:picMkLst>
            <pc:docMk/>
            <pc:sldMk cId="2043198107" sldId="298"/>
            <ac:picMk id="2" creationId="{D5BBE43D-F659-5167-171B-89EA6C3C3754}"/>
          </ac:picMkLst>
        </pc:picChg>
        <pc:picChg chg="del">
          <ac:chgData name="Ufuk Unal" userId="d77f72b3-53d7-4cb7-8425-5a8f29447216" providerId="ADAL" clId="{1C9F431F-ECC5-4A31-8E17-CB07A73F6BC0}" dt="2023-08-28T14:29:15.681" v="84" actId="478"/>
          <ac:picMkLst>
            <pc:docMk/>
            <pc:sldMk cId="2043198107" sldId="298"/>
            <ac:picMk id="5" creationId="{63B9513C-090D-4FBB-864A-0FB465B5D3B0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0:36.123" v="105" actId="6549"/>
        <pc:sldMkLst>
          <pc:docMk/>
          <pc:sldMk cId="2928479514" sldId="299"/>
        </pc:sldMkLst>
        <pc:spChg chg="mod">
          <ac:chgData name="Ufuk Unal" userId="d77f72b3-53d7-4cb7-8425-5a8f29447216" providerId="ADAL" clId="{1C9F431F-ECC5-4A31-8E17-CB07A73F6BC0}" dt="2023-08-28T14:30:33.029" v="104" actId="20577"/>
          <ac:spMkLst>
            <pc:docMk/>
            <pc:sldMk cId="2928479514" sldId="299"/>
            <ac:spMk id="8" creationId="{0148E988-0FDB-47BD-B976-449861F8E25E}"/>
          </ac:spMkLst>
        </pc:spChg>
        <pc:picChg chg="add mod">
          <ac:chgData name="Ufuk Unal" userId="d77f72b3-53d7-4cb7-8425-5a8f29447216" providerId="ADAL" clId="{1C9F431F-ECC5-4A31-8E17-CB07A73F6BC0}" dt="2023-08-28T14:30:21.592" v="96" actId="1076"/>
          <ac:picMkLst>
            <pc:docMk/>
            <pc:sldMk cId="2928479514" sldId="299"/>
            <ac:picMk id="2" creationId="{B0111473-80CA-8D04-D8B6-AD4D94EF146A}"/>
          </ac:picMkLst>
        </pc:picChg>
        <pc:picChg chg="del">
          <ac:chgData name="Ufuk Unal" userId="d77f72b3-53d7-4cb7-8425-5a8f29447216" providerId="ADAL" clId="{1C9F431F-ECC5-4A31-8E17-CB07A73F6BC0}" dt="2023-08-28T14:30:16.287" v="92" actId="478"/>
          <ac:picMkLst>
            <pc:docMk/>
            <pc:sldMk cId="2928479514" sldId="299"/>
            <ac:picMk id="5" creationId="{55241B1D-3AD1-408E-A508-534983C7F7B6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3:13.714" v="177" actId="20577"/>
        <pc:sldMkLst>
          <pc:docMk/>
          <pc:sldMk cId="446979928" sldId="300"/>
        </pc:sldMkLst>
        <pc:spChg chg="mod">
          <ac:chgData name="Ufuk Unal" userId="d77f72b3-53d7-4cb7-8425-5a8f29447216" providerId="ADAL" clId="{1C9F431F-ECC5-4A31-8E17-CB07A73F6BC0}" dt="2023-08-28T14:33:13.714" v="177" actId="20577"/>
          <ac:spMkLst>
            <pc:docMk/>
            <pc:sldMk cId="446979928" sldId="300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0:49.427" v="108" actId="1076"/>
          <ac:picMkLst>
            <pc:docMk/>
            <pc:sldMk cId="446979928" sldId="300"/>
            <ac:picMk id="2" creationId="{482EE942-5668-834B-6FA4-1BDC5F8F5DA0}"/>
          </ac:picMkLst>
        </pc:picChg>
        <pc:picChg chg="del">
          <ac:chgData name="Ufuk Unal" userId="d77f72b3-53d7-4cb7-8425-5a8f29447216" providerId="ADAL" clId="{1C9F431F-ECC5-4A31-8E17-CB07A73F6BC0}" dt="2023-08-28T14:30:46.579" v="106" actId="478"/>
          <ac:picMkLst>
            <pc:docMk/>
            <pc:sldMk cId="446979928" sldId="300"/>
            <ac:picMk id="5" creationId="{17803995-3F01-4A06-90F7-C37F04B16856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3:19.952" v="178"/>
        <pc:sldMkLst>
          <pc:docMk/>
          <pc:sldMk cId="2359428810" sldId="301"/>
        </pc:sldMkLst>
        <pc:spChg chg="mod">
          <ac:chgData name="Ufuk Unal" userId="d77f72b3-53d7-4cb7-8425-5a8f29447216" providerId="ADAL" clId="{1C9F431F-ECC5-4A31-8E17-CB07A73F6BC0}" dt="2023-08-28T14:33:19.952" v="178"/>
          <ac:spMkLst>
            <pc:docMk/>
            <pc:sldMk cId="2359428810" sldId="301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1:07.241" v="114" actId="1076"/>
          <ac:picMkLst>
            <pc:docMk/>
            <pc:sldMk cId="2359428810" sldId="301"/>
            <ac:picMk id="2" creationId="{DA0D99EE-362E-4C13-A22F-F472FFE09B31}"/>
          </ac:picMkLst>
        </pc:picChg>
        <pc:picChg chg="del">
          <ac:chgData name="Ufuk Unal" userId="d77f72b3-53d7-4cb7-8425-5a8f29447216" providerId="ADAL" clId="{1C9F431F-ECC5-4A31-8E17-CB07A73F6BC0}" dt="2023-08-28T14:31:01.792" v="110" actId="478"/>
          <ac:picMkLst>
            <pc:docMk/>
            <pc:sldMk cId="2359428810" sldId="301"/>
            <ac:picMk id="5" creationId="{122E379B-7E5A-4EB5-9F96-096ED32DD63D}"/>
          </ac:picMkLst>
        </pc:picChg>
        <pc:picChg chg="add mod">
          <ac:chgData name="Ufuk Unal" userId="d77f72b3-53d7-4cb7-8425-5a8f29447216" providerId="ADAL" clId="{1C9F431F-ECC5-4A31-8E17-CB07A73F6BC0}" dt="2023-08-28T14:31:27.050" v="122" actId="1076"/>
          <ac:picMkLst>
            <pc:docMk/>
            <pc:sldMk cId="2359428810" sldId="301"/>
            <ac:picMk id="6" creationId="{3F00BF2B-DB4B-F6B8-1926-8CD2B38E094E}"/>
          </ac:picMkLst>
        </pc:picChg>
        <pc:picChg chg="add mod">
          <ac:chgData name="Ufuk Unal" userId="d77f72b3-53d7-4cb7-8425-5a8f29447216" providerId="ADAL" clId="{1C9F431F-ECC5-4A31-8E17-CB07A73F6BC0}" dt="2023-08-28T14:31:30.153" v="124" actId="1076"/>
          <ac:picMkLst>
            <pc:docMk/>
            <pc:sldMk cId="2359428810" sldId="301"/>
            <ac:picMk id="7" creationId="{5909EB20-4323-56B1-B256-643A8D685BE1}"/>
          </ac:picMkLst>
        </pc:picChg>
        <pc:picChg chg="del">
          <ac:chgData name="Ufuk Unal" userId="d77f72b3-53d7-4cb7-8425-5a8f29447216" providerId="ADAL" clId="{1C9F431F-ECC5-4A31-8E17-CB07A73F6BC0}" dt="2023-08-28T14:31:12.858" v="115" actId="478"/>
          <ac:picMkLst>
            <pc:docMk/>
            <pc:sldMk cId="2359428810" sldId="301"/>
            <ac:picMk id="10" creationId="{DA331419-F77F-410D-B587-5FA044FB184C}"/>
          </ac:picMkLst>
        </pc:picChg>
        <pc:picChg chg="del">
          <ac:chgData name="Ufuk Unal" userId="d77f72b3-53d7-4cb7-8425-5a8f29447216" providerId="ADAL" clId="{1C9F431F-ECC5-4A31-8E17-CB07A73F6BC0}" dt="2023-08-28T14:31:20.299" v="118" actId="478"/>
          <ac:picMkLst>
            <pc:docMk/>
            <pc:sldMk cId="2359428810" sldId="301"/>
            <ac:picMk id="11" creationId="{2F33AD05-1423-480E-B4B3-AD77B3B7096B}"/>
          </ac:picMkLst>
        </pc:picChg>
      </pc:sldChg>
      <pc:sldChg chg="modSp mod modNotesTx">
        <pc:chgData name="Ufuk Unal" userId="d77f72b3-53d7-4cb7-8425-5a8f29447216" providerId="ADAL" clId="{1C9F431F-ECC5-4A31-8E17-CB07A73F6BC0}" dt="2023-08-28T14:33:32.841" v="179"/>
        <pc:sldMkLst>
          <pc:docMk/>
          <pc:sldMk cId="722043997" sldId="302"/>
        </pc:sldMkLst>
        <pc:spChg chg="mod">
          <ac:chgData name="Ufuk Unal" userId="d77f72b3-53d7-4cb7-8425-5a8f29447216" providerId="ADAL" clId="{1C9F431F-ECC5-4A31-8E17-CB07A73F6BC0}" dt="2023-08-28T14:33:32.841" v="179"/>
          <ac:spMkLst>
            <pc:docMk/>
            <pc:sldMk cId="722043997" sldId="302"/>
            <ac:spMk id="3" creationId="{B1E391D8-B5DF-4604-A78D-E79626E562DA}"/>
          </ac:spMkLst>
        </pc:spChg>
      </pc:sldChg>
      <pc:sldChg chg="addSp delSp modSp mod modNotesTx">
        <pc:chgData name="Ufuk Unal" userId="d77f72b3-53d7-4cb7-8425-5a8f29447216" providerId="ADAL" clId="{1C9F431F-ECC5-4A31-8E17-CB07A73F6BC0}" dt="2023-08-28T14:32:16.556" v="144" actId="20577"/>
        <pc:sldMkLst>
          <pc:docMk/>
          <pc:sldMk cId="1492922032" sldId="303"/>
        </pc:sldMkLst>
        <pc:spChg chg="mod">
          <ac:chgData name="Ufuk Unal" userId="d77f72b3-53d7-4cb7-8425-5a8f29447216" providerId="ADAL" clId="{1C9F431F-ECC5-4A31-8E17-CB07A73F6BC0}" dt="2023-08-28T14:32:16.556" v="144" actId="20577"/>
          <ac:spMkLst>
            <pc:docMk/>
            <pc:sldMk cId="1492922032" sldId="303"/>
            <ac:spMk id="3" creationId="{B1E391D8-B5DF-4604-A78D-E79626E562DA}"/>
          </ac:spMkLst>
        </pc:spChg>
        <pc:picChg chg="add mod">
          <ac:chgData name="Ufuk Unal" userId="d77f72b3-53d7-4cb7-8425-5a8f29447216" providerId="ADAL" clId="{1C9F431F-ECC5-4A31-8E17-CB07A73F6BC0}" dt="2023-08-28T14:32:06.834" v="136" actId="1076"/>
          <ac:picMkLst>
            <pc:docMk/>
            <pc:sldMk cId="1492922032" sldId="303"/>
            <ac:picMk id="2" creationId="{264D4A32-8732-43AE-8D6D-EC7EEDB8B07E}"/>
          </ac:picMkLst>
        </pc:picChg>
        <pc:picChg chg="del">
          <ac:chgData name="Ufuk Unal" userId="d77f72b3-53d7-4cb7-8425-5a8f29447216" providerId="ADAL" clId="{1C9F431F-ECC5-4A31-8E17-CB07A73F6BC0}" dt="2023-08-28T14:32:04.455" v="134" actId="478"/>
          <ac:picMkLst>
            <pc:docMk/>
            <pc:sldMk cId="1492922032" sldId="303"/>
            <ac:picMk id="6" creationId="{23B61D81-23E4-40AD-ACB9-98AC0175B5AC}"/>
          </ac:picMkLst>
        </pc:picChg>
      </pc:sldChg>
      <pc:sldChg chg="addSp delSp modSp mod modNotesTx">
        <pc:chgData name="Ufuk Unal" userId="d77f72b3-53d7-4cb7-8425-5a8f29447216" providerId="ADAL" clId="{1C9F431F-ECC5-4A31-8E17-CB07A73F6BC0}" dt="2023-08-28T14:32:58.399" v="167" actId="6549"/>
        <pc:sldMkLst>
          <pc:docMk/>
          <pc:sldMk cId="3578986941" sldId="304"/>
        </pc:sldMkLst>
        <pc:spChg chg="mod">
          <ac:chgData name="Ufuk Unal" userId="d77f72b3-53d7-4cb7-8425-5a8f29447216" providerId="ADAL" clId="{1C9F431F-ECC5-4A31-8E17-CB07A73F6BC0}" dt="2023-08-28T14:32:21.892" v="150" actId="20577"/>
          <ac:spMkLst>
            <pc:docMk/>
            <pc:sldMk cId="3578986941" sldId="304"/>
            <ac:spMk id="3" creationId="{B1E391D8-B5DF-4604-A78D-E79626E562DA}"/>
          </ac:spMkLst>
        </pc:spChg>
        <pc:spChg chg="mod">
          <ac:chgData name="Ufuk Unal" userId="d77f72b3-53d7-4cb7-8425-5a8f29447216" providerId="ADAL" clId="{1C9F431F-ECC5-4A31-8E17-CB07A73F6BC0}" dt="2023-08-28T14:32:54.427" v="166" actId="14100"/>
          <ac:spMkLst>
            <pc:docMk/>
            <pc:sldMk cId="3578986941" sldId="304"/>
            <ac:spMk id="7" creationId="{39DE9DCB-13BB-4C62-9E4B-67127A991DB4}"/>
          </ac:spMkLst>
        </pc:spChg>
        <pc:spChg chg="mod">
          <ac:chgData name="Ufuk Unal" userId="d77f72b3-53d7-4cb7-8425-5a8f29447216" providerId="ADAL" clId="{1C9F431F-ECC5-4A31-8E17-CB07A73F6BC0}" dt="2023-08-28T14:32:45.690" v="157" actId="1076"/>
          <ac:spMkLst>
            <pc:docMk/>
            <pc:sldMk cId="3578986941" sldId="304"/>
            <ac:spMk id="9" creationId="{82DE9558-3F18-43FD-A62F-B7DA5A583696}"/>
          </ac:spMkLst>
        </pc:spChg>
        <pc:picChg chg="del">
          <ac:chgData name="Ufuk Unal" userId="d77f72b3-53d7-4cb7-8425-5a8f29447216" providerId="ADAL" clId="{1C9F431F-ECC5-4A31-8E17-CB07A73F6BC0}" dt="2023-08-28T14:32:29.626" v="151" actId="478"/>
          <ac:picMkLst>
            <pc:docMk/>
            <pc:sldMk cId="3578986941" sldId="304"/>
            <ac:picMk id="2" creationId="{FE9C5613-1266-4F58-8DCA-BC3B65289B68}"/>
          </ac:picMkLst>
        </pc:picChg>
        <pc:picChg chg="del">
          <ac:chgData name="Ufuk Unal" userId="d77f72b3-53d7-4cb7-8425-5a8f29447216" providerId="ADAL" clId="{1C9F431F-ECC5-4A31-8E17-CB07A73F6BC0}" dt="2023-08-28T14:32:37.614" v="154" actId="478"/>
          <ac:picMkLst>
            <pc:docMk/>
            <pc:sldMk cId="3578986941" sldId="304"/>
            <ac:picMk id="4" creationId="{12148271-B945-49D3-8DE4-3FF4682965CA}"/>
          </ac:picMkLst>
        </pc:picChg>
        <pc:picChg chg="add mod">
          <ac:chgData name="Ufuk Unal" userId="d77f72b3-53d7-4cb7-8425-5a8f29447216" providerId="ADAL" clId="{1C9F431F-ECC5-4A31-8E17-CB07A73F6BC0}" dt="2023-08-28T14:32:32.995" v="153" actId="1076"/>
          <ac:picMkLst>
            <pc:docMk/>
            <pc:sldMk cId="3578986941" sldId="304"/>
            <ac:picMk id="6" creationId="{24642C0D-5587-38CC-EAF2-B6EEAB27662C}"/>
          </ac:picMkLst>
        </pc:picChg>
        <pc:picChg chg="add mod">
          <ac:chgData name="Ufuk Unal" userId="d77f72b3-53d7-4cb7-8425-5a8f29447216" providerId="ADAL" clId="{1C9F431F-ECC5-4A31-8E17-CB07A73F6BC0}" dt="2023-08-28T14:32:41.929" v="156" actId="1076"/>
          <ac:picMkLst>
            <pc:docMk/>
            <pc:sldMk cId="3578986941" sldId="304"/>
            <ac:picMk id="8" creationId="{5B9644DB-9817-4EE6-EEF6-2BF4E6016DE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28.09.2023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74181A-B52E-4AEA-801A-5F0AC153D34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3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3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93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81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8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5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39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5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5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09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>
              <a:defRPr>
                <a:effectLst/>
              </a:defRPr>
            </a:pPr>
            <a:r>
              <a:t> </a:t>
            </a: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4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sz="1200" b="1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sz="1200" b="1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89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42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kern="120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181A-B52E-4AEA-801A-5F0AC153D3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9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t>Cliquez pour modifier le style du titre principal</a:t>
            </a:r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t>Cliquez pour modifier le style du titre principal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t>Modifier les styles de texte principal</a:t>
            </a:r>
          </a:p>
          <a:p>
            <a:pPr lvl="1"/>
            <a:r>
              <a:t>Deuxième niveau</a:t>
            </a:r>
          </a:p>
          <a:p>
            <a:pPr lvl="2"/>
            <a:r>
              <a:t>Troisième niveau</a:t>
            </a:r>
          </a:p>
          <a:p>
            <a:pPr lvl="3"/>
            <a:r>
              <a:t>Quatrième niveau</a:t>
            </a:r>
          </a:p>
          <a:p>
            <a:pPr lvl="4"/>
            <a:r>
              <a:t>Cinquième niveau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/>
            <a:endParaRPr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Smart home and building solutions.</a:t>
            </a:r>
          </a:p>
          <a:p>
            <a:pPr eaLnBrk="1" hangingPunct="1">
              <a:defRPr sz="1050">
                <a:solidFill>
                  <a:srgbClr val="FFFFFF"/>
                </a:solidFill>
                <a:latin typeface="Gotham Light"/>
                <a:cs typeface="Gotham Light"/>
              </a:defRPr>
            </a:pPr>
            <a: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 sz="1500">
                <a:solidFill>
                  <a:schemeClr val="bg1"/>
                </a:solidFill>
              </a:defRPr>
            </a:pPr>
            <a:r>
              <a:rPr>
                <a:latin typeface="Gotham Light" charset="0"/>
              </a:rPr>
              <a:t>Join </a:t>
            </a:r>
            <a:r>
              <a:rPr>
                <a:latin typeface="Gotham Medium" charset="0"/>
              </a:rPr>
              <a:t>us</a:t>
            </a:r>
          </a:p>
          <a:p>
            <a:pPr eaLnBrk="1" hangingPunct="1">
              <a:defRPr sz="800">
                <a:solidFill>
                  <a:schemeClr val="bg1"/>
                </a:solidFill>
                <a:latin typeface="Gotham Light" charset="0"/>
              </a:defRPr>
            </a:pPr>
            <a: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knx.org/hc/en-us/articles/7393992314770-ETS6-App-licens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KNX avancé </a:t>
            </a:r>
            <a:br>
              <a:rPr lang="en-GB" dirty="0"/>
            </a:br>
            <a:r>
              <a:rPr sz="2000"/>
              <a:t>Annexe informative</a:t>
            </a:r>
            <a:endParaRPr sz="2000" b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pPr>
              <a:defRPr sz="2400"/>
            </a:pPr>
            <a:r>
              <a:t>ETS Apps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71600" y="2915021"/>
            <a:ext cx="7416824" cy="209815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  <a:defRPr sz="2000">
                <a:latin typeface="Arial" charset="0"/>
              </a:defRPr>
            </a:pPr>
            <a:r>
              <a:t>On distingue deux types d'extensions :</a:t>
            </a:r>
            <a:endParaRPr sz="2000">
              <a:latin typeface="Arial" charset="0"/>
            </a:endParaRP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Plugin ETS : </a:t>
            </a:r>
          </a:p>
          <a:p>
            <a:pPr>
              <a:lnSpc>
                <a:spcPct val="150000"/>
              </a:lnSpc>
              <a:defRPr sz="200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pPr>
            <a:r>
              <a:t>ETS App</a:t>
            </a:r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78F51206-21AB-4563-9309-FF4FBC90E97A}"/>
              </a:ext>
            </a:extLst>
          </p:cNvPr>
          <p:cNvSpPr txBox="1">
            <a:spLocks/>
          </p:cNvSpPr>
          <p:nvPr/>
        </p:nvSpPr>
        <p:spPr>
          <a:xfrm>
            <a:off x="971600" y="1617514"/>
            <a:ext cx="7704856" cy="10800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  <a:defRPr sz="2000"/>
            </a:pPr>
            <a:r>
              <a:t>ETS : </a:t>
            </a:r>
            <a:r>
              <a:rPr>
                <a:solidFill>
                  <a:schemeClr val="bg1">
                    <a:lumMod val="10000"/>
                  </a:schemeClr>
                </a:solidFill>
              </a:rPr>
              <a:t>Engineering Tool Software pour créer, modifier, configurer et gérer les projets</a:t>
            </a:r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84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899592" y="5085184"/>
            <a:ext cx="7704856" cy="1296566"/>
          </a:xfrm>
          <a:prstGeom prst="rect">
            <a:avLst/>
          </a:prstGeom>
        </p:spPr>
        <p:txBody>
          <a:bodyPr/>
          <a:lstStyle>
            <a:lvl1pPr marL="0" indent="0" eaLnBrk="0" hangingPunct="0">
              <a:spcBef>
                <a:spcPct val="20000"/>
              </a:spcBef>
              <a:buClr>
                <a:srgbClr val="369226"/>
              </a:buClr>
              <a:buFont typeface="Wingdings" pitchFamily="2" charset="2"/>
              <a:buNone/>
              <a:defRPr sz="2000" b="1">
                <a:solidFill>
                  <a:srgbClr val="369226"/>
                </a:solidFill>
                <a:latin typeface="+mn-lt"/>
                <a:cs typeface="+mn-cs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lvl="0" algn="just"/>
            <a:r>
              <a:t>Application ETS : Extension </a:t>
            </a:r>
            <a:r>
              <a:rPr>
                <a:solidFill>
                  <a:schemeClr val="tx1"/>
                </a:solidFill>
              </a:rPr>
              <a:t>des fonctionnalités standards </a:t>
            </a:r>
            <a:r>
              <a:t>de ETS, non limitée à un participant spécifique.  </a:t>
            </a:r>
            <a:r>
              <a:rPr>
                <a:solidFill>
                  <a:schemeClr val="tx1"/>
                </a:solidFill>
              </a:rPr>
              <a:t>Il n'est normalement pas inclus dans le logiciel ETS standard </a:t>
            </a:r>
            <a:r>
              <a:rPr>
                <a:solidFill>
                  <a:schemeClr val="tx1"/>
                </a:solidFill>
                <a:latin typeface="Arial" charset="0"/>
              </a:rPr>
              <a:t>tel que livré au client</a:t>
            </a:r>
          </a:p>
          <a:p>
            <a:pPr algn="just">
              <a:defRPr>
                <a:solidFill>
                  <a:schemeClr val="tx1"/>
                </a:solidFill>
                <a:latin typeface="Arial" charset="0"/>
              </a:defRPr>
            </a:pPr>
            <a:r>
              <a:t> </a:t>
            </a:r>
            <a:endParaRPr>
              <a:solidFill>
                <a:schemeClr val="tx1"/>
              </a:solidFill>
              <a:latin typeface="Arial" charset="0"/>
            </a:endParaRPr>
          </a:p>
          <a:p>
            <a:pPr algn="just"/>
            <a:endParaRPr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4D53EA-FC28-4F8C-B8AB-F62382D5323A}"/>
              </a:ext>
            </a:extLst>
          </p:cNvPr>
          <p:cNvGrpSpPr/>
          <p:nvPr/>
        </p:nvGrpSpPr>
        <p:grpSpPr>
          <a:xfrm>
            <a:off x="1827262" y="2602700"/>
            <a:ext cx="5489475" cy="1937904"/>
            <a:chOff x="1691680" y="2710383"/>
            <a:chExt cx="5489475" cy="19379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1BE6A3-E996-4A0C-9ED6-3CC3642A4D9C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80" y="2710383"/>
              <a:ext cx="5489475" cy="1937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ight Arrow 3">
              <a:extLst>
                <a:ext uri="{FF2B5EF4-FFF2-40B4-BE49-F238E27FC236}">
                  <a16:creationId xmlns:a16="http://schemas.microsoft.com/office/drawing/2014/main" id="{29DD2FD3-74B0-4B3B-A029-5135757BF9D7}"/>
                </a:ext>
              </a:extLst>
            </p:cNvPr>
            <p:cNvSpPr/>
            <p:nvPr/>
          </p:nvSpPr>
          <p:spPr bwMode="auto">
            <a:xfrm rot="5400000">
              <a:off x="2352799" y="3969408"/>
              <a:ext cx="650875" cy="388937"/>
            </a:xfrm>
            <a:prstGeom prst="rightArrow">
              <a:avLst/>
            </a:prstGeom>
            <a:solidFill>
              <a:srgbClr val="369226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DBDE9D72-AF3A-4AAB-85A8-6CF29CF9C71E}"/>
              </a:ext>
            </a:extLst>
          </p:cNvPr>
          <p:cNvSpPr txBox="1">
            <a:spLocks/>
          </p:cNvSpPr>
          <p:nvPr/>
        </p:nvSpPr>
        <p:spPr>
          <a:xfrm>
            <a:off x="899592" y="1412875"/>
            <a:ext cx="7704856" cy="10800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buFont typeface="Wingdings" pitchFamily="2" charset="2"/>
              <a:buNone/>
              <a:defRPr sz="2000"/>
            </a:pPr>
            <a:r>
              <a:rPr>
                <a:ea typeface="Open Sans" panose="020B0606030504020204" pitchFamily="34" charset="0"/>
                <a:cs typeface="Open Sans" panose="020B0606030504020204" pitchFamily="34" charset="0"/>
              </a:rPr>
              <a:t>Plug-in ETS : </a:t>
            </a:r>
            <a:r>
              <a:rPr>
                <a:latin typeface="Arial" charset="0"/>
              </a:rPr>
              <a:t>Extension de produit</a:t>
            </a:r>
            <a:r>
              <a:rPr>
                <a:solidFill>
                  <a:schemeClr val="tx1"/>
                </a:solidFill>
                <a:latin typeface="Arial" charset="0"/>
              </a:rPr>
              <a:t>, rendue disponible par le fabricant de l'appareil, permettant une configuration ou une mise en service spécifique, </a:t>
            </a:r>
            <a:r>
              <a:rPr>
                <a:latin typeface="Arial" charset="0"/>
              </a:rPr>
              <a:t>s'écarte de la norme ETS</a:t>
            </a:r>
            <a:r>
              <a:rPr>
                <a:solidFill>
                  <a:schemeClr val="tx1"/>
                </a:solidFill>
                <a:latin typeface="Arial" charset="0"/>
              </a:rPr>
              <a:t> </a:t>
            </a:r>
            <a:endParaRPr sz="2000" kern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51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ETS Apps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02776" y="1412776"/>
            <a:ext cx="7557655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 sz="2000">
                <a:solidFill>
                  <a:schemeClr val="tx1"/>
                </a:solidFill>
                <a:latin typeface="Arial" charset="0"/>
              </a:defRPr>
            </a:pPr>
            <a:r>
              <a:rPr sz="1800" dirty="0"/>
              <a:t>Dans la </a:t>
            </a:r>
            <a:r>
              <a:rPr sz="1800" dirty="0" err="1"/>
              <a:t>plupart</a:t>
            </a:r>
            <a:r>
              <a:rPr sz="1800" dirty="0"/>
              <a:t> des </a:t>
            </a:r>
            <a:r>
              <a:rPr sz="1800" dirty="0" err="1"/>
              <a:t>cas</a:t>
            </a:r>
            <a:r>
              <a:rPr sz="1800" dirty="0"/>
              <a:t>, le </a:t>
            </a:r>
            <a:r>
              <a:rPr sz="1800" dirty="0" err="1"/>
              <a:t>programme</a:t>
            </a:r>
            <a:r>
              <a:rPr sz="1800" dirty="0"/>
              <a:t> ETS </a:t>
            </a:r>
            <a:r>
              <a:rPr sz="1800" dirty="0" err="1"/>
              <a:t>offre</a:t>
            </a:r>
            <a:r>
              <a:rPr sz="1800" dirty="0"/>
              <a:t> </a:t>
            </a:r>
            <a:r>
              <a:rPr sz="1800" dirty="0" err="1"/>
              <a:t>toutes</a:t>
            </a:r>
            <a:r>
              <a:rPr sz="1800" dirty="0"/>
              <a:t> les </a:t>
            </a:r>
            <a:r>
              <a:rPr sz="1800" dirty="0" err="1"/>
              <a:t>fonctionnalités</a:t>
            </a:r>
            <a:r>
              <a:rPr sz="1800" dirty="0"/>
              <a:t> </a:t>
            </a:r>
            <a:r>
              <a:rPr sz="1800" dirty="0" err="1"/>
              <a:t>nécessaires</a:t>
            </a:r>
            <a:r>
              <a:rPr sz="1800" dirty="0"/>
              <a:t> pour </a:t>
            </a:r>
            <a:r>
              <a:rPr sz="1800" dirty="0" err="1"/>
              <a:t>concevoir</a:t>
            </a:r>
            <a:r>
              <a:rPr sz="1800" dirty="0"/>
              <a:t> et </a:t>
            </a:r>
            <a:r>
              <a:rPr sz="1800" dirty="0" err="1"/>
              <a:t>configurer</a:t>
            </a:r>
            <a:r>
              <a:rPr sz="1800" dirty="0"/>
              <a:t> des </a:t>
            </a:r>
            <a:r>
              <a:rPr sz="1800" dirty="0" err="1"/>
              <a:t>projets</a:t>
            </a:r>
            <a:r>
              <a:rPr sz="1800" dirty="0"/>
              <a:t> KNX</a:t>
            </a:r>
          </a:p>
          <a:p>
            <a:endParaRPr sz="1800" dirty="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latin typeface="Arial" charset="0"/>
              </a:defRPr>
            </a:pPr>
            <a:r>
              <a:rPr sz="1800" dirty="0">
                <a:solidFill>
                  <a:schemeClr val="tx1"/>
                </a:solidFill>
              </a:rPr>
              <a:t>ETS Apps </a:t>
            </a:r>
            <a:r>
              <a:rPr sz="1800" dirty="0" err="1"/>
              <a:t>personnalisez</a:t>
            </a:r>
            <a:r>
              <a:rPr sz="1800" dirty="0"/>
              <a:t> ETS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fonction</a:t>
            </a:r>
            <a:r>
              <a:rPr sz="1800" dirty="0"/>
              <a:t> des </a:t>
            </a:r>
            <a:r>
              <a:rPr sz="1800" dirty="0" err="1"/>
              <a:t>besoins</a:t>
            </a:r>
            <a:r>
              <a:rPr sz="1800" dirty="0"/>
              <a:t> </a:t>
            </a:r>
            <a:r>
              <a:rPr sz="1800" dirty="0" err="1"/>
              <a:t>individuels</a:t>
            </a:r>
            <a:r>
              <a:rPr sz="1800" dirty="0"/>
              <a:t> </a:t>
            </a:r>
            <a:r>
              <a:rPr sz="1800" dirty="0">
                <a:solidFill>
                  <a:schemeClr val="tx1"/>
                </a:solidFill>
              </a:rPr>
              <a:t>tout </a:t>
            </a:r>
            <a:r>
              <a:rPr sz="1800" dirty="0" err="1">
                <a:solidFill>
                  <a:schemeClr val="tx1"/>
                </a:solidFill>
              </a:rPr>
              <a:t>en</a:t>
            </a:r>
            <a:r>
              <a:rPr sz="1800" dirty="0">
                <a:solidFill>
                  <a:schemeClr val="tx1"/>
                </a:solidFill>
              </a:rPr>
              <a:t> </a:t>
            </a:r>
            <a:r>
              <a:rPr sz="1800" dirty="0" err="1">
                <a:solidFill>
                  <a:schemeClr val="tx1"/>
                </a:solidFill>
              </a:rPr>
              <a:t>maintenant</a:t>
            </a:r>
            <a:r>
              <a:rPr sz="1800" dirty="0">
                <a:solidFill>
                  <a:schemeClr val="tx1"/>
                </a:solidFill>
              </a:rPr>
              <a:t> </a:t>
            </a:r>
            <a:r>
              <a:rPr sz="1800" dirty="0"/>
              <a:t> </a:t>
            </a:r>
            <a:r>
              <a:rPr sz="1800" dirty="0" err="1"/>
              <a:t>l'approche</a:t>
            </a:r>
            <a:r>
              <a:rPr sz="1800" dirty="0"/>
              <a:t> KNX" </a:t>
            </a:r>
            <a:r>
              <a:rPr sz="1800" dirty="0">
                <a:solidFill>
                  <a:schemeClr val="tx1"/>
                </a:solidFill>
              </a:rPr>
              <a:t>un </a:t>
            </a:r>
            <a:r>
              <a:rPr sz="1800" dirty="0" err="1">
                <a:solidFill>
                  <a:schemeClr val="tx1"/>
                </a:solidFill>
              </a:rPr>
              <a:t>seul</a:t>
            </a:r>
            <a:r>
              <a:rPr sz="1800" dirty="0">
                <a:solidFill>
                  <a:schemeClr val="tx1"/>
                </a:solidFill>
              </a:rPr>
              <a:t> </a:t>
            </a:r>
            <a:r>
              <a:rPr sz="1800" dirty="0" err="1">
                <a:solidFill>
                  <a:schemeClr val="tx1"/>
                </a:solidFill>
              </a:rPr>
              <a:t>outil</a:t>
            </a:r>
            <a:r>
              <a:rPr sz="1800" dirty="0">
                <a:solidFill>
                  <a:schemeClr val="tx1"/>
                </a:solidFill>
              </a:rPr>
              <a:t>"</a:t>
            </a:r>
          </a:p>
          <a:p>
            <a:endParaRPr sz="1800" dirty="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ea typeface="ＭＳ Ｐゴシック" pitchFamily="-97" charset="-128"/>
                <a:cs typeface="Arial" pitchFamily="34" charset="0"/>
              </a:defRPr>
            </a:pPr>
            <a:r>
              <a:rPr sz="1800" dirty="0"/>
              <a:t>Les </a:t>
            </a:r>
            <a:r>
              <a:rPr sz="1800" dirty="0" err="1"/>
              <a:t>membres</a:t>
            </a:r>
            <a:r>
              <a:rPr sz="1800" dirty="0"/>
              <a:t> de KNX </a:t>
            </a:r>
            <a:r>
              <a:rPr sz="1800" dirty="0" err="1"/>
              <a:t>peuvent</a:t>
            </a:r>
            <a:r>
              <a:rPr sz="1800" dirty="0"/>
              <a:t> proposer des applications ETS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adaptées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aux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besoins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et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fonctionnalités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de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leurs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produits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et/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ou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marchés</a:t>
            </a:r>
            <a:r>
              <a:rPr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sz="1800" dirty="0" err="1">
                <a:solidFill>
                  <a:schemeClr val="bg2">
                    <a:lumMod val="25000"/>
                  </a:schemeClr>
                </a:solidFill>
              </a:rPr>
              <a:t>spécifiques</a:t>
            </a:r>
            <a:endParaRPr sz="1800" dirty="0">
              <a:solidFill>
                <a:schemeClr val="bg2">
                  <a:lumMod val="25000"/>
                </a:schemeClr>
              </a:solidFill>
            </a:endParaRPr>
          </a:p>
          <a:p>
            <a:endParaRPr sz="18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pPr>
              <a:defRPr sz="2000"/>
            </a:pPr>
            <a:r>
              <a:rPr sz="1800" dirty="0">
                <a:solidFill>
                  <a:schemeClr val="tx1"/>
                </a:solidFill>
              </a:rPr>
              <a:t>Les applications ETS font </a:t>
            </a:r>
            <a:r>
              <a:rPr sz="1800" dirty="0" err="1"/>
              <a:t>partie</a:t>
            </a:r>
            <a:r>
              <a:rPr sz="1800" dirty="0"/>
              <a:t> du </a:t>
            </a:r>
            <a:r>
              <a:rPr sz="1800" dirty="0" err="1"/>
              <a:t>système</a:t>
            </a:r>
            <a:r>
              <a:rPr sz="1800" dirty="0"/>
              <a:t> de </a:t>
            </a:r>
            <a:r>
              <a:rPr sz="1800" dirty="0" err="1"/>
              <a:t>licences</a:t>
            </a:r>
            <a:r>
              <a:rPr sz="1800" dirty="0"/>
              <a:t> KNX</a:t>
            </a:r>
            <a:r>
              <a:rPr sz="1800" dirty="0">
                <a:solidFill>
                  <a:schemeClr val="tx1"/>
                </a:solidFill>
              </a:rPr>
              <a:t>. Les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utilisateurs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d'ETS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peuvent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voir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toutes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les applications </a:t>
            </a:r>
            <a:r>
              <a:rPr sz="1800" dirty="0" err="1">
                <a:solidFill>
                  <a:schemeClr val="tx1"/>
                </a:solidFill>
                <a:latin typeface="Arial" charset="0"/>
              </a:rPr>
              <a:t>disponibles</a:t>
            </a:r>
            <a:r>
              <a:rPr sz="1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sz="1800" dirty="0">
                <a:solidFill>
                  <a:schemeClr val="tx1"/>
                </a:solidFill>
              </a:rPr>
              <a:t>via la </a:t>
            </a:r>
            <a:r>
              <a:rPr sz="1800" dirty="0" err="1">
                <a:solidFill>
                  <a:schemeClr val="tx1"/>
                </a:solidFill>
              </a:rPr>
              <a:t>plateforme</a:t>
            </a:r>
            <a:r>
              <a:rPr sz="1800" dirty="0">
                <a:solidFill>
                  <a:schemeClr val="tx1"/>
                </a:solidFill>
              </a:rPr>
              <a:t> MyKNX</a:t>
            </a:r>
          </a:p>
          <a:p>
            <a:endParaRPr sz="1800" dirty="0">
              <a:solidFill>
                <a:schemeClr val="tx1"/>
              </a:solidFill>
              <a:ea typeface="ＭＳ Ｐゴシック" pitchFamily="-97" charset="-128"/>
              <a:cs typeface="Arial" pitchFamily="34" charset="0"/>
            </a:endParaRPr>
          </a:p>
          <a:p>
            <a:pPr>
              <a:defRPr sz="2000"/>
            </a:pPr>
            <a:r>
              <a:rPr sz="1800" dirty="0">
                <a:solidFill>
                  <a:schemeClr val="tx1"/>
                </a:solidFill>
              </a:rPr>
              <a:t>Les applications ETS </a:t>
            </a:r>
            <a:r>
              <a:rPr sz="1800" dirty="0" err="1">
                <a:solidFill>
                  <a:schemeClr val="tx1"/>
                </a:solidFill>
              </a:rPr>
              <a:t>sont</a:t>
            </a:r>
            <a:r>
              <a:rPr sz="1800" dirty="0">
                <a:solidFill>
                  <a:schemeClr val="tx1"/>
                </a:solidFill>
              </a:rPr>
              <a:t> </a:t>
            </a:r>
            <a:r>
              <a:rPr sz="1800" dirty="0" err="1"/>
              <a:t>validées</a:t>
            </a:r>
            <a:r>
              <a:rPr sz="1800" dirty="0"/>
              <a:t> et </a:t>
            </a:r>
            <a:r>
              <a:rPr sz="1800" dirty="0" err="1"/>
              <a:t>signées</a:t>
            </a:r>
            <a:r>
              <a:rPr sz="1800" dirty="0"/>
              <a:t> par KNX</a:t>
            </a:r>
          </a:p>
          <a:p>
            <a:endParaRPr sz="1800" dirty="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sz="1800" dirty="0">
              <a:solidFill>
                <a:schemeClr val="tx1"/>
              </a:solidFill>
              <a:latin typeface="Arial" charset="0"/>
            </a:endParaRPr>
          </a:p>
          <a:p>
            <a:endParaRPr sz="1800" kern="0" dirty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sz="1800" kern="0" dirty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Exigences du système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902776" y="1412776"/>
            <a:ext cx="7557656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Un ETS 4.1 (ou supérieur)</a:t>
            </a:r>
            <a:r>
              <a:t> installé et opérationnel</a:t>
            </a:r>
            <a:endParaRPr sz="2000">
              <a:solidFill>
                <a:schemeClr val="tx1"/>
              </a:solidFill>
              <a:latin typeface="Arial" charset="0"/>
            </a:endParaRPr>
          </a:p>
          <a:p>
            <a:endParaRPr sz="200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Une licence ETS </a:t>
            </a:r>
            <a:r>
              <a:t>Professional, Home ou Lite installée</a:t>
            </a:r>
            <a:r>
              <a:rPr>
                <a:solidFill>
                  <a:schemeClr val="tx1"/>
                </a:solidFill>
              </a:rPr>
              <a:t>. Les Applications ETS ne peuvent pas être exécutées dans un environnement de Démonstration</a:t>
            </a:r>
          </a:p>
          <a:p>
            <a:endParaRPr sz="200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latin typeface="Arial" charset="0"/>
              </a:defRPr>
            </a:pPr>
            <a:r>
              <a:rPr>
                <a:solidFill>
                  <a:schemeClr val="tx1"/>
                </a:solidFill>
              </a:rPr>
              <a:t>Chaque </a:t>
            </a:r>
            <a:r>
              <a:t>application ETS nécessite une licence spécifique</a:t>
            </a:r>
            <a:endParaRPr sz="2000">
              <a:solidFill>
                <a:schemeClr val="tx1"/>
              </a:solidFill>
              <a:latin typeface="Arial" charset="0"/>
            </a:endParaRPr>
          </a:p>
          <a:p>
            <a:endParaRPr sz="2000">
              <a:solidFill>
                <a:schemeClr val="tx1"/>
              </a:solidFill>
              <a:latin typeface="Arial" charset="0"/>
            </a:endParaRPr>
          </a:p>
          <a:p>
            <a:pPr>
              <a:defRPr sz="2000">
                <a:solidFill>
                  <a:schemeClr val="tx1"/>
                </a:solidFill>
                <a:latin typeface="Arial" charset="0"/>
              </a:defRPr>
            </a:pPr>
            <a:r>
              <a:t>Certaines applications ETS peuvent être appelées directement dans ETS alors que d'autres applications doivent d'abord être installées puis activées dans le logiciel ETS</a:t>
            </a:r>
          </a:p>
          <a:p>
            <a:endParaRPr sz="200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sz="2000">
              <a:solidFill>
                <a:schemeClr val="tx1"/>
              </a:solidFill>
              <a:latin typeface="Arial" charset="0"/>
            </a:endParaRPr>
          </a:p>
          <a:p>
            <a:endParaRPr sz="2000" kern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sz="20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775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Délivrance de licences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C40CEA1-13D2-4509-8137-2408883E2CC4}"/>
              </a:ext>
            </a:extLst>
          </p:cNvPr>
          <p:cNvSpPr txBox="1">
            <a:spLocks/>
          </p:cNvSpPr>
          <p:nvPr/>
        </p:nvSpPr>
        <p:spPr>
          <a:xfrm>
            <a:off x="899592" y="1701873"/>
            <a:ext cx="7701672" cy="47525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Wingdings" pitchFamily="2" charset="2"/>
              <a:buChar char="§"/>
              <a:defRPr sz="2600" b="1">
                <a:solidFill>
                  <a:srgbClr val="36922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Char char="•"/>
              <a:defRPr sz="2200">
                <a:solidFill>
                  <a:srgbClr val="0C4B9D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2400">
                <a:solidFill>
                  <a:srgbClr val="0C4B9D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400" i="1">
                <a:solidFill>
                  <a:srgbClr val="0C4B9D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69226"/>
              </a:buClr>
              <a:buFont typeface="Arial" charset="0"/>
              <a:buChar char="-"/>
              <a:defRPr sz="1200" i="1">
                <a:solidFill>
                  <a:srgbClr val="0C4B9D"/>
                </a:solidFill>
                <a:latin typeface="+mn-lt"/>
                <a:cs typeface="+mn-cs"/>
              </a:defRPr>
            </a:lvl9pPr>
          </a:lstStyle>
          <a:p>
            <a:pPr>
              <a:defRPr sz="1800">
                <a:solidFill>
                  <a:schemeClr val="tx1"/>
                </a:solidFill>
                <a:latin typeface="Arial" charset="0"/>
              </a:defRPr>
            </a:pPr>
            <a:r>
              <a:t>Pour obtenir une licence d'une application ETS, vous devez :</a:t>
            </a:r>
          </a:p>
          <a:p>
            <a:pPr marL="857250" lvl="1" indent="-457200">
              <a:buFont typeface="+mj-lt"/>
              <a:buAutoNum type="arabicPeriod"/>
              <a:defRPr sz="1600" b="1">
                <a:solidFill>
                  <a:schemeClr val="tx1"/>
                </a:solidFill>
                <a:latin typeface="Arial" charset="0"/>
              </a:defRPr>
            </a:pPr>
            <a:r>
              <a:t>Connectez-vous à votre compte MyKNX</a:t>
            </a:r>
          </a:p>
          <a:p>
            <a:pPr marL="857250" lvl="1" indent="-457200">
              <a:buFont typeface="+mj-lt"/>
              <a:buAutoNum type="arabicPeriod"/>
              <a:defRPr sz="1600" b="1">
                <a:solidFill>
                  <a:schemeClr val="tx1"/>
                </a:solidFill>
                <a:latin typeface="Arial" charset="0"/>
              </a:defRPr>
            </a:pPr>
            <a:r>
              <a:t>Sélectionnez le menu Boutique et le sous-menu ETS Apps</a:t>
            </a:r>
          </a:p>
          <a:p>
            <a:pPr marL="857250" lvl="1" indent="-457200">
              <a:buFont typeface="+mj-lt"/>
              <a:buAutoNum type="arabicPeriod"/>
              <a:defRPr sz="1600" b="1">
                <a:solidFill>
                  <a:schemeClr val="tx1"/>
                </a:solidFill>
                <a:latin typeface="Arial" charset="0"/>
              </a:defRPr>
            </a:pPr>
            <a:r>
              <a:t>Sélectionnez l'application ETS dans les différentes catégories</a:t>
            </a:r>
            <a:endParaRPr sz="1600" b="1">
              <a:solidFill>
                <a:schemeClr val="tx1"/>
              </a:solidFill>
              <a:latin typeface="Arial" charset="0"/>
            </a:endParaRPr>
          </a:p>
          <a:p>
            <a:pPr>
              <a:defRPr sz="1800">
                <a:solidFill>
                  <a:schemeClr val="tx1"/>
                </a:solidFill>
                <a:latin typeface="Arial" charset="0"/>
              </a:defRPr>
            </a:pPr>
            <a:r>
              <a:t>Certaines application doivent être installées en plus (marquées avec une icône de téléchargement dans le menu «</a:t>
            </a:r>
            <a:r>
              <a:rPr i="1"/>
              <a:t>Mes produits »</a:t>
            </a:r>
            <a:r>
              <a:t>)</a:t>
            </a:r>
          </a:p>
          <a:p>
            <a:pPr>
              <a:defRPr sz="1800">
                <a:solidFill>
                  <a:schemeClr val="tx1"/>
                </a:solidFill>
                <a:latin typeface="Arial" charset="0"/>
              </a:defRPr>
            </a:pPr>
            <a:r>
              <a:t>Si l'icône de téléchargement est manquante, l'application est déjà contenue dans l'ETS et doit seulement être publiée</a:t>
            </a:r>
            <a:endParaRPr sz="1800">
              <a:solidFill>
                <a:schemeClr val="tx1"/>
              </a:solidFill>
              <a:latin typeface="Arial" charset="0"/>
            </a:endParaRPr>
          </a:p>
          <a:p>
            <a:endParaRPr sz="1800">
              <a:solidFill>
                <a:schemeClr val="bg2">
                  <a:lumMod val="25000"/>
                </a:schemeClr>
              </a:solidFill>
              <a:ea typeface="ＭＳ Ｐゴシック" pitchFamily="-97" charset="-128"/>
              <a:cs typeface="Arial" pitchFamily="34" charset="0"/>
            </a:endParaRPr>
          </a:p>
          <a:p>
            <a:endParaRPr sz="1800">
              <a:solidFill>
                <a:schemeClr val="tx1"/>
              </a:solidFill>
              <a:latin typeface="Arial" charset="0"/>
            </a:endParaRPr>
          </a:p>
          <a:p>
            <a:endParaRPr sz="1800" kern="0">
              <a:solidFill>
                <a:schemeClr val="tx1"/>
              </a:solidFill>
              <a:latin typeface="Arial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sz="18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defRPr sz="1600">
                <a:effectLst/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>
                <a:solidFill>
                  <a:schemeClr val="tx1"/>
                </a:solidFill>
              </a:rPr>
              <a:t>De plus amples informations concernant les licences ETS6 sont disponibles dans notre centre d'aide</a:t>
            </a:r>
            <a:r>
              <a:t> : </a:t>
            </a:r>
            <a:r>
              <a:rPr u="sng">
                <a:solidFill>
                  <a:srgbClr val="0000FF"/>
                </a:solidFill>
                <a:hlinkClick r:id="rId3"/>
              </a:rPr>
              <a:t>https://support.knx.org/hc/FR-fr/articles/7393992314770-ETS6-App-licensing </a:t>
            </a:r>
            <a:endParaRPr sz="1800" kern="0">
              <a:solidFill>
                <a:schemeClr val="tx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D9F90FF8-5343-C4EC-384B-DC72B3578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078137"/>
            <a:ext cx="4968552" cy="136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1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Lecture de la propriété d'un appareil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E7716-DD0D-4FCD-ACFD-3D92873D3283}"/>
              </a:ext>
            </a:extLst>
          </p:cNvPr>
          <p:cNvSpPr/>
          <p:nvPr/>
        </p:nvSpPr>
        <p:spPr>
          <a:xfrm>
            <a:off x="900112" y="1412776"/>
            <a:ext cx="78483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ct val="30000"/>
              </a:spcBef>
              <a:defRPr sz="2000" b="1"/>
            </a:pPr>
            <a:r>
              <a:t>Lire les propriétés sans connaître la structure de la mémoire interne ou l'emplacement de stockage des données </a:t>
            </a:r>
            <a:endParaRPr sz="2000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156D5-ADAD-4493-89B5-507114BDE741}"/>
              </a:ext>
            </a:extLst>
          </p:cNvPr>
          <p:cNvSpPr/>
          <p:nvPr/>
        </p:nvSpPr>
        <p:spPr>
          <a:xfrm>
            <a:off x="900112" y="4318283"/>
            <a:ext cx="755759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1. </a:t>
            </a:r>
            <a:r>
              <a:rPr>
                <a:solidFill>
                  <a:srgbClr val="369226"/>
                </a:solidFill>
              </a:rPr>
              <a:t>Adresse Individuelle </a:t>
            </a:r>
            <a:r>
              <a:t>du participant à lire</a:t>
            </a:r>
            <a:endParaRPr sz="1600" b="1"/>
          </a:p>
          <a:p>
            <a:pPr>
              <a:defRPr sz="1600" b="1"/>
            </a:pPr>
            <a:r>
              <a:t>2. </a:t>
            </a:r>
            <a:r>
              <a:rPr>
                <a:solidFill>
                  <a:srgbClr val="369226"/>
                </a:solidFill>
              </a:rPr>
              <a:t>Clé d'accès</a:t>
            </a:r>
            <a:r>
              <a:t>: Clé BCU dans le menu Détails du projet correspondant dans le tableau de bord ETS.</a:t>
            </a:r>
            <a:endParaRPr sz="1600" b="1"/>
          </a:p>
          <a:p>
            <a:pPr>
              <a:defRPr sz="1600" b="1"/>
            </a:pPr>
            <a:r>
              <a:t>3. </a:t>
            </a:r>
            <a:r>
              <a:rPr>
                <a:solidFill>
                  <a:srgbClr val="369226"/>
                </a:solidFill>
              </a:rPr>
              <a:t>Mode lecture</a:t>
            </a:r>
            <a: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1"/>
            </a:pPr>
            <a:r>
              <a:t>Objet sélectionné uniquement : Ne lire que les propriétés sélectionnées individuellement dans le panneau de gauche </a:t>
            </a:r>
            <a:r>
              <a:rPr>
                <a:sym typeface="Wingdings" panose="05000000000000000000" pitchFamily="2" charset="2"/>
              </a:rPr>
              <a:t></a:t>
            </a:r>
            <a:r>
              <a:t> lecture lente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1"/>
            </a:pPr>
            <a:r>
              <a:t>Plein : Lire toutes les propriétés de tous les objets d'interface disponibles </a:t>
            </a:r>
            <a:r>
              <a:rPr>
                <a:sym typeface="Wingdings" panose="05000000000000000000" pitchFamily="2" charset="2"/>
              </a:rPr>
              <a:t></a:t>
            </a:r>
            <a:r>
              <a:t> lecture rapide</a:t>
            </a:r>
            <a:endParaRPr sz="1600" b="1"/>
          </a:p>
        </p:txBody>
      </p:sp>
      <p:pic>
        <p:nvPicPr>
          <p:cNvPr id="6" name="Picture 5" descr="A screenshot of a computer  Description automatically generated">
            <a:extLst>
              <a:ext uri="{FF2B5EF4-FFF2-40B4-BE49-F238E27FC236}">
                <a16:creationId xmlns:a16="http://schemas.microsoft.com/office/drawing/2014/main" id="{8A971436-6047-90AC-1C52-86FD4BB2F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037" y="2289324"/>
            <a:ext cx="5580380" cy="190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78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Lecture de la propriété d'un appareil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020421" y="5890545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Exemple de propriété lue</a:t>
            </a:r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1D219C08-E7F7-83A7-8566-29240A771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0" y="1690370"/>
            <a:ext cx="6462598" cy="402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2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Lecture de la mémoire d'un appareil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4935454" y="1484784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Lecture de la mémoire du participant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965A0A-F134-4514-8FC1-961AE3A93988}"/>
              </a:ext>
            </a:extLst>
          </p:cNvPr>
          <p:cNvSpPr/>
          <p:nvPr/>
        </p:nvSpPr>
        <p:spPr>
          <a:xfrm>
            <a:off x="555853" y="4452699"/>
            <a:ext cx="80322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1. </a:t>
            </a:r>
            <a:r>
              <a:rPr>
                <a:solidFill>
                  <a:srgbClr val="369226"/>
                </a:solidFill>
              </a:rPr>
              <a:t>Adresse Individuelle </a:t>
            </a:r>
            <a:r>
              <a:t>du participant à lire</a:t>
            </a:r>
            <a:endParaRPr sz="1600" b="1"/>
          </a:p>
          <a:p>
            <a:pPr>
              <a:defRPr sz="1600" b="1"/>
            </a:pPr>
            <a:r>
              <a:t>2. </a:t>
            </a:r>
            <a:r>
              <a:rPr>
                <a:solidFill>
                  <a:srgbClr val="369226"/>
                </a:solidFill>
              </a:rPr>
              <a:t>Clé d'accès</a:t>
            </a:r>
            <a:r>
              <a:t>: Clé BCU dans le menu Détails du projet correspondant dans le tableau de bord ETS.</a:t>
            </a:r>
            <a:endParaRPr sz="1600" b="1"/>
          </a:p>
          <a:p>
            <a:pPr>
              <a:defRPr sz="1600" b="1"/>
            </a:pPr>
            <a:r>
              <a:t>3. </a:t>
            </a:r>
            <a:r>
              <a:rPr>
                <a:solidFill>
                  <a:srgbClr val="369226"/>
                </a:solidFill>
              </a:rPr>
              <a:t>Plage d'adresses</a:t>
            </a:r>
            <a:r>
              <a:t>: Mémoire standard, les autres sont la Mémoire de l'utilisateur, esclave du coupleur de ligne, Table de routage de coupleur de ligne</a:t>
            </a:r>
          </a:p>
          <a:p>
            <a:pPr>
              <a:defRPr sz="1600" b="1"/>
            </a:pPr>
            <a:r>
              <a:t>4. </a:t>
            </a:r>
            <a:r>
              <a:rPr>
                <a:solidFill>
                  <a:srgbClr val="369226"/>
                </a:solidFill>
              </a:rPr>
              <a:t>Plage</a:t>
            </a:r>
            <a:r>
              <a:t>: Bloc de mémoire à lire en entrant la plage de mémoire. </a:t>
            </a:r>
          </a:p>
          <a:p>
            <a:pPr>
              <a:defRPr sz="1600" b="1"/>
            </a:pPr>
            <a:r>
              <a:t>Valeur par défaut : 0100 à 01FF</a:t>
            </a:r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D5BBE43D-F659-5167-171B-89EA6C3C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80" y="1497360"/>
            <a:ext cx="4280720" cy="280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Lecture de la mémoire d'un appareil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508104" y="1413441"/>
            <a:ext cx="30461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Exemple de mémoire lu d'un périphérique système 1 </a:t>
            </a:r>
            <a:r>
              <a:rPr>
                <a:sym typeface="Wingdings" panose="05000000000000000000" pitchFamily="2" charset="2"/>
              </a:rPr>
              <a:t></a:t>
            </a:r>
            <a:r>
              <a:t> adresse individuelle 1.1.45</a:t>
            </a:r>
            <a:endParaRPr b="1"/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B0111473-80CA-8D04-D8B6-AD4D94EF1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56792"/>
            <a:ext cx="5040560" cy="30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7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Comparer le participant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1D63B-4F3E-4FE5-B289-B7FF56D91CFD}"/>
              </a:ext>
            </a:extLst>
          </p:cNvPr>
          <p:cNvSpPr/>
          <p:nvPr/>
        </p:nvSpPr>
        <p:spPr>
          <a:xfrm>
            <a:off x="900112" y="1490008"/>
            <a:ext cx="34558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Permet à l'intégrateur à </a:t>
            </a:r>
            <a:r>
              <a:rPr>
                <a:solidFill>
                  <a:srgbClr val="369226"/>
                </a:solidFill>
              </a:rPr>
              <a:t>comparer</a:t>
            </a:r>
            <a:r>
              <a:t> les données du projet </a:t>
            </a:r>
            <a:r>
              <a:rPr>
                <a:solidFill>
                  <a:srgbClr val="369226"/>
                </a:solidFill>
              </a:rPr>
              <a:t>ETS aux différents participants </a:t>
            </a:r>
            <a:r>
              <a:t>dans l'installation</a:t>
            </a:r>
            <a:endParaRPr sz="2000" b="1"/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482EE942-5668-834B-6FA4-1BDC5F8F5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530787"/>
            <a:ext cx="4932680" cy="44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7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Processus de Compare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4644008" y="1367471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Exeptions de 'Device Compare'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5DDE0-1418-4012-A435-EF33AA9FC07B}"/>
              </a:ext>
            </a:extLst>
          </p:cNvPr>
          <p:cNvSpPr/>
          <p:nvPr/>
        </p:nvSpPr>
        <p:spPr>
          <a:xfrm>
            <a:off x="1616238" y="5588780"/>
            <a:ext cx="2569801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b="1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t>Processus de Comparaison</a:t>
            </a:r>
            <a:endParaRPr sz="1800" b="1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Picture 1" descr="A screenshot of a computer program  Description automatically generated">
            <a:extLst>
              <a:ext uri="{FF2B5EF4-FFF2-40B4-BE49-F238E27FC236}">
                <a16:creationId xmlns:a16="http://schemas.microsoft.com/office/drawing/2014/main" id="{DA0D99EE-362E-4C13-A22F-F472FFE0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2" y="1238628"/>
            <a:ext cx="4499993" cy="2428194"/>
          </a:xfrm>
          <a:prstGeom prst="rect">
            <a:avLst/>
          </a:prstGeom>
        </p:spPr>
      </p:pic>
      <p:pic>
        <p:nvPicPr>
          <p:cNvPr id="6" name="Picture 5" descr="A screenshot of a computer  Description automatically generated">
            <a:extLst>
              <a:ext uri="{FF2B5EF4-FFF2-40B4-BE49-F238E27FC236}">
                <a16:creationId xmlns:a16="http://schemas.microsoft.com/office/drawing/2014/main" id="{3F00BF2B-DB4B-F6B8-1926-8CD2B38E0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39" y="4028392"/>
            <a:ext cx="2766175" cy="1198818"/>
          </a:xfrm>
          <a:prstGeom prst="rect">
            <a:avLst/>
          </a:prstGeom>
        </p:spPr>
      </p:pic>
      <p:pic>
        <p:nvPicPr>
          <p:cNvPr id="7" name="Picture 6" descr="A screenshot of a computer  Description automatically generated">
            <a:extLst>
              <a:ext uri="{FF2B5EF4-FFF2-40B4-BE49-F238E27FC236}">
                <a16:creationId xmlns:a16="http://schemas.microsoft.com/office/drawing/2014/main" id="{5909EB20-4323-56B1-B256-643A8D685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136" y="4028392"/>
            <a:ext cx="3114632" cy="11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2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Processus de Compare Device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8E988-0FDB-47BD-B976-449861F8E25E}"/>
              </a:ext>
            </a:extLst>
          </p:cNvPr>
          <p:cNvSpPr/>
          <p:nvPr/>
        </p:nvSpPr>
        <p:spPr>
          <a:xfrm>
            <a:off x="5076056" y="4725144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Détails de 'Device Compare'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5DDE0-1418-4012-A435-EF33AA9FC07B}"/>
              </a:ext>
            </a:extLst>
          </p:cNvPr>
          <p:cNvSpPr/>
          <p:nvPr/>
        </p:nvSpPr>
        <p:spPr>
          <a:xfrm>
            <a:off x="900112" y="5355441"/>
            <a:ext cx="7992888" cy="711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b="1">
                <a:latin typeface="Arial" panose="020B0604020202020204" pitchFamily="34" charset="0"/>
                <a:ea typeface="Calibri" panose="020F0502020204030204" pitchFamily="34" charset="0"/>
              </a:defRPr>
            </a:pPr>
            <a:r>
              <a:rPr>
                <a:solidFill>
                  <a:srgbClr val="369226"/>
                </a:solidFill>
              </a:rPr>
              <a:t>Remarque : </a:t>
            </a:r>
            <a:r>
              <a:t>Si une alerte est affichée, cela ne signifie pas nécessairement qu'il y a une différence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18DEE8-5D90-4A42-BF93-DB9BBB82E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566" y="1502559"/>
            <a:ext cx="6160770" cy="3080385"/>
          </a:xfrm>
          <a:prstGeom prst="rect">
            <a:avLst/>
          </a:prstGeom>
          <a:noFill/>
          <a:ln>
            <a:solidFill>
              <a:schemeClr val="accent6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204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91421"/>
            <a:ext cx="6768231" cy="719138"/>
          </a:xfrm>
        </p:spPr>
        <p:txBody>
          <a:bodyPr/>
          <a:lstStyle/>
          <a:p>
            <a:r>
              <a:t>Modèles de participants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1D63B-4F3E-4FE5-B289-B7FF56D91CFD}"/>
              </a:ext>
            </a:extLst>
          </p:cNvPr>
          <p:cNvSpPr/>
          <p:nvPr/>
        </p:nvSpPr>
        <p:spPr>
          <a:xfrm>
            <a:off x="894576" y="1490008"/>
            <a:ext cx="7709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Cela permet d'avoir des </a:t>
            </a:r>
            <a:r>
              <a:rPr>
                <a:solidFill>
                  <a:srgbClr val="369226"/>
                </a:solidFill>
              </a:rPr>
              <a:t>paramétrages de modèles de produits </a:t>
            </a:r>
            <a:r>
              <a:t>pour une utilisation ultérieure</a:t>
            </a:r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264D4A32-8732-43AE-8D6D-EC7EEDB8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36912"/>
            <a:ext cx="5580380" cy="301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2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477614"/>
            <a:ext cx="6768231" cy="719138"/>
          </a:xfrm>
        </p:spPr>
        <p:txBody>
          <a:bodyPr/>
          <a:lstStyle/>
          <a:p>
            <a:r>
              <a:t>Processus de modèles de participant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739BF-77D5-4A38-AEF9-E6262F654301}"/>
              </a:ext>
            </a:extLst>
          </p:cNvPr>
          <p:cNvSpPr/>
          <p:nvPr/>
        </p:nvSpPr>
        <p:spPr>
          <a:xfrm>
            <a:off x="4572000" y="1412776"/>
            <a:ext cx="277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b="1"/>
            </a:pPr>
            <a:r>
              <a:t>Le modèle existe déjà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E9DCB-13BB-4C62-9E4B-67127A991DB4}"/>
              </a:ext>
            </a:extLst>
          </p:cNvPr>
          <p:cNvSpPr/>
          <p:nvPr/>
        </p:nvSpPr>
        <p:spPr>
          <a:xfrm>
            <a:off x="6588641" y="3731628"/>
            <a:ext cx="23038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t>Emplacement de mes modèles de participants</a:t>
            </a:r>
            <a:endParaRPr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E9558-3F18-43FD-A62F-B7DA5A583696}"/>
              </a:ext>
            </a:extLst>
          </p:cNvPr>
          <p:cNvSpPr/>
          <p:nvPr/>
        </p:nvSpPr>
        <p:spPr>
          <a:xfrm>
            <a:off x="607195" y="5378520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rPr>
                <a:solidFill>
                  <a:srgbClr val="369226"/>
                </a:solidFill>
              </a:rPr>
              <a:t>Remarque : </a:t>
            </a:r>
            <a:r>
              <a:t>Supprimer un modèle de participant ne signifie pas que les produits sont supprimés du projet.</a:t>
            </a:r>
            <a:endParaRPr b="1"/>
          </a:p>
        </p:txBody>
      </p:sp>
      <p:pic>
        <p:nvPicPr>
          <p:cNvPr id="6" name="Picture 5" descr="A screenshot of a computer error message  Description automatically generated">
            <a:extLst>
              <a:ext uri="{FF2B5EF4-FFF2-40B4-BE49-F238E27FC236}">
                <a16:creationId xmlns:a16="http://schemas.microsoft.com/office/drawing/2014/main" id="{24642C0D-5587-38CC-EAF2-B6EEAB27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051560"/>
            <a:ext cx="3825240" cy="2377440"/>
          </a:xfrm>
          <a:prstGeom prst="rect">
            <a:avLst/>
          </a:prstGeom>
        </p:spPr>
      </p:pic>
      <p:pic>
        <p:nvPicPr>
          <p:cNvPr id="8" name="Picture 7" descr="A screenshot of a computer  Description automatically generated">
            <a:extLst>
              <a:ext uri="{FF2B5EF4-FFF2-40B4-BE49-F238E27FC236}">
                <a16:creationId xmlns:a16="http://schemas.microsoft.com/office/drawing/2014/main" id="{5B9644DB-9817-4EE6-EEF6-2BF4E6016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750801"/>
            <a:ext cx="558038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86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7243</TotalTime>
  <Words>704</Words>
  <Application>Microsoft Office PowerPoint</Application>
  <PresentationFormat>On-screen Show (4:3)</PresentationFormat>
  <Paragraphs>110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Gotham Light</vt:lpstr>
      <vt:lpstr>Gotham Medium</vt:lpstr>
      <vt:lpstr>Wingdings</vt:lpstr>
      <vt:lpstr>Training 2</vt:lpstr>
      <vt:lpstr>Cours KNX avancé  Annexe informative</vt:lpstr>
      <vt:lpstr>Introduction</vt:lpstr>
      <vt:lpstr>Définition</vt:lpstr>
      <vt:lpstr>ETS Apps</vt:lpstr>
      <vt:lpstr>Exigences du système</vt:lpstr>
      <vt:lpstr>Délivrance de licences</vt:lpstr>
      <vt:lpstr>Lecture de la propriété d'un appareil</vt:lpstr>
      <vt:lpstr>Lecture de la propriété d'un appareil</vt:lpstr>
      <vt:lpstr>Lecture de la mémoire d'un appareil</vt:lpstr>
      <vt:lpstr>Lecture de la mémoire d'un appareil</vt:lpstr>
      <vt:lpstr>Comparer le participant</vt:lpstr>
      <vt:lpstr>Processus de Compare Device</vt:lpstr>
      <vt:lpstr>Processus de Compare Device</vt:lpstr>
      <vt:lpstr>Modèles de participants</vt:lpstr>
      <vt:lpstr>Processus de modèles de participant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344</cp:revision>
  <dcterms:created xsi:type="dcterms:W3CDTF">2012-09-10T07:59:43Z</dcterms:created>
  <dcterms:modified xsi:type="dcterms:W3CDTF">2023-09-28T13:55:58Z</dcterms:modified>
</cp:coreProperties>
</file>