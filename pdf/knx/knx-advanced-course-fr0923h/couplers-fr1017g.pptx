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1"/>
  </p:sldMasterIdLst>
  <p:notesMasterIdLst>
    <p:notesMasterId r:id="rId31"/>
  </p:notesMasterIdLst>
  <p:handoutMasterIdLst>
    <p:handoutMasterId r:id="rId32"/>
  </p:handoutMasterIdLst>
  <p:sldIdLst>
    <p:sldId id="256" r:id="rId2"/>
    <p:sldId id="257" r:id="rId3"/>
    <p:sldId id="258" r:id="rId4"/>
    <p:sldId id="259" r:id="rId5"/>
    <p:sldId id="260" r:id="rId6"/>
    <p:sldId id="261" r:id="rId7"/>
    <p:sldId id="262" r:id="rId8"/>
    <p:sldId id="263" r:id="rId9"/>
    <p:sldId id="264" r:id="rId10"/>
    <p:sldId id="265" r:id="rId11"/>
    <p:sldId id="266" r:id="rId12"/>
    <p:sldId id="273" r:id="rId13"/>
    <p:sldId id="267" r:id="rId14"/>
    <p:sldId id="268" r:id="rId15"/>
    <p:sldId id="269" r:id="rId16"/>
    <p:sldId id="270" r:id="rId17"/>
    <p:sldId id="271" r:id="rId18"/>
    <p:sldId id="272" r:id="rId19"/>
    <p:sldId id="282" r:id="rId20"/>
    <p:sldId id="274" r:id="rId21"/>
    <p:sldId id="275" r:id="rId22"/>
    <p:sldId id="276" r:id="rId23"/>
    <p:sldId id="277" r:id="rId24"/>
    <p:sldId id="278" r:id="rId25"/>
    <p:sldId id="279" r:id="rId26"/>
    <p:sldId id="283" r:id="rId27"/>
    <p:sldId id="280" r:id="rId28"/>
    <p:sldId id="284" r:id="rId29"/>
    <p:sldId id="281" r:id="rId30"/>
  </p:sldIdLst>
  <p:sldSz cx="9144000" cy="6858000" type="screen4x3"/>
  <p:notesSz cx="6858000" cy="9144000"/>
  <p:custDataLst>
    <p:tags r:id="rId33"/>
  </p:custDataLst>
  <p:defaultTextStyle>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663">
          <p15:clr>
            <a:srgbClr val="A4A3A4"/>
          </p15:clr>
        </p15:guide>
        <p15:guide id="2" orient="horz" pos="935">
          <p15:clr>
            <a:srgbClr val="A4A3A4"/>
          </p15:clr>
        </p15:guide>
        <p15:guide id="3" orient="horz" pos="3475">
          <p15:clr>
            <a:srgbClr val="A4A3A4"/>
          </p15:clr>
        </p15:guide>
        <p15:guide id="4" orient="horz" pos="3294">
          <p15:clr>
            <a:srgbClr val="A4A3A4"/>
          </p15:clr>
        </p15:guide>
        <p15:guide id="5" orient="horz" pos="3974">
          <p15:clr>
            <a:srgbClr val="A4A3A4"/>
          </p15:clr>
        </p15:guide>
        <p15:guide id="6" orient="horz" pos="1253">
          <p15:clr>
            <a:srgbClr val="A4A3A4"/>
          </p15:clr>
        </p15:guide>
        <p15:guide id="7" orient="horz" pos="2614">
          <p15:clr>
            <a:srgbClr val="A4A3A4"/>
          </p15:clr>
        </p15:guide>
        <p15:guide id="8" orient="horz" pos="2840">
          <p15:clr>
            <a:srgbClr val="A4A3A4"/>
          </p15:clr>
        </p15:guide>
        <p15:guide id="9" pos="2290">
          <p15:clr>
            <a:srgbClr val="A4A3A4"/>
          </p15:clr>
        </p15:guide>
        <p15:guide id="10" pos="3334">
          <p15:clr>
            <a:srgbClr val="A4A3A4"/>
          </p15:clr>
        </p15:guide>
        <p15:guide id="11" pos="387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EAFF"/>
    <a:srgbClr val="B4CAFA"/>
    <a:srgbClr val="369226"/>
    <a:srgbClr val="0C4BAF"/>
    <a:srgbClr val="D6E3BC"/>
    <a:srgbClr val="E6F2AC"/>
    <a:srgbClr val="FF9F9F"/>
    <a:srgbClr val="0C4B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F399A7-432B-412F-B9A6-40C51F58A5D4}" v="1" dt="2024-12-23T09:07:21.8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44" autoAdjust="0"/>
    <p:restoredTop sz="79061" autoAdjust="0"/>
  </p:normalViewPr>
  <p:slideViewPr>
    <p:cSldViewPr>
      <p:cViewPr varScale="1">
        <p:scale>
          <a:sx n="70" d="100"/>
          <a:sy n="70" d="100"/>
        </p:scale>
        <p:origin x="1968" y="40"/>
      </p:cViewPr>
      <p:guideLst>
        <p:guide orient="horz" pos="663"/>
        <p:guide orient="horz" pos="935"/>
        <p:guide orient="horz" pos="3475"/>
        <p:guide orient="horz" pos="3294"/>
        <p:guide orient="horz" pos="3974"/>
        <p:guide orient="horz" pos="1253"/>
        <p:guide orient="horz" pos="2614"/>
        <p:guide orient="horz" pos="2840"/>
        <p:guide pos="2290"/>
        <p:guide pos="3334"/>
        <p:guide pos="3878"/>
      </p:guideLst>
    </p:cSldViewPr>
  </p:slideViewPr>
  <p:outlineViewPr>
    <p:cViewPr>
      <p:scale>
        <a:sx n="33" d="100"/>
        <a:sy n="33" d="100"/>
      </p:scale>
      <p:origin x="0" y="0"/>
    </p:cViewPr>
  </p:outlineViewPr>
  <p:notesTextViewPr>
    <p:cViewPr>
      <p:scale>
        <a:sx n="100" d="100"/>
        <a:sy n="100" d="100"/>
      </p:scale>
      <p:origin x="0" y="-1237"/>
    </p:cViewPr>
  </p:notesTextViewPr>
  <p:sorterViewPr>
    <p:cViewPr>
      <p:scale>
        <a:sx n="90" d="100"/>
        <a:sy n="90" d="100"/>
      </p:scale>
      <p:origin x="0" y="0"/>
    </p:cViewPr>
  </p:sorterViewPr>
  <p:notesViewPr>
    <p:cSldViewPr>
      <p:cViewPr varScale="1">
        <p:scale>
          <a:sx n="71" d="100"/>
          <a:sy n="71" d="100"/>
        </p:scale>
        <p:origin x="-279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fuk Unal" userId="d77f72b3-53d7-4cb7-8425-5a8f29447216" providerId="ADAL" clId="{5BF399A7-432B-412F-B9A6-40C51F58A5D4}"/>
    <pc:docChg chg="undo redo custSel modSld">
      <pc:chgData name="Ufuk Unal" userId="d77f72b3-53d7-4cb7-8425-5a8f29447216" providerId="ADAL" clId="{5BF399A7-432B-412F-B9A6-40C51F58A5D4}" dt="2024-12-23T09:07:21.852" v="47" actId="478"/>
      <pc:docMkLst>
        <pc:docMk/>
      </pc:docMkLst>
      <pc:sldChg chg="modNotesTx">
        <pc:chgData name="Ufuk Unal" userId="d77f72b3-53d7-4cb7-8425-5a8f29447216" providerId="ADAL" clId="{5BF399A7-432B-412F-B9A6-40C51F58A5D4}" dt="2024-12-23T08:56:44.048" v="0" actId="20577"/>
        <pc:sldMkLst>
          <pc:docMk/>
          <pc:sldMk cId="998842949" sldId="257"/>
        </pc:sldMkLst>
      </pc:sldChg>
      <pc:sldChg chg="modSp mod">
        <pc:chgData name="Ufuk Unal" userId="d77f72b3-53d7-4cb7-8425-5a8f29447216" providerId="ADAL" clId="{5BF399A7-432B-412F-B9A6-40C51F58A5D4}" dt="2024-12-23T08:59:23.083" v="30" actId="120"/>
        <pc:sldMkLst>
          <pc:docMk/>
          <pc:sldMk cId="3472260022" sldId="260"/>
        </pc:sldMkLst>
        <pc:spChg chg="mod">
          <ac:chgData name="Ufuk Unal" userId="d77f72b3-53d7-4cb7-8425-5a8f29447216" providerId="ADAL" clId="{5BF399A7-432B-412F-B9A6-40C51F58A5D4}" dt="2024-12-23T08:59:23.083" v="30" actId="120"/>
          <ac:spMkLst>
            <pc:docMk/>
            <pc:sldMk cId="3472260022" sldId="260"/>
            <ac:spMk id="11" creationId="{77957DA6-ED97-4576-8C05-571807AE0069}"/>
          </ac:spMkLst>
        </pc:spChg>
      </pc:sldChg>
      <pc:sldChg chg="delSp modSp mod modNotesTx">
        <pc:chgData name="Ufuk Unal" userId="d77f72b3-53d7-4cb7-8425-5a8f29447216" providerId="ADAL" clId="{5BF399A7-432B-412F-B9A6-40C51F58A5D4}" dt="2024-12-23T09:07:21.852" v="47" actId="478"/>
        <pc:sldMkLst>
          <pc:docMk/>
          <pc:sldMk cId="3738459520" sldId="270"/>
        </pc:sldMkLst>
        <pc:spChg chg="mod">
          <ac:chgData name="Ufuk Unal" userId="d77f72b3-53d7-4cb7-8425-5a8f29447216" providerId="ADAL" clId="{5BF399A7-432B-412F-B9A6-40C51F58A5D4}" dt="2024-12-23T09:07:08.442" v="46" actId="20577"/>
          <ac:spMkLst>
            <pc:docMk/>
            <pc:sldMk cId="3738459520" sldId="270"/>
            <ac:spMk id="3" creationId="{82320CDD-8188-453B-A81F-CED337736B3C}"/>
          </ac:spMkLst>
        </pc:spChg>
        <pc:grpChg chg="del">
          <ac:chgData name="Ufuk Unal" userId="d77f72b3-53d7-4cb7-8425-5a8f29447216" providerId="ADAL" clId="{5BF399A7-432B-412F-B9A6-40C51F58A5D4}" dt="2024-12-23T09:07:21.852" v="47" actId="478"/>
          <ac:grpSpMkLst>
            <pc:docMk/>
            <pc:sldMk cId="3738459520" sldId="270"/>
            <ac:grpSpMk id="13" creationId="{9437D18A-0C9C-499B-ABE8-7B3967BE60FD}"/>
          </ac:grpSpMkLst>
        </pc:grpChg>
      </pc:sldChg>
    </pc:docChg>
  </pc:docChgLst>
  <pc:docChgLst>
    <pc:chgData name="Ufuk Unal" userId="d77f72b3-53d7-4cb7-8425-5a8f29447216" providerId="ADAL" clId="{70771078-9D66-49D0-905B-AD990AC86BC2}"/>
    <pc:docChg chg="addSld delSld modSld">
      <pc:chgData name="Ufuk Unal" userId="d77f72b3-53d7-4cb7-8425-5a8f29447216" providerId="ADAL" clId="{70771078-9D66-49D0-905B-AD990AC86BC2}" dt="2023-04-06T12:49:35.537" v="30" actId="404"/>
      <pc:docMkLst>
        <pc:docMk/>
      </pc:docMkLst>
      <pc:sldChg chg="modSp mod">
        <pc:chgData name="Ufuk Unal" userId="d77f72b3-53d7-4cb7-8425-5a8f29447216" providerId="ADAL" clId="{70771078-9D66-49D0-905B-AD990AC86BC2}" dt="2023-04-06T12:46:40.421" v="7" actId="20577"/>
        <pc:sldMkLst>
          <pc:docMk/>
          <pc:sldMk cId="2459807384" sldId="256"/>
        </pc:sldMkLst>
      </pc:sldChg>
      <pc:sldChg chg="add del">
        <pc:chgData name="Ufuk Unal" userId="d77f72b3-53d7-4cb7-8425-5a8f29447216" providerId="ADAL" clId="{70771078-9D66-49D0-905B-AD990AC86BC2}" dt="2023-04-06T12:48:24.139" v="28"/>
        <pc:sldMkLst>
          <pc:docMk/>
          <pc:sldMk cId="998842949" sldId="257"/>
        </pc:sldMkLst>
      </pc:sldChg>
      <pc:sldChg chg="add">
        <pc:chgData name="Ufuk Unal" userId="d77f72b3-53d7-4cb7-8425-5a8f29447216" providerId="ADAL" clId="{70771078-9D66-49D0-905B-AD990AC86BC2}" dt="2023-04-06T12:48:24.139" v="28"/>
        <pc:sldMkLst>
          <pc:docMk/>
          <pc:sldMk cId="1484489420" sldId="258"/>
        </pc:sldMkLst>
      </pc:sldChg>
      <pc:sldChg chg="add">
        <pc:chgData name="Ufuk Unal" userId="d77f72b3-53d7-4cb7-8425-5a8f29447216" providerId="ADAL" clId="{70771078-9D66-49D0-905B-AD990AC86BC2}" dt="2023-04-06T12:48:24.139" v="28"/>
        <pc:sldMkLst>
          <pc:docMk/>
          <pc:sldMk cId="800985286" sldId="259"/>
        </pc:sldMkLst>
      </pc:sldChg>
      <pc:sldChg chg="add">
        <pc:chgData name="Ufuk Unal" userId="d77f72b3-53d7-4cb7-8425-5a8f29447216" providerId="ADAL" clId="{70771078-9D66-49D0-905B-AD990AC86BC2}" dt="2023-04-06T12:48:24.139" v="28"/>
        <pc:sldMkLst>
          <pc:docMk/>
          <pc:sldMk cId="3472260022" sldId="260"/>
        </pc:sldMkLst>
      </pc:sldChg>
      <pc:sldChg chg="add">
        <pc:chgData name="Ufuk Unal" userId="d77f72b3-53d7-4cb7-8425-5a8f29447216" providerId="ADAL" clId="{70771078-9D66-49D0-905B-AD990AC86BC2}" dt="2023-04-06T12:48:24.139" v="28"/>
        <pc:sldMkLst>
          <pc:docMk/>
          <pc:sldMk cId="4193280801" sldId="261"/>
        </pc:sldMkLst>
      </pc:sldChg>
      <pc:sldChg chg="add">
        <pc:chgData name="Ufuk Unal" userId="d77f72b3-53d7-4cb7-8425-5a8f29447216" providerId="ADAL" clId="{70771078-9D66-49D0-905B-AD990AC86BC2}" dt="2023-04-06T12:48:24.139" v="28"/>
        <pc:sldMkLst>
          <pc:docMk/>
          <pc:sldMk cId="3833297479" sldId="262"/>
        </pc:sldMkLst>
      </pc:sldChg>
      <pc:sldChg chg="add">
        <pc:chgData name="Ufuk Unal" userId="d77f72b3-53d7-4cb7-8425-5a8f29447216" providerId="ADAL" clId="{70771078-9D66-49D0-905B-AD990AC86BC2}" dt="2023-04-06T12:48:24.139" v="28"/>
        <pc:sldMkLst>
          <pc:docMk/>
          <pc:sldMk cId="3081799857" sldId="263"/>
        </pc:sldMkLst>
      </pc:sldChg>
      <pc:sldChg chg="add">
        <pc:chgData name="Ufuk Unal" userId="d77f72b3-53d7-4cb7-8425-5a8f29447216" providerId="ADAL" clId="{70771078-9D66-49D0-905B-AD990AC86BC2}" dt="2023-04-06T12:48:24.139" v="28"/>
        <pc:sldMkLst>
          <pc:docMk/>
          <pc:sldMk cId="597523344" sldId="264"/>
        </pc:sldMkLst>
      </pc:sldChg>
      <pc:sldChg chg="add">
        <pc:chgData name="Ufuk Unal" userId="d77f72b3-53d7-4cb7-8425-5a8f29447216" providerId="ADAL" clId="{70771078-9D66-49D0-905B-AD990AC86BC2}" dt="2023-04-06T12:48:24.139" v="28"/>
        <pc:sldMkLst>
          <pc:docMk/>
          <pc:sldMk cId="2112717365" sldId="265"/>
        </pc:sldMkLst>
      </pc:sldChg>
      <pc:sldChg chg="add">
        <pc:chgData name="Ufuk Unal" userId="d77f72b3-53d7-4cb7-8425-5a8f29447216" providerId="ADAL" clId="{70771078-9D66-49D0-905B-AD990AC86BC2}" dt="2023-04-06T12:48:24.139" v="28"/>
        <pc:sldMkLst>
          <pc:docMk/>
          <pc:sldMk cId="2949182924" sldId="266"/>
        </pc:sldMkLst>
      </pc:sldChg>
      <pc:sldChg chg="add">
        <pc:chgData name="Ufuk Unal" userId="d77f72b3-53d7-4cb7-8425-5a8f29447216" providerId="ADAL" clId="{70771078-9D66-49D0-905B-AD990AC86BC2}" dt="2023-04-06T12:48:24.139" v="28"/>
        <pc:sldMkLst>
          <pc:docMk/>
          <pc:sldMk cId="1481909529" sldId="267"/>
        </pc:sldMkLst>
      </pc:sldChg>
      <pc:sldChg chg="add">
        <pc:chgData name="Ufuk Unal" userId="d77f72b3-53d7-4cb7-8425-5a8f29447216" providerId="ADAL" clId="{70771078-9D66-49D0-905B-AD990AC86BC2}" dt="2023-04-06T12:48:24.139" v="28"/>
        <pc:sldMkLst>
          <pc:docMk/>
          <pc:sldMk cId="948198953" sldId="268"/>
        </pc:sldMkLst>
      </pc:sldChg>
      <pc:sldChg chg="modSp add">
        <pc:chgData name="Ufuk Unal" userId="d77f72b3-53d7-4cb7-8425-5a8f29447216" providerId="ADAL" clId="{70771078-9D66-49D0-905B-AD990AC86BC2}" dt="2023-04-06T12:49:35.537" v="30" actId="404"/>
        <pc:sldMkLst>
          <pc:docMk/>
          <pc:sldMk cId="927216672" sldId="269"/>
        </pc:sldMkLst>
      </pc:sldChg>
      <pc:sldChg chg="add">
        <pc:chgData name="Ufuk Unal" userId="d77f72b3-53d7-4cb7-8425-5a8f29447216" providerId="ADAL" clId="{70771078-9D66-49D0-905B-AD990AC86BC2}" dt="2023-04-06T12:48:24.139" v="28"/>
        <pc:sldMkLst>
          <pc:docMk/>
          <pc:sldMk cId="3738459520" sldId="270"/>
        </pc:sldMkLst>
      </pc:sldChg>
      <pc:sldChg chg="add">
        <pc:chgData name="Ufuk Unal" userId="d77f72b3-53d7-4cb7-8425-5a8f29447216" providerId="ADAL" clId="{70771078-9D66-49D0-905B-AD990AC86BC2}" dt="2023-04-06T12:48:24.139" v="28"/>
        <pc:sldMkLst>
          <pc:docMk/>
          <pc:sldMk cId="2484710693" sldId="271"/>
        </pc:sldMkLst>
      </pc:sldChg>
      <pc:sldChg chg="add">
        <pc:chgData name="Ufuk Unal" userId="d77f72b3-53d7-4cb7-8425-5a8f29447216" providerId="ADAL" clId="{70771078-9D66-49D0-905B-AD990AC86BC2}" dt="2023-04-06T12:48:24.139" v="28"/>
        <pc:sldMkLst>
          <pc:docMk/>
          <pc:sldMk cId="375605357" sldId="272"/>
        </pc:sldMkLst>
      </pc:sldChg>
      <pc:sldChg chg="add">
        <pc:chgData name="Ufuk Unal" userId="d77f72b3-53d7-4cb7-8425-5a8f29447216" providerId="ADAL" clId="{70771078-9D66-49D0-905B-AD990AC86BC2}" dt="2023-04-06T12:48:24.139" v="28"/>
        <pc:sldMkLst>
          <pc:docMk/>
          <pc:sldMk cId="1126185712" sldId="273"/>
        </pc:sldMkLst>
      </pc:sldChg>
      <pc:sldChg chg="add">
        <pc:chgData name="Ufuk Unal" userId="d77f72b3-53d7-4cb7-8425-5a8f29447216" providerId="ADAL" clId="{70771078-9D66-49D0-905B-AD990AC86BC2}" dt="2023-04-06T12:48:24.139" v="28"/>
        <pc:sldMkLst>
          <pc:docMk/>
          <pc:sldMk cId="373833356" sldId="274"/>
        </pc:sldMkLst>
      </pc:sldChg>
      <pc:sldChg chg="add">
        <pc:chgData name="Ufuk Unal" userId="d77f72b3-53d7-4cb7-8425-5a8f29447216" providerId="ADAL" clId="{70771078-9D66-49D0-905B-AD990AC86BC2}" dt="2023-04-06T12:48:24.139" v="28"/>
        <pc:sldMkLst>
          <pc:docMk/>
          <pc:sldMk cId="1090091743" sldId="275"/>
        </pc:sldMkLst>
      </pc:sldChg>
      <pc:sldChg chg="add">
        <pc:chgData name="Ufuk Unal" userId="d77f72b3-53d7-4cb7-8425-5a8f29447216" providerId="ADAL" clId="{70771078-9D66-49D0-905B-AD990AC86BC2}" dt="2023-04-06T12:48:24.139" v="28"/>
        <pc:sldMkLst>
          <pc:docMk/>
          <pc:sldMk cId="3108706907" sldId="276"/>
        </pc:sldMkLst>
      </pc:sldChg>
      <pc:sldChg chg="add">
        <pc:chgData name="Ufuk Unal" userId="d77f72b3-53d7-4cb7-8425-5a8f29447216" providerId="ADAL" clId="{70771078-9D66-49D0-905B-AD990AC86BC2}" dt="2023-04-06T12:48:24.139" v="28"/>
        <pc:sldMkLst>
          <pc:docMk/>
          <pc:sldMk cId="3070299256" sldId="277"/>
        </pc:sldMkLst>
      </pc:sldChg>
      <pc:sldChg chg="add">
        <pc:chgData name="Ufuk Unal" userId="d77f72b3-53d7-4cb7-8425-5a8f29447216" providerId="ADAL" clId="{70771078-9D66-49D0-905B-AD990AC86BC2}" dt="2023-04-06T12:48:24.139" v="28"/>
        <pc:sldMkLst>
          <pc:docMk/>
          <pc:sldMk cId="383654786" sldId="278"/>
        </pc:sldMkLst>
      </pc:sldChg>
      <pc:sldChg chg="add">
        <pc:chgData name="Ufuk Unal" userId="d77f72b3-53d7-4cb7-8425-5a8f29447216" providerId="ADAL" clId="{70771078-9D66-49D0-905B-AD990AC86BC2}" dt="2023-04-06T12:48:24.139" v="28"/>
        <pc:sldMkLst>
          <pc:docMk/>
          <pc:sldMk cId="3605167847" sldId="279"/>
        </pc:sldMkLst>
      </pc:sldChg>
      <pc:sldChg chg="add">
        <pc:chgData name="Ufuk Unal" userId="d77f72b3-53d7-4cb7-8425-5a8f29447216" providerId="ADAL" clId="{70771078-9D66-49D0-905B-AD990AC86BC2}" dt="2023-04-06T12:48:24.139" v="28"/>
        <pc:sldMkLst>
          <pc:docMk/>
          <pc:sldMk cId="4206312661" sldId="280"/>
        </pc:sldMkLst>
      </pc:sldChg>
      <pc:sldChg chg="add">
        <pc:chgData name="Ufuk Unal" userId="d77f72b3-53d7-4cb7-8425-5a8f29447216" providerId="ADAL" clId="{70771078-9D66-49D0-905B-AD990AC86BC2}" dt="2023-04-06T12:48:24.139" v="28"/>
        <pc:sldMkLst>
          <pc:docMk/>
          <pc:sldMk cId="912718920" sldId="281"/>
        </pc:sldMkLst>
      </pc:sldChg>
      <pc:sldChg chg="add">
        <pc:chgData name="Ufuk Unal" userId="d77f72b3-53d7-4cb7-8425-5a8f29447216" providerId="ADAL" clId="{70771078-9D66-49D0-905B-AD990AC86BC2}" dt="2023-04-06T12:48:24.139" v="28"/>
        <pc:sldMkLst>
          <pc:docMk/>
          <pc:sldMk cId="1760052234" sldId="282"/>
        </pc:sldMkLst>
      </pc:sldChg>
      <pc:sldChg chg="add">
        <pc:chgData name="Ufuk Unal" userId="d77f72b3-53d7-4cb7-8425-5a8f29447216" providerId="ADAL" clId="{70771078-9D66-49D0-905B-AD990AC86BC2}" dt="2023-04-06T12:48:24.139" v="28"/>
        <pc:sldMkLst>
          <pc:docMk/>
          <pc:sldMk cId="2235014627" sldId="283"/>
        </pc:sldMkLst>
      </pc:sldChg>
      <pc:sldChg chg="del">
        <pc:chgData name="Ufuk Unal" userId="d77f72b3-53d7-4cb7-8425-5a8f29447216" providerId="ADAL" clId="{70771078-9D66-49D0-905B-AD990AC86BC2}" dt="2023-04-06T12:48:07.145" v="26" actId="47"/>
        <pc:sldMkLst>
          <pc:docMk/>
          <pc:sldMk cId="4273073496" sldId="283"/>
        </pc:sldMkLst>
      </pc:sldChg>
      <pc:sldChg chg="add">
        <pc:chgData name="Ufuk Unal" userId="d77f72b3-53d7-4cb7-8425-5a8f29447216" providerId="ADAL" clId="{70771078-9D66-49D0-905B-AD990AC86BC2}" dt="2023-04-06T12:48:24.139" v="28"/>
        <pc:sldMkLst>
          <pc:docMk/>
          <pc:sldMk cId="1373639563" sldId="284"/>
        </pc:sldMkLst>
      </pc:sldChg>
      <pc:sldChg chg="del">
        <pc:chgData name="Ufuk Unal" userId="d77f72b3-53d7-4cb7-8425-5a8f29447216" providerId="ADAL" clId="{70771078-9D66-49D0-905B-AD990AC86BC2}" dt="2023-04-06T12:48:07.145" v="26" actId="47"/>
        <pc:sldMkLst>
          <pc:docMk/>
          <pc:sldMk cId="1627137011" sldId="284"/>
        </pc:sldMkLst>
      </pc:sldChg>
      <pc:sldChg chg="del">
        <pc:chgData name="Ufuk Unal" userId="d77f72b3-53d7-4cb7-8425-5a8f29447216" providerId="ADAL" clId="{70771078-9D66-49D0-905B-AD990AC86BC2}" dt="2023-04-06T12:48:07.145" v="26" actId="47"/>
        <pc:sldMkLst>
          <pc:docMk/>
          <pc:sldMk cId="3281927006" sldId="285"/>
        </pc:sldMkLst>
      </pc:sldChg>
      <pc:sldChg chg="del">
        <pc:chgData name="Ufuk Unal" userId="d77f72b3-53d7-4cb7-8425-5a8f29447216" providerId="ADAL" clId="{70771078-9D66-49D0-905B-AD990AC86BC2}" dt="2023-04-06T12:48:07.145" v="26" actId="47"/>
        <pc:sldMkLst>
          <pc:docMk/>
          <pc:sldMk cId="3740121746" sldId="286"/>
        </pc:sldMkLst>
      </pc:sldChg>
      <pc:sldChg chg="del">
        <pc:chgData name="Ufuk Unal" userId="d77f72b3-53d7-4cb7-8425-5a8f29447216" providerId="ADAL" clId="{70771078-9D66-49D0-905B-AD990AC86BC2}" dt="2023-04-06T12:48:07.145" v="26" actId="47"/>
        <pc:sldMkLst>
          <pc:docMk/>
          <pc:sldMk cId="2835134412" sldId="287"/>
        </pc:sldMkLst>
      </pc:sldChg>
      <pc:sldChg chg="del">
        <pc:chgData name="Ufuk Unal" userId="d77f72b3-53d7-4cb7-8425-5a8f29447216" providerId="ADAL" clId="{70771078-9D66-49D0-905B-AD990AC86BC2}" dt="2023-04-06T12:48:07.145" v="26" actId="47"/>
        <pc:sldMkLst>
          <pc:docMk/>
          <pc:sldMk cId="1182389414" sldId="288"/>
        </pc:sldMkLst>
      </pc:sldChg>
      <pc:sldChg chg="del">
        <pc:chgData name="Ufuk Unal" userId="d77f72b3-53d7-4cb7-8425-5a8f29447216" providerId="ADAL" clId="{70771078-9D66-49D0-905B-AD990AC86BC2}" dt="2023-04-06T12:48:07.145" v="26" actId="47"/>
        <pc:sldMkLst>
          <pc:docMk/>
          <pc:sldMk cId="3329768290" sldId="289"/>
        </pc:sldMkLst>
      </pc:sldChg>
      <pc:sldChg chg="del">
        <pc:chgData name="Ufuk Unal" userId="d77f72b3-53d7-4cb7-8425-5a8f29447216" providerId="ADAL" clId="{70771078-9D66-49D0-905B-AD990AC86BC2}" dt="2023-04-06T12:48:07.145" v="26" actId="47"/>
        <pc:sldMkLst>
          <pc:docMk/>
          <pc:sldMk cId="2062638938" sldId="290"/>
        </pc:sldMkLst>
      </pc:sldChg>
      <pc:sldChg chg="del">
        <pc:chgData name="Ufuk Unal" userId="d77f72b3-53d7-4cb7-8425-5a8f29447216" providerId="ADAL" clId="{70771078-9D66-49D0-905B-AD990AC86BC2}" dt="2023-04-06T12:48:07.145" v="26" actId="47"/>
        <pc:sldMkLst>
          <pc:docMk/>
          <pc:sldMk cId="3311760208" sldId="291"/>
        </pc:sldMkLst>
      </pc:sldChg>
      <pc:sldChg chg="del">
        <pc:chgData name="Ufuk Unal" userId="d77f72b3-53d7-4cb7-8425-5a8f29447216" providerId="ADAL" clId="{70771078-9D66-49D0-905B-AD990AC86BC2}" dt="2023-04-06T12:48:07.145" v="26" actId="47"/>
        <pc:sldMkLst>
          <pc:docMk/>
          <pc:sldMk cId="2217615130" sldId="292"/>
        </pc:sldMkLst>
      </pc:sldChg>
      <pc:sldChg chg="del">
        <pc:chgData name="Ufuk Unal" userId="d77f72b3-53d7-4cb7-8425-5a8f29447216" providerId="ADAL" clId="{70771078-9D66-49D0-905B-AD990AC86BC2}" dt="2023-04-06T12:48:07.145" v="26" actId="47"/>
        <pc:sldMkLst>
          <pc:docMk/>
          <pc:sldMk cId="2388057866" sldId="293"/>
        </pc:sldMkLst>
      </pc:sldChg>
      <pc:sldChg chg="del">
        <pc:chgData name="Ufuk Unal" userId="d77f72b3-53d7-4cb7-8425-5a8f29447216" providerId="ADAL" clId="{70771078-9D66-49D0-905B-AD990AC86BC2}" dt="2023-04-06T12:48:07.145" v="26" actId="47"/>
        <pc:sldMkLst>
          <pc:docMk/>
          <pc:sldMk cId="2711975686" sldId="294"/>
        </pc:sldMkLst>
      </pc:sldChg>
      <pc:sldChg chg="del">
        <pc:chgData name="Ufuk Unal" userId="d77f72b3-53d7-4cb7-8425-5a8f29447216" providerId="ADAL" clId="{70771078-9D66-49D0-905B-AD990AC86BC2}" dt="2023-04-06T12:48:07.145" v="26" actId="47"/>
        <pc:sldMkLst>
          <pc:docMk/>
          <pc:sldMk cId="1712194570" sldId="295"/>
        </pc:sldMkLst>
      </pc:sldChg>
      <pc:sldChg chg="del">
        <pc:chgData name="Ufuk Unal" userId="d77f72b3-53d7-4cb7-8425-5a8f29447216" providerId="ADAL" clId="{70771078-9D66-49D0-905B-AD990AC86BC2}" dt="2023-04-06T12:48:07.145" v="26" actId="47"/>
        <pc:sldMkLst>
          <pc:docMk/>
          <pc:sldMk cId="4188884644" sldId="296"/>
        </pc:sldMkLst>
      </pc:sldChg>
      <pc:sldChg chg="del">
        <pc:chgData name="Ufuk Unal" userId="d77f72b3-53d7-4cb7-8425-5a8f29447216" providerId="ADAL" clId="{70771078-9D66-49D0-905B-AD990AC86BC2}" dt="2023-04-06T12:48:07.145" v="26" actId="47"/>
        <pc:sldMkLst>
          <pc:docMk/>
          <pc:sldMk cId="321061083" sldId="297"/>
        </pc:sldMkLst>
      </pc:sldChg>
      <pc:sldChg chg="addSp delSp modSp del mod">
        <pc:chgData name="Ufuk Unal" userId="d77f72b3-53d7-4cb7-8425-5a8f29447216" providerId="ADAL" clId="{70771078-9D66-49D0-905B-AD990AC86BC2}" dt="2023-04-06T12:47:59.469" v="25" actId="47"/>
        <pc:sldMkLst>
          <pc:docMk/>
          <pc:sldMk cId="3681724144" sldId="298"/>
        </pc:sldMkLst>
      </pc:sldChg>
      <pc:sldChg chg="addSp delSp modSp del">
        <pc:chgData name="Ufuk Unal" userId="d77f72b3-53d7-4cb7-8425-5a8f29447216" providerId="ADAL" clId="{70771078-9D66-49D0-905B-AD990AC86BC2}" dt="2023-04-06T12:48:12.786" v="27" actId="47"/>
        <pc:sldMkLst>
          <pc:docMk/>
          <pc:sldMk cId="814638336" sldId="299"/>
        </pc:sldMkLst>
      </pc:sldChg>
      <pc:sldChg chg="del">
        <pc:chgData name="Ufuk Unal" userId="d77f72b3-53d7-4cb7-8425-5a8f29447216" providerId="ADAL" clId="{70771078-9D66-49D0-905B-AD990AC86BC2}" dt="2023-04-06T12:48:12.786" v="27" actId="47"/>
        <pc:sldMkLst>
          <pc:docMk/>
          <pc:sldMk cId="3591231352" sldId="300"/>
        </pc:sldMkLst>
      </pc:sldChg>
      <pc:sldChg chg="del">
        <pc:chgData name="Ufuk Unal" userId="d77f72b3-53d7-4cb7-8425-5a8f29447216" providerId="ADAL" clId="{70771078-9D66-49D0-905B-AD990AC86BC2}" dt="2023-04-06T12:48:12.786" v="27" actId="47"/>
        <pc:sldMkLst>
          <pc:docMk/>
          <pc:sldMk cId="302239537" sldId="301"/>
        </pc:sldMkLst>
      </pc:sldChg>
      <pc:sldChg chg="del">
        <pc:chgData name="Ufuk Unal" userId="d77f72b3-53d7-4cb7-8425-5a8f29447216" providerId="ADAL" clId="{70771078-9D66-49D0-905B-AD990AC86BC2}" dt="2023-04-06T12:48:12.786" v="27" actId="47"/>
        <pc:sldMkLst>
          <pc:docMk/>
          <pc:sldMk cId="3882282165" sldId="302"/>
        </pc:sldMkLst>
      </pc:sldChg>
      <pc:sldChg chg="del">
        <pc:chgData name="Ufuk Unal" userId="d77f72b3-53d7-4cb7-8425-5a8f29447216" providerId="ADAL" clId="{70771078-9D66-49D0-905B-AD990AC86BC2}" dt="2023-04-06T12:48:07.145" v="26" actId="47"/>
        <pc:sldMkLst>
          <pc:docMk/>
          <pc:sldMk cId="86558760" sldId="303"/>
        </pc:sldMkLst>
      </pc:sldChg>
      <pc:sldChg chg="del">
        <pc:chgData name="Ufuk Unal" userId="d77f72b3-53d7-4cb7-8425-5a8f29447216" providerId="ADAL" clId="{70771078-9D66-49D0-905B-AD990AC86BC2}" dt="2023-04-06T12:48:07.145" v="26" actId="47"/>
        <pc:sldMkLst>
          <pc:docMk/>
          <pc:sldMk cId="252866284" sldId="304"/>
        </pc:sldMkLst>
      </pc:sldChg>
      <pc:sldChg chg="del">
        <pc:chgData name="Ufuk Unal" userId="d77f72b3-53d7-4cb7-8425-5a8f29447216" providerId="ADAL" clId="{70771078-9D66-49D0-905B-AD990AC86BC2}" dt="2023-04-06T12:48:07.145" v="26" actId="47"/>
        <pc:sldMkLst>
          <pc:docMk/>
          <pc:sldMk cId="51972286" sldId="305"/>
        </pc:sldMkLst>
      </pc:sldChg>
      <pc:sldChg chg="del">
        <pc:chgData name="Ufuk Unal" userId="d77f72b3-53d7-4cb7-8425-5a8f29447216" providerId="ADAL" clId="{70771078-9D66-49D0-905B-AD990AC86BC2}" dt="2023-04-06T12:48:07.145" v="26" actId="47"/>
        <pc:sldMkLst>
          <pc:docMk/>
          <pc:sldMk cId="1127587892" sldId="306"/>
        </pc:sldMkLst>
      </pc:sldChg>
      <pc:sldChg chg="del">
        <pc:chgData name="Ufuk Unal" userId="d77f72b3-53d7-4cb7-8425-5a8f29447216" providerId="ADAL" clId="{70771078-9D66-49D0-905B-AD990AC86BC2}" dt="2023-04-06T12:48:07.145" v="26" actId="47"/>
        <pc:sldMkLst>
          <pc:docMk/>
          <pc:sldMk cId="1264201419" sldId="307"/>
        </pc:sldMkLst>
      </pc:sldChg>
      <pc:sldChg chg="del">
        <pc:chgData name="Ufuk Unal" userId="d77f72b3-53d7-4cb7-8425-5a8f29447216" providerId="ADAL" clId="{70771078-9D66-49D0-905B-AD990AC86BC2}" dt="2023-04-06T12:48:07.145" v="26" actId="47"/>
        <pc:sldMkLst>
          <pc:docMk/>
          <pc:sldMk cId="2036788587" sldId="308"/>
        </pc:sldMkLst>
      </pc:sldChg>
      <pc:sldChg chg="del">
        <pc:chgData name="Ufuk Unal" userId="d77f72b3-53d7-4cb7-8425-5a8f29447216" providerId="ADAL" clId="{70771078-9D66-49D0-905B-AD990AC86BC2}" dt="2023-04-06T12:48:07.145" v="26" actId="47"/>
        <pc:sldMkLst>
          <pc:docMk/>
          <pc:sldMk cId="4119661318" sldId="309"/>
        </pc:sldMkLst>
      </pc:sldChg>
      <pc:sldChg chg="del">
        <pc:chgData name="Ufuk Unal" userId="d77f72b3-53d7-4cb7-8425-5a8f29447216" providerId="ADAL" clId="{70771078-9D66-49D0-905B-AD990AC86BC2}" dt="2023-04-06T12:48:07.145" v="26" actId="47"/>
        <pc:sldMkLst>
          <pc:docMk/>
          <pc:sldMk cId="3147429778" sldId="310"/>
        </pc:sldMkLst>
      </pc:sldChg>
      <pc:sldChg chg="del">
        <pc:chgData name="Ufuk Unal" userId="d77f72b3-53d7-4cb7-8425-5a8f29447216" providerId="ADAL" clId="{70771078-9D66-49D0-905B-AD990AC86BC2}" dt="2023-04-06T12:48:12.786" v="27" actId="47"/>
        <pc:sldMkLst>
          <pc:docMk/>
          <pc:sldMk cId="1604600404" sldId="311"/>
        </pc:sldMkLst>
      </pc:sldChg>
      <pc:sldChg chg="add del">
        <pc:chgData name="Ufuk Unal" userId="d77f72b3-53d7-4cb7-8425-5a8f29447216" providerId="ADAL" clId="{70771078-9D66-49D0-905B-AD990AC86BC2}" dt="2023-04-06T12:48:30.300" v="29" actId="47"/>
        <pc:sldMkLst>
          <pc:docMk/>
          <pc:sldMk cId="1847825098" sldId="312"/>
        </pc:sldMkLst>
      </pc:sldChg>
    </pc:docChg>
  </pc:docChgLst>
  <pc:docChgLst>
    <pc:chgData name="Ufuk Unal" userId="d77f72b3-53d7-4cb7-8425-5a8f29447216" providerId="ADAL" clId="{A17BE986-4AB8-4034-BC71-80E4D957233E}"/>
    <pc:docChg chg="custSel modSld">
      <pc:chgData name="Ufuk Unal" userId="d77f72b3-53d7-4cb7-8425-5a8f29447216" providerId="ADAL" clId="{A17BE986-4AB8-4034-BC71-80E4D957233E}" dt="2023-09-06T07:47:06.561" v="77" actId="20577"/>
      <pc:docMkLst>
        <pc:docMk/>
      </pc:docMkLst>
      <pc:sldChg chg="modSp mod modNotesTx">
        <pc:chgData name="Ufuk Unal" userId="d77f72b3-53d7-4cb7-8425-5a8f29447216" providerId="ADAL" clId="{A17BE986-4AB8-4034-BC71-80E4D957233E}" dt="2023-08-29T09:06:00.883" v="35" actId="20577"/>
        <pc:sldMkLst>
          <pc:docMk/>
          <pc:sldMk cId="4193280801" sldId="261"/>
        </pc:sldMkLst>
      </pc:sldChg>
      <pc:sldChg chg="modSp mod">
        <pc:chgData name="Ufuk Unal" userId="d77f72b3-53d7-4cb7-8425-5a8f29447216" providerId="ADAL" clId="{A17BE986-4AB8-4034-BC71-80E4D957233E}" dt="2023-09-06T07:47:06.561" v="77" actId="20577"/>
        <pc:sldMkLst>
          <pc:docMk/>
          <pc:sldMk cId="375605357" sldId="27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A36FCBC5-022F-4F31-A153-EFFC809EC573}" type="datetimeFigureOut">
              <a:rPr lang="de-DE"/>
              <a:pPr>
                <a:defRPr/>
              </a:pPr>
              <a:t>23.12.2024</a:t>
            </a:fld>
            <a:endParaRPr lang="de-DE"/>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222AC1C-78EB-4159-9788-A81CB6D78FF5}" type="slidenum">
              <a:rPr lang="de-DE"/>
              <a:pPr>
                <a:defRPr/>
              </a:pPr>
              <a:t>‹#›</a:t>
            </a:fld>
            <a:endParaRPr lang="de-DE"/>
          </a:p>
        </p:txBody>
      </p:sp>
    </p:spTree>
    <p:extLst>
      <p:ext uri="{BB962C8B-B14F-4D97-AF65-F5344CB8AC3E}">
        <p14:creationId xmlns:p14="http://schemas.microsoft.com/office/powerpoint/2010/main" val="236772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t>Cliquez pour modifier les styles de texte principal</a:t>
            </a:r>
          </a:p>
          <a:p>
            <a:pPr lvl="1"/>
            <a:r>
              <a:t>Deuxième niveau</a:t>
            </a:r>
          </a:p>
          <a:p>
            <a:pPr lvl="2"/>
            <a:r>
              <a:t>Troisième niveau</a:t>
            </a:r>
          </a:p>
          <a:p>
            <a:pPr lvl="3"/>
            <a:r>
              <a:t>Quatrième niveau</a:t>
            </a:r>
          </a:p>
          <a:p>
            <a:pPr lvl="4"/>
            <a:r>
              <a:t>Cinquième niveau</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F974181A-B52E-4AEA-801A-5F0AC153D341}" type="slidenum">
              <a:rPr lang="en-US"/>
              <a:t>‹#›</a:t>
            </a:fld>
          </a:p>
        </p:txBody>
      </p:sp>
    </p:spTree>
    <p:extLst>
      <p:ext uri="{BB962C8B-B14F-4D97-AF65-F5344CB8AC3E}">
        <p14:creationId xmlns:p14="http://schemas.microsoft.com/office/powerpoint/2010/main" val="18847195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974181A-B52E-4AEA-801A-5F0AC153D341}" type="slidenum">
              <a:rPr lang="en-US" smtClean="0"/>
              <a:t>1</a:t>
            </a:fld>
          </a:p>
        </p:txBody>
      </p:sp>
    </p:spTree>
    <p:extLst>
      <p:ext uri="{BB962C8B-B14F-4D97-AF65-F5344CB8AC3E}">
        <p14:creationId xmlns:p14="http://schemas.microsoft.com/office/powerpoint/2010/main" val="242148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b="1">
                <a:effectLst/>
              </a:defRPr>
            </a:pPr>
            <a:r>
              <a:t>Les coupleurs</a:t>
            </a:r>
          </a:p>
          <a:p>
            <a:endParaRPr sz="1200" kern="1200">
              <a:solidFill>
                <a:schemeClr val="tx1"/>
              </a:solidFill>
              <a:effectLst/>
              <a:latin typeface="Arial" charset="0"/>
              <a:ea typeface="+mn-ea"/>
              <a:cs typeface="+mn-cs"/>
            </a:endParaRPr>
          </a:p>
          <a:p>
            <a:pPr>
              <a:defRPr>
                <a:effectLst/>
              </a:defRPr>
            </a:pPr>
            <a:r>
              <a:t>Les coupleurs (à ne pas confondre avec les dispositifs de couplage de bus) sont des dispositifs systèmes permettant une structure hiérarchique du système KNX. Les coupleurs transfèrent des données entre des parties électriquement indépendantes d'une installation KNX. </a:t>
            </a:r>
          </a:p>
          <a:p>
            <a:pPr>
              <a:defRPr>
                <a:effectLst/>
              </a:defRPr>
            </a:pPr>
            <a:r>
              <a:t> </a:t>
            </a:r>
          </a:p>
          <a:p>
            <a:pPr>
              <a:defRPr>
                <a:effectLst/>
              </a:defRPr>
            </a:pPr>
            <a:r>
              <a:t>Les coupleurs réduisent le trafic de télégrammes dans l'installation à l'aide de tables de filtrage. Les tables de filtrage sont automatiquement calculées par ETS en arrière-plan.</a:t>
            </a:r>
          </a:p>
          <a:p>
            <a:pPr>
              <a:defRPr>
                <a:effectLst/>
              </a:defRPr>
            </a:pPr>
            <a:r>
              <a:t> </a:t>
            </a:r>
          </a:p>
          <a:p>
            <a:pPr>
              <a:defRPr>
                <a:effectLst/>
              </a:defRPr>
            </a:pPr>
            <a:r>
              <a:t>Les tables de filtrage sont transférées dans chaque coupleur via le </a:t>
            </a:r>
            <a:r>
              <a:rPr i="1"/>
              <a:t>programme d'</a:t>
            </a:r>
            <a:r>
              <a:t> </a:t>
            </a:r>
            <a:r>
              <a:rPr>
                <a:sym typeface="Wingdings" panose="05000000000000000000" pitchFamily="2" charset="2"/>
              </a:rPr>
              <a:t></a:t>
            </a:r>
            <a:r>
              <a:t> </a:t>
            </a:r>
            <a:r>
              <a:rPr i="1"/>
              <a:t>Application.</a:t>
            </a:r>
            <a:r>
              <a:t>. Si ETS a déterminé une modification pour une table de filtrage, il réinitialise le drapeau </a:t>
            </a:r>
            <a:r>
              <a:rPr i="1"/>
              <a:t>GRP</a:t>
            </a:r>
            <a:r>
              <a:t> et signale ainsi qu'un transfert vers le coupleur est devenu nécessaire.</a:t>
            </a:r>
          </a:p>
          <a:p/>
        </p:txBody>
      </p:sp>
      <p:sp>
        <p:nvSpPr>
          <p:cNvPr id="4" name="Slide Number Placeholder 3"/>
          <p:cNvSpPr>
            <a:spLocks noGrp="1"/>
          </p:cNvSpPr>
          <p:nvPr>
            <p:ph type="sldNum" sz="quarter" idx="10"/>
          </p:nvPr>
        </p:nvSpPr>
        <p:spPr/>
        <p:txBody>
          <a:bodyPr/>
          <a:lstStyle/>
          <a:p>
            <a:fld id="{F974181A-B52E-4AEA-801A-5F0AC153D341}" type="slidenum">
              <a:rPr lang="en-US" smtClean="0"/>
              <a:t>2</a:t>
            </a:fld>
          </a:p>
        </p:txBody>
      </p:sp>
    </p:spTree>
    <p:extLst>
      <p:ext uri="{BB962C8B-B14F-4D97-AF65-F5344CB8AC3E}">
        <p14:creationId xmlns:p14="http://schemas.microsoft.com/office/powerpoint/2010/main" val="3692632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effectLst/>
              </a:defRPr>
            </a:pPr>
            <a:r>
              <a:t>La désignation exacte d'un coupleur dépend de son emplacement dans la topologie KNX et du média pris en charge.</a:t>
            </a:r>
          </a:p>
          <a:p>
            <a:pPr marL="171450" lvl="0" indent="-171450">
              <a:buFont typeface="Arial" panose="020B0604020202020204" pitchFamily="34" charset="0"/>
              <a:buChar char="•"/>
              <a:defRPr>
                <a:effectLst/>
              </a:defRPr>
            </a:pPr>
            <a:r>
              <a:t>Les coupleurs de ligne (LC) connectent une ligne TP à une ligne principale TP</a:t>
            </a:r>
          </a:p>
          <a:p>
            <a:pPr marL="171450" lvl="0" indent="-171450">
              <a:buFont typeface="Arial" panose="020B0604020202020204" pitchFamily="34" charset="0"/>
              <a:buChar char="•"/>
              <a:defRPr>
                <a:effectLst/>
              </a:defRPr>
            </a:pPr>
            <a:r>
              <a:t>Des coupleurs de zone (BC) connectent une ligne principale TP à la ligne réseau TP</a:t>
            </a:r>
          </a:p>
          <a:p>
            <a:pPr marL="171450" lvl="0" indent="-171450">
              <a:buFont typeface="Arial" panose="020B0604020202020204" pitchFamily="34" charset="0"/>
              <a:buChar char="•"/>
              <a:defRPr>
                <a:effectLst/>
              </a:defRPr>
            </a:pPr>
            <a:r>
              <a:t>Les coupleurs  de média PL relient une ligne PL à une ligne principale TP</a:t>
            </a:r>
          </a:p>
          <a:p>
            <a:pPr marL="171450" lvl="0" indent="-171450">
              <a:buFont typeface="Arial" panose="020B0604020202020204" pitchFamily="34" charset="0"/>
              <a:buChar char="•"/>
              <a:defRPr>
                <a:effectLst/>
              </a:defRPr>
            </a:pPr>
            <a:r>
              <a:t>Des coupleurs de média RF relient une ligne RF à une ligne principale TP</a:t>
            </a:r>
          </a:p>
          <a:p>
            <a:pPr marL="171450" lvl="0" indent="-171450">
              <a:buFont typeface="Arial" panose="020B0604020202020204" pitchFamily="34" charset="0"/>
              <a:buChar char="•"/>
              <a:defRPr>
                <a:effectLst/>
              </a:defRPr>
            </a:pPr>
            <a:r>
              <a:t>Les routeurs KNXnet / IP relient une ligne ou une zone à un réseau local Ethernet. Avec plusieurs routeurs KNXnet / IP, plusieurs lignes KNX, zones ou même des installations complètes peuvent être reliées via Ethernet LAN</a:t>
            </a:r>
          </a:p>
          <a:p/>
          <a:p/>
          <a:p>
            <a:pPr lvl="0">
              <a:defRPr b="1">
                <a:effectLst/>
              </a:defRPr>
            </a:pPr>
            <a:r>
              <a:t>Modes de Fonctionnement du Coupleur TP-TP </a:t>
            </a:r>
          </a:p>
          <a:p>
            <a:pPr>
              <a:defRPr>
                <a:effectLst/>
              </a:defRPr>
            </a:pPr>
            <a:r>
              <a:t>Les coupleurs pour TP peuvent être utilisés comme coupleur de Zone (BC), Coupleur de ligne (LC) et comme Répéteur de ligne (LR). L'adresse individuelle attribuée détermine le mode de fonctionnement du coupleur.</a:t>
            </a:r>
          </a:p>
          <a:p/>
        </p:txBody>
      </p:sp>
      <p:sp>
        <p:nvSpPr>
          <p:cNvPr id="4" name="Slide Number Placeholder 3"/>
          <p:cNvSpPr>
            <a:spLocks noGrp="1"/>
          </p:cNvSpPr>
          <p:nvPr>
            <p:ph type="sldNum" sz="quarter" idx="10"/>
          </p:nvPr>
        </p:nvSpPr>
        <p:spPr/>
        <p:txBody>
          <a:bodyPr/>
          <a:lstStyle/>
          <a:p>
            <a:fld id="{F974181A-B52E-4AEA-801A-5F0AC153D341}" type="slidenum">
              <a:rPr lang="en-US" smtClean="0"/>
              <a:t>3</a:t>
            </a:fld>
          </a:p>
        </p:txBody>
      </p:sp>
    </p:spTree>
    <p:extLst>
      <p:ext uri="{BB962C8B-B14F-4D97-AF65-F5344CB8AC3E}">
        <p14:creationId xmlns:p14="http://schemas.microsoft.com/office/powerpoint/2010/main" val="2558350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effectLst/>
              </a:defRPr>
            </a:pPr>
            <a:r>
              <a:t>Une distinction doit être faite entre les coupleurs et les interfaces. Les interfaces (contrairement aux coupleurs) sont des appareils qui relient une installation KNX à d'autres équipements techniques. Elles ne sont pas complètement intégrées à l'installation KNX et ne disposent pas de table de filtrage. Au lieu de cela, ces appareils ont une table qui assigne des télégrammes de groupe à des éléments de l'autre système. Les interfaces sont fréquemment désignées comme passerelles. Voici quelques exemples d'interfaces / passerelles :</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Telecontrol / Teleswitch (interface téléphonique analogique)</a:t>
            </a:r>
          </a:p>
          <a:p>
            <a:pPr marL="171450" lvl="0" indent="-171450">
              <a:buFont typeface="Arial" panose="020B0604020202020204" pitchFamily="34" charset="0"/>
              <a:buChar char="•"/>
              <a:defRPr>
                <a:effectLst/>
              </a:defRPr>
            </a:pPr>
            <a:r>
              <a:t>Liaison DP / KNX, interconnexion de PROFIBUS-DP et de KNX</a:t>
            </a:r>
          </a:p>
          <a:p>
            <a:pPr marL="171450" lvl="0" indent="-171450">
              <a:buFont typeface="Arial" panose="020B0604020202020204" pitchFamily="34" charset="0"/>
              <a:buChar char="•"/>
              <a:defRPr>
                <a:effectLst/>
              </a:defRPr>
            </a:pPr>
            <a:r>
              <a:t>Passerelle de Radio du groupe Insta</a:t>
            </a:r>
          </a:p>
          <a:p>
            <a:pPr marL="171450" lvl="0" indent="-171450">
              <a:buFont typeface="Arial" panose="020B0604020202020204" pitchFamily="34" charset="0"/>
              <a:buChar char="•"/>
              <a:defRPr>
                <a:effectLst/>
              </a:defRPr>
            </a:pPr>
            <a:r>
              <a:t>Passerelle LAN/ISDN</a:t>
            </a:r>
          </a:p>
          <a:p>
            <a:pPr marL="171450" lvl="0" indent="-171450">
              <a:buFont typeface="Arial" panose="020B0604020202020204" pitchFamily="34" charset="0"/>
              <a:buChar char="•"/>
              <a:defRPr>
                <a:effectLst/>
              </a:defRPr>
            </a:pPr>
            <a:r>
              <a:t>De nombreux programmes de visualisation contiennent également une fonction de passerelle</a:t>
            </a:r>
          </a:p>
          <a:p/>
        </p:txBody>
      </p:sp>
      <p:sp>
        <p:nvSpPr>
          <p:cNvPr id="4" name="Slide Number Placeholder 3"/>
          <p:cNvSpPr>
            <a:spLocks noGrp="1"/>
          </p:cNvSpPr>
          <p:nvPr>
            <p:ph type="sldNum" sz="quarter" idx="10"/>
          </p:nvPr>
        </p:nvSpPr>
        <p:spPr/>
        <p:txBody>
          <a:bodyPr/>
          <a:lstStyle/>
          <a:p>
            <a:fld id="{F974181A-B52E-4AEA-801A-5F0AC153D341}" type="slidenum">
              <a:rPr lang="en-US" smtClean="0"/>
              <a:t>4</a:t>
            </a:fld>
          </a:p>
        </p:txBody>
      </p:sp>
    </p:spTree>
    <p:extLst>
      <p:ext uri="{BB962C8B-B14F-4D97-AF65-F5344CB8AC3E}">
        <p14:creationId xmlns:p14="http://schemas.microsoft.com/office/powerpoint/2010/main" val="4178357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974181A-B52E-4AEA-801A-5F0AC153D341}" type="slidenum">
              <a:rPr lang="en-US" smtClean="0"/>
              <a:t>5</a:t>
            </a:fld>
          </a:p>
        </p:txBody>
      </p:sp>
    </p:spTree>
    <p:extLst>
      <p:ext uri="{BB962C8B-B14F-4D97-AF65-F5344CB8AC3E}">
        <p14:creationId xmlns:p14="http://schemas.microsoft.com/office/powerpoint/2010/main" val="475171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b="1">
                <a:effectLst/>
              </a:defRPr>
            </a:pPr>
            <a:r>
              <a:t>Coupleur TP-TP - Ancien et Nouveau Modèle</a:t>
            </a:r>
          </a:p>
          <a:p>
            <a:endParaRPr sz="1200" kern="1200">
              <a:solidFill>
                <a:schemeClr val="tx1"/>
              </a:solidFill>
              <a:effectLst/>
              <a:latin typeface="Arial" charset="0"/>
              <a:ea typeface="+mn-ea"/>
              <a:cs typeface="+mn-cs"/>
            </a:endParaRPr>
          </a:p>
          <a:p>
            <a:pPr>
              <a:defRPr>
                <a:effectLst/>
              </a:defRPr>
            </a:pPr>
            <a:r>
              <a:t>Suite à l'évolution de la technologie des semi-conducteurs, le coupleur de première génération a été remplacé par une nouvelle variante en juin 2003. Une distinction est donc faite dans certaines sections entre ''l’ancien'' et le ''nouveau'' coupleur. Comme l'ancien type de coupleur a été utilisé dans un grand nombre d'installations, il est judicieux d'en rapeller ses caractéristiques.</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b="1">
                <a:effectLst/>
              </a:defRPr>
            </a:pPr>
            <a:r>
              <a:t>Ancien design (avant 2003)</a:t>
            </a:r>
            <a:endParaRPr sz="1200" kern="1200">
              <a:solidFill>
                <a:schemeClr val="tx1"/>
              </a:solidFill>
              <a:effectLst/>
              <a:latin typeface="Arial" charset="0"/>
              <a:ea typeface="+mn-ea"/>
              <a:cs typeface="+mn-cs"/>
            </a:endParaRPr>
          </a:p>
          <a:p>
            <a:pPr>
              <a:defRPr>
                <a:effectLst/>
              </a:defRPr>
            </a:pPr>
            <a:r>
              <a:t>- Deux microcontrôleurs</a:t>
            </a:r>
          </a:p>
          <a:p>
            <a:pPr>
              <a:defRPr>
                <a:effectLst/>
              </a:defRPr>
            </a:pPr>
            <a:r>
              <a:t>- Deux modules de transmission (R/L/C)</a:t>
            </a:r>
            <a:endParaRPr sz="1200" kern="1200">
              <a:solidFill>
                <a:schemeClr val="tx1"/>
              </a:solidFill>
              <a:effectLst/>
              <a:latin typeface="Arial" charset="0"/>
              <a:ea typeface="+mn-ea"/>
              <a:cs typeface="+mn-cs"/>
            </a:endParaRPr>
          </a:p>
          <a:p>
            <a:pPr>
              <a:defRPr>
                <a:effectLst/>
              </a:defRPr>
            </a:pPr>
            <a:r>
              <a:t>- SRAM ''double port'' statique de 4 kilo-octets, protégée contre les pannes de tension pendant plus de 10 ans via une batterie au lithium</a:t>
            </a:r>
            <a:endParaRPr sz="1200" kern="1200">
              <a:solidFill>
                <a:schemeClr val="tx1"/>
              </a:solidFill>
              <a:effectLst/>
              <a:latin typeface="Arial" charset="0"/>
              <a:ea typeface="+mn-ea"/>
              <a:cs typeface="+mn-cs"/>
            </a:endParaRPr>
          </a:p>
          <a:p>
            <a:pPr>
              <a:defRPr>
                <a:effectLst/>
              </a:defRPr>
            </a:pPr>
            <a:r>
              <a:t>- </a:t>
            </a:r>
            <a:r>
              <a:rPr u="sng"/>
              <a:t>Zone de mémoire supérieure (3,5 KiB) : </a:t>
            </a:r>
            <a:r>
              <a:t>Table de filtrage pour 28 672 adresses de groupes (les groupes principaux 14/15 n'ont pas de place)</a:t>
            </a:r>
            <a:endParaRPr sz="1200" kern="1200">
              <a:solidFill>
                <a:schemeClr val="tx1"/>
              </a:solidFill>
              <a:effectLst/>
              <a:latin typeface="Arial" charset="0"/>
              <a:ea typeface="+mn-ea"/>
              <a:cs typeface="+mn-cs"/>
            </a:endParaRPr>
          </a:p>
          <a:p>
            <a:pPr>
              <a:defRPr>
                <a:effectLst/>
              </a:defRPr>
            </a:pPr>
            <a:r>
              <a:t>-</a:t>
            </a:r>
            <a:r>
              <a:rPr u="sng"/>
              <a:t> Zone de mémoire inférieure (0,5 KiB) : </a:t>
            </a:r>
            <a:r>
              <a:t>Tampon de télégramme pour 20 télégrammes, chacun d'une longueur de 23 octets avec un octet de drapeau avant le télégramme et un octet d'état après le télégramme. Chaque tampon de 10 télégrammes est réservé pour chaque direction.</a:t>
            </a:r>
            <a:endParaRPr sz="1200" kern="1200">
              <a:solidFill>
                <a:schemeClr val="tx1"/>
              </a:solidFill>
              <a:effectLst/>
              <a:latin typeface="Arial" charset="0"/>
              <a:ea typeface="+mn-ea"/>
              <a:cs typeface="+mn-cs"/>
            </a:endParaRPr>
          </a:p>
          <a:p>
            <a:pPr marL="171450" indent="-171450">
              <a:buFontTx/>
              <a:buChar char="-"/>
              <a:defRPr>
                <a:effectLst/>
              </a:defRPr>
            </a:pPr>
            <a:r>
              <a:t>Alimentation en énergie par la ligne secondaire (rail de données)</a:t>
            </a:r>
          </a:p>
          <a:p>
            <a:pPr marL="171450" indent="-171450">
              <a:buFontTx/>
              <a:buChar char="-"/>
              <a:defRPr>
                <a:effectLst/>
              </a:defRPr>
            </a:pPr>
            <a:r>
              <a:t>Appareil monté sur rail DIN, largeur de 4 modules</a:t>
            </a:r>
            <a:endParaRPr sz="1200" kern="1200">
              <a:solidFill>
                <a:schemeClr val="tx1"/>
              </a:solidFill>
              <a:effectLst/>
              <a:latin typeface="Arial" charset="0"/>
              <a:ea typeface="+mn-ea"/>
              <a:cs typeface="+mn-cs"/>
            </a:endParaRPr>
          </a:p>
          <a:p>
            <a:pPr>
              <a:defRPr>
                <a:effectLst/>
              </a:defRPr>
            </a:pPr>
            <a:r>
              <a:t>- </a:t>
            </a:r>
            <a:r>
              <a:rPr u="sng"/>
              <a:t>Connexion de la ligne secondaire : </a:t>
            </a:r>
            <a:r>
              <a:t>Rail de données via des contacts à ressort à l'arrière de l'appareil. </a:t>
            </a:r>
            <a:endParaRPr sz="1200" kern="1200">
              <a:solidFill>
                <a:schemeClr val="tx1"/>
              </a:solidFill>
              <a:effectLst/>
              <a:latin typeface="Arial" charset="0"/>
              <a:ea typeface="+mn-ea"/>
              <a:cs typeface="+mn-cs"/>
            </a:endParaRPr>
          </a:p>
          <a:p>
            <a:pPr>
              <a:defRPr>
                <a:effectLst/>
              </a:defRPr>
            </a:pPr>
            <a:r>
              <a:t>- </a:t>
            </a:r>
            <a:r>
              <a:rPr u="sng"/>
              <a:t>Connexion de la ligne primaire : </a:t>
            </a:r>
            <a:r>
              <a:t>Borne de bus à l'avant du coupleur.</a:t>
            </a:r>
            <a:endParaRPr sz="1200" kern="1200">
              <a:solidFill>
                <a:schemeClr val="tx1"/>
              </a:solidFill>
              <a:effectLst/>
              <a:latin typeface="Arial" charset="0"/>
              <a:ea typeface="+mn-ea"/>
              <a:cs typeface="+mn-cs"/>
            </a:endParaRPr>
          </a:p>
          <a:p>
            <a:pPr marL="0" indent="0">
              <a:buFontTx/>
              <a:buNone/>
              <a:defRPr>
                <a:effectLst/>
              </a:defRPr>
            </a:pPr>
            <a:r>
              <a:t>- </a:t>
            </a:r>
            <a:r>
              <a:rPr u="sng"/>
              <a:t>Groupes principaux :</a:t>
            </a:r>
            <a:r>
              <a:t> 0 à 15</a:t>
            </a:r>
            <a:r>
              <a:rPr u="sng"/>
              <a:t>, </a:t>
            </a:r>
            <a:r>
              <a:t>groupes principaux 14/15 sans filtrage individuel</a:t>
            </a:r>
          </a:p>
          <a:p>
            <a:pPr marL="171450" indent="-171450">
              <a:buFontTx/>
              <a:buChar char="-"/>
            </a:pPr>
            <a:endParaRPr sz="1200" kern="120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pPr>
            <a:endParaRPr sz="1200" kern="1200">
              <a:solidFill>
                <a:schemeClr val="tx1"/>
              </a:solidFill>
              <a:effectLst/>
              <a:latin typeface="Arial" charset="0"/>
              <a:ea typeface="+mn-ea"/>
              <a:cs typeface="+mn-cs"/>
            </a:endParaRPr>
          </a:p>
          <a:p>
            <a:pPr>
              <a:defRPr b="1">
                <a:effectLst/>
              </a:defRPr>
            </a:pPr>
            <a:r>
              <a:t>Nouveau design (à partir de 2003)</a:t>
            </a:r>
            <a:endParaRPr sz="1200" kern="1200">
              <a:solidFill>
                <a:schemeClr val="tx1"/>
              </a:solidFill>
              <a:effectLst/>
              <a:latin typeface="Arial" charset="0"/>
              <a:ea typeface="+mn-ea"/>
              <a:cs typeface="+mn-cs"/>
            </a:endParaRPr>
          </a:p>
          <a:p>
            <a:pPr>
              <a:defRPr>
                <a:effectLst/>
              </a:defRPr>
            </a:pPr>
            <a:r>
              <a:t>- Un contrôleur commun</a:t>
            </a:r>
            <a:endParaRPr sz="1200" kern="1200">
              <a:solidFill>
                <a:schemeClr val="tx1"/>
              </a:solidFill>
              <a:effectLst/>
              <a:latin typeface="Arial" charset="0"/>
              <a:ea typeface="+mn-ea"/>
              <a:cs typeface="+mn-cs"/>
            </a:endParaRPr>
          </a:p>
          <a:p>
            <a:pPr>
              <a:defRPr>
                <a:effectLst/>
              </a:defRPr>
            </a:pPr>
            <a:r>
              <a:t>- Deux modules de transmission (électronique)</a:t>
            </a:r>
            <a:endParaRPr sz="1200" kern="1200">
              <a:solidFill>
                <a:schemeClr val="tx1"/>
              </a:solidFill>
              <a:effectLst/>
              <a:latin typeface="Arial" charset="0"/>
              <a:ea typeface="+mn-ea"/>
              <a:cs typeface="+mn-cs"/>
            </a:endParaRPr>
          </a:p>
          <a:p>
            <a:pPr>
              <a:defRPr>
                <a:effectLst/>
              </a:defRPr>
            </a:pPr>
            <a:r>
              <a:t>- La mémoire de la table de filtrage est établie sous la forme d'une mémoire flash non volatile, de sorte qu'une mise en mémoire tampon via une batterie n'est pas nécessaire.</a:t>
            </a:r>
            <a:endParaRPr sz="1200" kern="1200">
              <a:solidFill>
                <a:schemeClr val="tx1"/>
              </a:solidFill>
              <a:effectLst/>
              <a:latin typeface="Arial" charset="0"/>
              <a:ea typeface="+mn-ea"/>
              <a:cs typeface="+mn-cs"/>
            </a:endParaRPr>
          </a:p>
          <a:p>
            <a:pPr>
              <a:defRPr>
                <a:effectLst/>
              </a:defRPr>
            </a:pPr>
            <a:r>
              <a:t>- Alimentation en énergie via la ligne primaire ou la ligne secondaire </a:t>
            </a:r>
            <a:endParaRPr sz="1200" kern="1200">
              <a:solidFill>
                <a:schemeClr val="tx1"/>
              </a:solidFill>
              <a:effectLst/>
              <a:latin typeface="Arial" charset="0"/>
              <a:ea typeface="+mn-ea"/>
              <a:cs typeface="+mn-cs"/>
            </a:endParaRPr>
          </a:p>
          <a:p>
            <a:pPr>
              <a:defRPr>
                <a:effectLst/>
              </a:defRPr>
            </a:pPr>
            <a:r>
              <a:t>- Appareil monté sur rail DIN, largeur de 2 modules</a:t>
            </a:r>
            <a:endParaRPr sz="1200" kern="1200">
              <a:solidFill>
                <a:schemeClr val="tx1"/>
              </a:solidFill>
              <a:effectLst/>
              <a:latin typeface="Arial" charset="0"/>
              <a:ea typeface="+mn-ea"/>
              <a:cs typeface="+mn-cs"/>
            </a:endParaRPr>
          </a:p>
          <a:p>
            <a:pPr>
              <a:defRPr>
                <a:effectLst/>
              </a:defRPr>
            </a:pPr>
            <a:r>
              <a:t>- Connexion des </a:t>
            </a:r>
            <a:r>
              <a:rPr u="sng"/>
              <a:t>deux lignes via les bornes de bus </a:t>
            </a:r>
            <a:r>
              <a:t>situées à l'avant de l'appareil.</a:t>
            </a:r>
            <a:endParaRPr sz="1200" kern="1200">
              <a:solidFill>
                <a:schemeClr val="tx1"/>
              </a:solidFill>
              <a:effectLst/>
              <a:latin typeface="Arial" charset="0"/>
              <a:ea typeface="+mn-ea"/>
              <a:cs typeface="+mn-cs"/>
            </a:endParaRPr>
          </a:p>
          <a:p>
            <a:pPr>
              <a:defRPr>
                <a:effectLst/>
              </a:defRPr>
            </a:pPr>
            <a:r>
              <a:t>- </a:t>
            </a:r>
            <a:r>
              <a:rPr u="sng"/>
              <a:t>Groupes principaux :</a:t>
            </a:r>
            <a:r>
              <a:t> 0 à 31</a:t>
            </a:r>
            <a:r>
              <a:rPr u="sng"/>
              <a:t>,</a:t>
            </a:r>
            <a:br>
              <a:rPr lang="en-GB" sz="1200" u="sng" kern="1200" dirty="0">
                <a:solidFill>
                  <a:schemeClr val="tx1"/>
                </a:solidFill>
                <a:effectLst/>
                <a:latin typeface="Arial" charset="0"/>
                <a:ea typeface="+mn-ea"/>
                <a:cs typeface="+mn-cs"/>
              </a:rPr>
            </a:br>
            <a:r>
              <a:t>pour des raisons de compatibilité fréquemment les groupes principaux 14/15 sans filtrage individuel (selon le fabricant et l'appareil)</a:t>
            </a:r>
            <a:endParaRPr sz="1200" kern="1200">
              <a:solidFill>
                <a:schemeClr val="tx1"/>
              </a:solidFill>
              <a:effectLst/>
              <a:latin typeface="Arial" charset="0"/>
              <a:ea typeface="+mn-ea"/>
              <a:cs typeface="+mn-cs"/>
            </a:endParaRPr>
          </a:p>
          <a:p>
            <a:endParaRPr sz="1200" kern="1200">
              <a:solidFill>
                <a:schemeClr val="tx1"/>
              </a:solidFill>
              <a:effectLst/>
              <a:latin typeface="Arial" charset="0"/>
              <a:ea typeface="+mn-ea"/>
              <a:cs typeface="+mn-cs"/>
            </a:endParaRPr>
          </a:p>
          <a:p>
            <a:endParaRPr sz="1200" kern="1200">
              <a:solidFill>
                <a:schemeClr val="tx1"/>
              </a:solidFill>
              <a:effectLst/>
              <a:latin typeface="Arial" charset="0"/>
              <a:ea typeface="+mn-ea"/>
              <a:cs typeface="+mn-cs"/>
            </a:endParaRPr>
          </a:p>
          <a:p>
            <a:endParaRPr sz="1200" kern="1200">
              <a:solidFill>
                <a:schemeClr val="tx1"/>
              </a:solidFill>
              <a:effectLst/>
              <a:latin typeface="Arial" charset="0"/>
              <a:ea typeface="+mn-ea"/>
              <a:cs typeface="+mn-cs"/>
            </a:endParaRPr>
          </a:p>
          <a:p>
            <a:pPr>
              <a:defRPr>
                <a:effectLst/>
              </a:defRPr>
            </a:pPr>
            <a:r>
              <a:t>L'affectation des deux connexions TP est résolue différemment par les fabricants : les impressions "Ligne Primaire" ou "Ligne Principale" correspondent au segment supérieur et "Ligne Secondaire" ou "Ligne" correspondent au segment inférieur.</a:t>
            </a:r>
            <a:endParaRPr sz="1200" kern="120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pPr>
            <a:endParaRPr sz="1200" kern="120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pPr>
            <a:endParaRPr sz="1200" kern="120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pPr>
            <a:endParaRPr sz="1200" kern="120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effectLst/>
              </a:defRPr>
            </a:pPr>
            <a:r>
              <a:t>REMARQUE : L'affectation des deux connexions TP est résolue différemment par les fabricants : les empreintes « Ligne principale » ou « Ligne principale » correspondent au segment supérieur tandis que « Ligne secondaire » ou « Ligne » correspondent au segment inférieur.</a:t>
            </a:r>
            <a:endParaRPr sz="1200" kern="1200">
              <a:solidFill>
                <a:schemeClr val="tx1"/>
              </a:solidFill>
              <a:effectLst/>
              <a:latin typeface="Arial" charset="0"/>
              <a:ea typeface="+mn-ea"/>
              <a:cs typeface="+mn-cs"/>
            </a:endParaRPr>
          </a:p>
          <a:p>
            <a:pPr marL="171450" indent="-171450">
              <a:buFontTx/>
              <a:buChar char="-"/>
            </a:pPr>
            <a:endParaRPr sz="1200" kern="1200">
              <a:solidFill>
                <a:schemeClr val="tx1"/>
              </a:solidFill>
              <a:effectLst/>
              <a:latin typeface="Arial" charset="0"/>
              <a:ea typeface="+mn-ea"/>
              <a:cs typeface="+mn-cs"/>
            </a:endParaRPr>
          </a:p>
          <a:p/>
        </p:txBody>
      </p:sp>
      <p:sp>
        <p:nvSpPr>
          <p:cNvPr id="4" name="Slide Number Placeholder 3"/>
          <p:cNvSpPr>
            <a:spLocks noGrp="1"/>
          </p:cNvSpPr>
          <p:nvPr>
            <p:ph type="sldNum" sz="quarter" idx="10"/>
          </p:nvPr>
        </p:nvSpPr>
        <p:spPr/>
        <p:txBody>
          <a:bodyPr/>
          <a:lstStyle/>
          <a:p>
            <a:fld id="{F974181A-B52E-4AEA-801A-5F0AC153D341}" type="slidenum">
              <a:rPr lang="en-US" smtClean="0"/>
              <a:t>6</a:t>
            </a:fld>
          </a:p>
        </p:txBody>
      </p:sp>
    </p:spTree>
    <p:extLst>
      <p:ext uri="{BB962C8B-B14F-4D97-AF65-F5344CB8AC3E}">
        <p14:creationId xmlns:p14="http://schemas.microsoft.com/office/powerpoint/2010/main" val="7072136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b="1">
                <a:effectLst/>
              </a:defRPr>
            </a:pPr>
            <a:r>
              <a:t>Paramètres des Coupleurs de Ligne et de Coupleurs de Zone</a:t>
            </a:r>
          </a:p>
          <a:p>
            <a:endParaRPr sz="1200" b="1" kern="1200">
              <a:solidFill>
                <a:schemeClr val="tx1"/>
              </a:solidFill>
              <a:effectLst/>
              <a:latin typeface="Arial" charset="0"/>
              <a:ea typeface="+mn-ea"/>
              <a:cs typeface="+mn-cs"/>
            </a:endParaRPr>
          </a:p>
          <a:p>
            <a:pPr>
              <a:defRPr>
                <a:effectLst/>
              </a:defRPr>
            </a:pPr>
            <a:r>
              <a:rPr b="1"/>
              <a:t>L'illustration 1</a:t>
            </a:r>
            <a:r>
              <a:t> montre les paramètres d'un coupler de la conception plus ancienne. Deux paramètres sont omis pour le nouveau coupleur (</a:t>
            </a:r>
            <a:r>
              <a:rPr b="1"/>
              <a:t>Illustration 2</a:t>
            </a:r>
            <a:r>
              <a:t>), le reste est identique.</a:t>
            </a:r>
          </a:p>
          <a:p>
            <a:endParaRPr sz="1200" kern="1200">
              <a:solidFill>
                <a:schemeClr val="tx1"/>
              </a:solidFill>
              <a:effectLst/>
              <a:latin typeface="Arial" charset="0"/>
              <a:ea typeface="+mn-ea"/>
              <a:cs typeface="+mn-cs"/>
            </a:endParaRPr>
          </a:p>
          <a:p>
            <a:endParaRPr sz="1200" kern="1200">
              <a:solidFill>
                <a:schemeClr val="tx1"/>
              </a:solidFill>
              <a:effectLst/>
              <a:latin typeface="Arial" charset="0"/>
              <a:ea typeface="+mn-ea"/>
              <a:cs typeface="+mn-cs"/>
            </a:endParaRPr>
          </a:p>
          <a:p>
            <a:pPr>
              <a:defRPr b="1">
                <a:effectLst/>
              </a:defRPr>
            </a:pPr>
            <a:r>
              <a:t>Paramètre : </a:t>
            </a:r>
            <a:r>
              <a:rPr i="1"/>
              <a:t>"Télégrammes de groupe"</a:t>
            </a:r>
            <a:endParaRPr sz="1200" b="1" kern="1200">
              <a:solidFill>
                <a:schemeClr val="tx1"/>
              </a:solidFill>
              <a:effectLst/>
              <a:latin typeface="Arial" charset="0"/>
              <a:ea typeface="+mn-ea"/>
              <a:cs typeface="+mn-cs"/>
            </a:endParaRPr>
          </a:p>
          <a:p>
            <a:pPr>
              <a:defRPr>
                <a:effectLst/>
              </a:defRPr>
            </a:pPr>
            <a:r>
              <a:t>Le comportement du filtre peut être modifié avec les deux premiers paramètres "Télégramme de Groupes ..."</a:t>
            </a:r>
            <a:endParaRPr sz="1200" kern="1200">
              <a:solidFill>
                <a:schemeClr val="tx1"/>
              </a:solidFill>
              <a:effectLst/>
              <a:latin typeface="Arial" charset="0"/>
              <a:ea typeface="+mn-ea"/>
              <a:cs typeface="+mn-cs"/>
            </a:endParaRPr>
          </a:p>
          <a:p>
            <a:pPr>
              <a:defRPr>
                <a:effectLst/>
              </a:defRPr>
            </a:pPr>
            <a:r>
              <a:t>Il peut être réglé séparément dans les deux sens :</a:t>
            </a:r>
            <a:endParaRPr sz="1200" kern="1200">
              <a:solidFill>
                <a:schemeClr val="tx1"/>
              </a:solidFill>
              <a:effectLst/>
              <a:latin typeface="Arial" charset="0"/>
              <a:ea typeface="+mn-ea"/>
              <a:cs typeface="+mn-cs"/>
            </a:endParaRPr>
          </a:p>
          <a:p>
            <a:pPr lvl="0">
              <a:defRPr>
                <a:effectLst/>
              </a:defRPr>
            </a:pPr>
            <a:r>
              <a:t>normal (ou filtré) : La table de filtrage est utilisée, les télégrammes sont acheminés de manière sélective </a:t>
            </a:r>
            <a:endParaRPr sz="1200" kern="1200">
              <a:solidFill>
                <a:schemeClr val="tx1"/>
              </a:solidFill>
              <a:effectLst/>
              <a:latin typeface="Arial" charset="0"/>
              <a:ea typeface="+mn-ea"/>
              <a:cs typeface="+mn-cs"/>
            </a:endParaRPr>
          </a:p>
          <a:p>
            <a:pPr lvl="0">
              <a:defRPr>
                <a:effectLst/>
              </a:defRPr>
            </a:pPr>
            <a:r>
              <a:t>passant : Tous les télégrammes de groupe sont acheminés</a:t>
            </a:r>
            <a:endParaRPr sz="1200" kern="1200">
              <a:solidFill>
                <a:schemeClr val="tx1"/>
              </a:solidFill>
              <a:effectLst/>
              <a:latin typeface="Arial" charset="0"/>
              <a:ea typeface="+mn-ea"/>
              <a:cs typeface="+mn-cs"/>
            </a:endParaRPr>
          </a:p>
          <a:p>
            <a:pPr lvl="0">
              <a:defRPr>
                <a:effectLst/>
              </a:defRPr>
            </a:pPr>
            <a:r>
              <a:t>bloqué : Les télégrammes de groupe ne sont pas acheminés</a:t>
            </a:r>
            <a:endParaRPr sz="1200" kern="1200">
              <a:solidFill>
                <a:schemeClr val="tx1"/>
              </a:solidFill>
              <a:effectLst/>
              <a:latin typeface="Arial" charset="0"/>
              <a:ea typeface="+mn-ea"/>
              <a:cs typeface="+mn-cs"/>
            </a:endParaRPr>
          </a:p>
          <a:p>
            <a:pPr>
              <a:defRPr>
                <a:effectLst/>
              </a:defRPr>
            </a:pPr>
            <a:r>
              <a:t>La valeur par défaut est "normal (ou filtrer)". Les réglages "route" et "bloc" ne doivent être utilisés qu'à des fins de diagnostic ou pendant la phase de mise en service.</a:t>
            </a:r>
            <a:endParaRPr sz="1200" kern="1200">
              <a:solidFill>
                <a:schemeClr val="tx1"/>
              </a:solidFill>
              <a:effectLst/>
              <a:latin typeface="Arial" charset="0"/>
              <a:ea typeface="+mn-ea"/>
              <a:cs typeface="+mn-cs"/>
            </a:endParaRPr>
          </a:p>
          <a:p>
            <a:pPr>
              <a:defRPr>
                <a:effectLst/>
              </a:defRPr>
            </a:pPr>
            <a:r>
              <a:t>Même en cas d'utilisation d'une visualisation par exemple, les coupleurs peuvent fonctionner avec une fonction de filtrage. ETS peut calculer correctement les tables de filtrage si un participant fictif (Dummy) avec les adresses de groupe visualisées est configurée dans la ligne du PC de visualisation. Certains logiciels de visualisation maintiennent automatiquement un participant fictif (Dummy) dans le projet ETS avec les adresses qui ont été utilisées.</a:t>
            </a:r>
            <a:endParaRPr sz="1200" b="0" kern="1200">
              <a:solidFill>
                <a:schemeClr val="tx1"/>
              </a:solidFill>
              <a:effectLst/>
              <a:latin typeface="Arial" charset="0"/>
              <a:ea typeface="+mn-ea"/>
              <a:cs typeface="+mn-cs"/>
            </a:endParaRPr>
          </a:p>
          <a:p>
            <a:endParaRPr sz="1200" b="0" kern="1200">
              <a:solidFill>
                <a:schemeClr val="tx1"/>
              </a:solidFill>
              <a:effectLst/>
              <a:latin typeface="Arial" charset="0"/>
              <a:ea typeface="+mn-ea"/>
              <a:cs typeface="+mn-cs"/>
            </a:endParaRPr>
          </a:p>
          <a:p>
            <a:endParaRPr sz="1200" b="0" kern="1200">
              <a:solidFill>
                <a:schemeClr val="tx1"/>
              </a:solidFill>
              <a:effectLst/>
              <a:latin typeface="Arial" charset="0"/>
              <a:ea typeface="+mn-ea"/>
              <a:cs typeface="+mn-cs"/>
            </a:endParaRPr>
          </a:p>
          <a:p>
            <a:pPr>
              <a:defRPr b="1">
                <a:effectLst/>
              </a:defRPr>
            </a:pPr>
            <a:r>
              <a:t>Paramètre : </a:t>
            </a:r>
            <a:r>
              <a:rPr i="1"/>
              <a:t>"Vérifier la table de filtrage ?"</a:t>
            </a:r>
            <a:endParaRPr sz="1200" b="1" kern="1200">
              <a:solidFill>
                <a:schemeClr val="tx1"/>
              </a:solidFill>
              <a:effectLst/>
              <a:latin typeface="Arial" charset="0"/>
              <a:ea typeface="+mn-ea"/>
              <a:cs typeface="+mn-cs"/>
            </a:endParaRPr>
          </a:p>
          <a:p>
            <a:pPr>
              <a:defRPr i="1">
                <a:effectLst/>
              </a:defRPr>
            </a:pPr>
            <a:r>
              <a:t>Un algorithme de test est activé via ce paramètre. Il vérifie la table de filtrage pour la perte de données par l'analyse des sommes de contrôle. Les options suivantes peuvent être réglées :</a:t>
            </a:r>
            <a:endParaRPr sz="1200" kern="1200">
              <a:solidFill>
                <a:schemeClr val="tx1"/>
              </a:solidFill>
              <a:effectLst/>
              <a:latin typeface="Arial" charset="0"/>
              <a:ea typeface="+mn-ea"/>
              <a:cs typeface="+mn-cs"/>
            </a:endParaRPr>
          </a:p>
          <a:p>
            <a:pPr>
              <a:defRPr i="1">
                <a:effectLst/>
              </a:defRPr>
            </a:pPr>
            <a:r>
              <a:t> </a:t>
            </a:r>
            <a:endParaRPr sz="1200" kern="1200">
              <a:solidFill>
                <a:schemeClr val="tx1"/>
              </a:solidFill>
              <a:effectLst/>
              <a:latin typeface="Arial" charset="0"/>
              <a:ea typeface="+mn-ea"/>
              <a:cs typeface="+mn-cs"/>
            </a:endParaRPr>
          </a:p>
          <a:p>
            <a:pPr lvl="0">
              <a:defRPr>
                <a:effectLst/>
              </a:defRPr>
            </a:pPr>
            <a:r>
              <a:t>OUI - La table de filtrage est vérifiée cycliquement pour détecter les erreurs.</a:t>
            </a:r>
            <a:endParaRPr sz="1200" kern="1200">
              <a:solidFill>
                <a:schemeClr val="tx1"/>
              </a:solidFill>
              <a:effectLst/>
              <a:latin typeface="Arial" charset="0"/>
              <a:ea typeface="+mn-ea"/>
              <a:cs typeface="+mn-cs"/>
            </a:endParaRPr>
          </a:p>
          <a:p>
            <a:pPr lvl="0">
              <a:defRPr>
                <a:effectLst/>
              </a:defRPr>
            </a:pPr>
            <a:r>
              <a:t>NON - La table de filtrage n'est pas vérifiée </a:t>
            </a:r>
            <a:endParaRPr sz="1200" kern="1200">
              <a:solidFill>
                <a:schemeClr val="tx1"/>
              </a:solidFill>
              <a:effectLst/>
              <a:latin typeface="Arial" charset="0"/>
              <a:ea typeface="+mn-ea"/>
              <a:cs typeface="+mn-cs"/>
            </a:endParaRPr>
          </a:p>
          <a:p>
            <a:pPr>
              <a:defRPr>
                <a:effectLst/>
              </a:defRPr>
            </a:pPr>
            <a:r>
              <a:t>Avec le nouveau type de coupleur, le paramètre 'Vérifier le tableau de filtrage' est toujours réglé en interne et ne peut donc plus être configuré.</a:t>
            </a:r>
            <a:endParaRPr sz="1200" kern="1200">
              <a:solidFill>
                <a:schemeClr val="tx1"/>
              </a:solidFill>
              <a:effectLst/>
              <a:latin typeface="Arial" charset="0"/>
              <a:ea typeface="+mn-ea"/>
              <a:cs typeface="+mn-cs"/>
            </a:endParaRPr>
          </a:p>
          <a:p>
            <a:pPr>
              <a:defRPr>
                <a:effectLst/>
              </a:defRPr>
            </a:pPr>
            <a:r>
              <a:t> </a:t>
            </a:r>
            <a:endParaRPr sz="1200" b="0" kern="1200">
              <a:solidFill>
                <a:schemeClr val="tx1"/>
              </a:solidFill>
              <a:effectLst/>
              <a:latin typeface="Arial" charset="0"/>
              <a:ea typeface="+mn-ea"/>
              <a:cs typeface="+mn-cs"/>
            </a:endParaRPr>
          </a:p>
          <a:p>
            <a:pPr>
              <a:defRPr b="1">
                <a:effectLst/>
              </a:defRPr>
            </a:pPr>
            <a:r>
              <a:t>Paramètre :</a:t>
            </a:r>
            <a:r>
              <a:rPr i="1"/>
              <a:t> "En cas d'Erreur dans la table de Filtrage..."</a:t>
            </a:r>
            <a:endParaRPr sz="1200" b="1" kern="1200">
              <a:solidFill>
                <a:schemeClr val="tx1"/>
              </a:solidFill>
              <a:effectLst/>
              <a:latin typeface="Arial" charset="0"/>
              <a:ea typeface="+mn-ea"/>
              <a:cs typeface="+mn-cs"/>
            </a:endParaRPr>
          </a:p>
          <a:p>
            <a:pPr>
              <a:defRPr i="1">
                <a:effectLst/>
              </a:defRPr>
            </a:pPr>
            <a:r>
              <a:t>(uniquement pour l'ancien type de coupleur) :</a:t>
            </a:r>
            <a:endParaRPr sz="1200" kern="1200">
              <a:solidFill>
                <a:schemeClr val="tx1"/>
              </a:solidFill>
              <a:effectLst/>
              <a:latin typeface="Arial" charset="0"/>
              <a:ea typeface="+mn-ea"/>
              <a:cs typeface="+mn-cs"/>
            </a:endParaRPr>
          </a:p>
          <a:p>
            <a:pPr>
              <a:defRPr>
                <a:effectLst/>
              </a:defRPr>
            </a:pPr>
            <a:r>
              <a:t>Si le coupleur détecte un défaut dans la table de filtrage, le réglage du paramètre "En Cas d'Erreur dans le Tableau de Filtrage" détermine le comportement :</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lvl="0">
              <a:defRPr i="1">
                <a:effectLst/>
              </a:defRPr>
            </a:pPr>
            <a:r>
              <a:t>route	   	la charge du bus augmente, l'installation continue de fonctionner, le défaut persiste</a:t>
            </a:r>
            <a:endParaRPr sz="1200" kern="1200">
              <a:solidFill>
                <a:schemeClr val="tx1"/>
              </a:solidFill>
              <a:effectLst/>
              <a:latin typeface="Arial" charset="0"/>
              <a:ea typeface="+mn-ea"/>
              <a:cs typeface="+mn-cs"/>
            </a:endParaRPr>
          </a:p>
          <a:p>
            <a:pPr>
              <a:defRPr i="1">
                <a:effectLst/>
              </a:defRPr>
            </a:pPr>
            <a:r>
              <a:t>non détecté </a:t>
            </a:r>
            <a:endParaRPr sz="1200" kern="1200">
              <a:solidFill>
                <a:schemeClr val="tx1"/>
              </a:solidFill>
              <a:effectLst/>
              <a:latin typeface="Arial" charset="0"/>
              <a:ea typeface="+mn-ea"/>
              <a:cs typeface="+mn-cs"/>
            </a:endParaRPr>
          </a:p>
          <a:p>
            <a:pPr lvl="0">
              <a:defRPr i="1">
                <a:effectLst/>
              </a:defRPr>
            </a:pPr>
            <a:r>
              <a:t>block		Dysfonctionnement de l'installation, le défaut devient apparent</a:t>
            </a:r>
            <a:endParaRPr sz="1200" kern="1200">
              <a:solidFill>
                <a:schemeClr val="tx1"/>
              </a:solidFill>
              <a:effectLst/>
              <a:latin typeface="Arial" charset="0"/>
              <a:ea typeface="+mn-ea"/>
              <a:cs typeface="+mn-cs"/>
            </a:endParaRPr>
          </a:p>
          <a:p>
            <a:pPr lvl="0">
              <a:defRPr i="1">
                <a:effectLst/>
              </a:defRPr>
            </a:pPr>
            <a:r>
              <a:t>ignorer		Le coupleur se comporte selon les deux premiers paramètres « Groupe</a:t>
            </a:r>
            <a:endParaRPr sz="1200" kern="1200">
              <a:solidFill>
                <a:schemeClr val="tx1"/>
              </a:solidFill>
              <a:effectLst/>
              <a:latin typeface="Arial" charset="0"/>
              <a:ea typeface="+mn-ea"/>
              <a:cs typeface="+mn-cs"/>
            </a:endParaRPr>
          </a:p>
          <a:p>
            <a:pPr>
              <a:defRPr i="1">
                <a:effectLst/>
              </a:defRPr>
            </a:pPr>
            <a:r>
              <a:t>De Groupe…”, le défaut n'apparaît pas ou très tard</a:t>
            </a:r>
            <a:endParaRPr sz="1200" kern="1200">
              <a:solidFill>
                <a:schemeClr val="tx1"/>
              </a:solidFill>
              <a:effectLst/>
              <a:latin typeface="Arial" charset="0"/>
              <a:ea typeface="+mn-ea"/>
              <a:cs typeface="+mn-cs"/>
            </a:endParaRPr>
          </a:p>
          <a:p>
            <a:pPr>
              <a:defRPr i="1">
                <a:effectLst/>
              </a:defRPr>
            </a:pPr>
            <a:r>
              <a:t> </a:t>
            </a:r>
            <a:endParaRPr sz="1200" kern="1200">
              <a:solidFill>
                <a:schemeClr val="tx1"/>
              </a:solidFill>
              <a:effectLst/>
              <a:latin typeface="Arial" charset="0"/>
              <a:ea typeface="+mn-ea"/>
              <a:cs typeface="+mn-cs"/>
            </a:endParaRPr>
          </a:p>
          <a:p>
            <a:pPr>
              <a:defRPr>
                <a:effectLst/>
              </a:defRPr>
            </a:pPr>
            <a:r>
              <a:t>Pour le nouveau type de coupleurs, ce paramètre est toujours réglé en interne sur "route".</a:t>
            </a:r>
            <a:endParaRPr sz="1200" b="0" kern="1200">
              <a:solidFill>
                <a:schemeClr val="tx1"/>
              </a:solidFill>
              <a:effectLst/>
              <a:latin typeface="Arial" charset="0"/>
              <a:ea typeface="+mn-ea"/>
              <a:cs typeface="+mn-cs"/>
            </a:endParaRPr>
          </a:p>
          <a:p>
            <a:endParaRPr sz="1200" b="0" kern="1200">
              <a:solidFill>
                <a:schemeClr val="tx1"/>
              </a:solidFill>
              <a:effectLst/>
              <a:latin typeface="Arial" charset="0"/>
              <a:ea typeface="+mn-ea"/>
              <a:cs typeface="+mn-cs"/>
            </a:endParaRPr>
          </a:p>
          <a:p>
            <a:pPr>
              <a:defRPr b="1">
                <a:effectLst/>
              </a:defRPr>
            </a:pPr>
            <a:r>
              <a:t>Paramètre : </a:t>
            </a:r>
            <a:r>
              <a:rPr i="1"/>
              <a:t>"Groupe principal 14/15"</a:t>
            </a:r>
            <a:endParaRPr sz="1200" b="1" kern="1200">
              <a:solidFill>
                <a:schemeClr val="tx1"/>
              </a:solidFill>
              <a:effectLst/>
              <a:latin typeface="Arial" charset="0"/>
              <a:ea typeface="+mn-ea"/>
              <a:cs typeface="+mn-cs"/>
            </a:endParaRPr>
          </a:p>
          <a:p>
            <a:pPr>
              <a:defRPr>
                <a:effectLst/>
              </a:defRPr>
            </a:pPr>
            <a:r>
              <a:t>Les entrées pour toutes les adresses de groupe des groupes principaux 14 et 15 ne rentraient pas dans la mémoire de la table de filtrage à l'origine . Elles ne peuvent pas être filtrées par adresse mais seulement acheminés ou bloqués "collectivement".</a:t>
            </a:r>
            <a:endParaRPr sz="1200" kern="1200">
              <a:solidFill>
                <a:schemeClr val="tx1"/>
              </a:solidFill>
              <a:effectLst/>
              <a:latin typeface="Arial" charset="0"/>
              <a:ea typeface="+mn-ea"/>
              <a:cs typeface="+mn-cs"/>
            </a:endParaRPr>
          </a:p>
          <a:p>
            <a:pPr lvl="0">
              <a:defRPr>
                <a:effectLst/>
              </a:defRPr>
            </a:pPr>
            <a:r>
              <a:t>route - les deux groupes principaux sont acheminés dans les deux directions</a:t>
            </a:r>
            <a:endParaRPr sz="1200" kern="1200">
              <a:solidFill>
                <a:schemeClr val="tx1"/>
              </a:solidFill>
              <a:effectLst/>
              <a:latin typeface="Arial" charset="0"/>
              <a:ea typeface="+mn-ea"/>
              <a:cs typeface="+mn-cs"/>
            </a:endParaRPr>
          </a:p>
          <a:p>
            <a:pPr lvl="0">
              <a:defRPr>
                <a:effectLst/>
              </a:defRPr>
            </a:pPr>
            <a:r>
              <a:t>bloc - les deux groupes principaux sont bloqués dans les deux sens</a:t>
            </a:r>
            <a:endParaRPr sz="1200" kern="1200">
              <a:solidFill>
                <a:schemeClr val="tx1"/>
              </a:solidFill>
              <a:effectLst/>
              <a:latin typeface="Arial" charset="0"/>
              <a:ea typeface="+mn-ea"/>
              <a:cs typeface="+mn-cs"/>
            </a:endParaRPr>
          </a:p>
          <a:p>
            <a:pPr>
              <a:defRPr>
                <a:effectLst/>
              </a:defRPr>
            </a:pPr>
            <a:r>
              <a:t>Si les groupes principaux 14 et 15 sont utilisés, ils ne doivent l'être que pour les fonctions de ligne interne et le paramètre doit être réglé sur "bloc". La charge du bus serait augmentée inutilement dans le réglage "route".</a:t>
            </a:r>
            <a:endParaRPr sz="1200" b="0" kern="1200">
              <a:solidFill>
                <a:schemeClr val="tx1"/>
              </a:solidFill>
              <a:effectLst/>
              <a:latin typeface="Arial" charset="0"/>
              <a:ea typeface="+mn-ea"/>
              <a:cs typeface="+mn-cs"/>
            </a:endParaRPr>
          </a:p>
          <a:p>
            <a:endParaRPr sz="1200" b="0" kern="1200">
              <a:solidFill>
                <a:schemeClr val="tx1"/>
              </a:solidFill>
              <a:effectLst/>
              <a:latin typeface="Arial" charset="0"/>
              <a:ea typeface="+mn-ea"/>
              <a:cs typeface="+mn-cs"/>
            </a:endParaRPr>
          </a:p>
          <a:p>
            <a:pPr>
              <a:defRPr b="1">
                <a:effectLst/>
              </a:defRPr>
            </a:pPr>
            <a:r>
              <a:t>Paramètre :</a:t>
            </a:r>
            <a:r>
              <a:rPr i="1"/>
              <a:t> "Répétition en cas d'erreur de transmission sur la ligne principale" ou "Répétition en cas d'erreur de transmission sur la ligne". </a:t>
            </a:r>
            <a:endParaRPr sz="1200" b="1" kern="1200">
              <a:solidFill>
                <a:schemeClr val="tx1"/>
              </a:solidFill>
              <a:effectLst/>
              <a:latin typeface="Arial" charset="0"/>
              <a:ea typeface="+mn-ea"/>
              <a:cs typeface="+mn-cs"/>
            </a:endParaRPr>
          </a:p>
          <a:p>
            <a:pPr>
              <a:defRPr>
                <a:effectLst/>
              </a:defRPr>
            </a:pPr>
            <a:r>
              <a:t>Ces paramètres contrôlent le processus de répétition s’il n’y a pas d’accusé de réception ou qu’un accusé de réception négatif sur la ligne correspondante. Les options suivantes peuvent être réglées :</a:t>
            </a:r>
            <a:endParaRPr sz="1200" kern="1200">
              <a:solidFill>
                <a:schemeClr val="tx1"/>
              </a:solidFill>
              <a:effectLst/>
              <a:latin typeface="Arial" charset="0"/>
              <a:ea typeface="+mn-ea"/>
              <a:cs typeface="+mn-cs"/>
            </a:endParaRPr>
          </a:p>
          <a:p>
            <a:pPr lvl="0">
              <a:defRPr>
                <a:effectLst/>
              </a:defRPr>
            </a:pPr>
            <a:r>
              <a:t>aucun, 1, 2, 3 ou</a:t>
            </a:r>
            <a:endParaRPr sz="1200" kern="1200">
              <a:solidFill>
                <a:schemeClr val="tx1"/>
              </a:solidFill>
              <a:effectLst/>
              <a:latin typeface="Arial" charset="0"/>
              <a:ea typeface="+mn-ea"/>
              <a:cs typeface="+mn-cs"/>
            </a:endParaRPr>
          </a:p>
          <a:p>
            <a:pPr lvl="0">
              <a:defRPr>
                <a:effectLst/>
              </a:defRPr>
            </a:pPr>
            <a:r>
              <a:t>oui / non pour le nouveau type de coupleur</a:t>
            </a:r>
            <a:endParaRPr sz="1200" kern="1200">
              <a:solidFill>
                <a:schemeClr val="tx1"/>
              </a:solidFill>
              <a:effectLst/>
              <a:latin typeface="Arial" charset="0"/>
              <a:ea typeface="+mn-ea"/>
              <a:cs typeface="+mn-cs"/>
            </a:endParaRPr>
          </a:p>
          <a:p>
            <a:pPr>
              <a:defRPr>
                <a:effectLst/>
              </a:defRPr>
            </a:pPr>
            <a:r>
              <a:t>Les deux derniers paramètres "Confirmation de télégramme sur la ligne principale" et "Confirmation de télégramme sur la ligne secondaire" déterminent le processus d'acquittement des télégrammes reçus :</a:t>
            </a:r>
            <a:endParaRPr sz="1200" kern="1200">
              <a:solidFill>
                <a:schemeClr val="tx1"/>
              </a:solidFill>
              <a:effectLst/>
              <a:latin typeface="Arial" charset="0"/>
              <a:ea typeface="+mn-ea"/>
              <a:cs typeface="+mn-cs"/>
            </a:endParaRPr>
          </a:p>
          <a:p>
            <a:pPr lvl="0">
              <a:defRPr>
                <a:effectLst/>
              </a:defRPr>
            </a:pPr>
            <a:r>
              <a:t>uniquement en cas de routage - le télégramme n'est acquitté que s'il est routé par le coupleur</a:t>
            </a:r>
            <a:endParaRPr sz="1200" kern="1200">
              <a:solidFill>
                <a:schemeClr val="tx1"/>
              </a:solidFill>
              <a:effectLst/>
              <a:latin typeface="Arial" charset="0"/>
              <a:ea typeface="+mn-ea"/>
              <a:cs typeface="+mn-cs"/>
            </a:endParaRPr>
          </a:p>
          <a:p>
            <a:pPr lvl="0">
              <a:defRPr>
                <a:effectLst/>
              </a:defRPr>
            </a:pPr>
            <a:r>
              <a:t>toujours - tous les télégrammes reçus sont reconnus</a:t>
            </a:r>
            <a:endParaRPr sz="1200" kern="1200">
              <a:solidFill>
                <a:schemeClr val="tx1"/>
              </a:solidFill>
              <a:effectLst/>
              <a:latin typeface="Arial" charset="0"/>
              <a:ea typeface="+mn-ea"/>
              <a:cs typeface="+mn-cs"/>
            </a:endParaRPr>
          </a:p>
          <a:p>
            <a:endParaRPr sz="1200" kern="1200">
              <a:solidFill>
                <a:schemeClr val="tx1"/>
              </a:solidFill>
              <a:effectLst/>
              <a:latin typeface="Arial" charset="0"/>
              <a:ea typeface="+mn-ea"/>
              <a:cs typeface="+mn-cs"/>
            </a:endParaRPr>
          </a:p>
          <a:p/>
        </p:txBody>
      </p:sp>
      <p:sp>
        <p:nvSpPr>
          <p:cNvPr id="4" name="Slide Number Placeholder 3"/>
          <p:cNvSpPr>
            <a:spLocks noGrp="1"/>
          </p:cNvSpPr>
          <p:nvPr>
            <p:ph type="sldNum" sz="quarter" idx="10"/>
          </p:nvPr>
        </p:nvSpPr>
        <p:spPr/>
        <p:txBody>
          <a:bodyPr/>
          <a:lstStyle/>
          <a:p>
            <a:fld id="{F974181A-B52E-4AEA-801A-5F0AC153D341}" type="slidenum">
              <a:rPr lang="en-US" smtClean="0"/>
              <a:t>7</a:t>
            </a:fld>
          </a:p>
        </p:txBody>
      </p:sp>
    </p:spTree>
    <p:extLst>
      <p:ext uri="{BB962C8B-B14F-4D97-AF65-F5344CB8AC3E}">
        <p14:creationId xmlns:p14="http://schemas.microsoft.com/office/powerpoint/2010/main" val="1223147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effectLst/>
              </a:defRPr>
            </a:pPr>
            <a:r>
              <a:t>Ces paramètres ne doivent être modifiés que dans des cas spécifiques, comme le montrent les exemples suivants :</a:t>
            </a:r>
            <a:endParaRPr sz="1200" kern="1200">
              <a:solidFill>
                <a:schemeClr val="tx1"/>
              </a:solidFill>
              <a:effectLst/>
              <a:latin typeface="Arial" charset="0"/>
              <a:ea typeface="+mn-ea"/>
              <a:cs typeface="+mn-cs"/>
            </a:endParaRPr>
          </a:p>
          <a:p>
            <a:pPr lvl="0">
              <a:defRPr>
                <a:effectLst/>
              </a:defRPr>
            </a:pPr>
            <a:r>
              <a:t>Un PC de visualisation est connecté à la ligne principale via une interface de données. Les tables de filtrage du coupleur de ligne sont actives et le filtrage est réglé de telle sorte que les télégrammes pour la visualisation puissent atteindre la ligne principale. Si des télégrammes qui n'adressent que la visualisation sont maintenant acheminés vers la ligne principale, il manque l'IACK pour le coupleur de ligne et les télégrammes sont répétés par exemple trois fois, ce qui conduit à une charge bus élevée sur la ligne principale. On peut remédier à cela par :</a:t>
            </a:r>
            <a:endParaRPr sz="1200" kern="1200">
              <a:solidFill>
                <a:schemeClr val="tx1"/>
              </a:solidFill>
              <a:effectLst/>
              <a:latin typeface="Arial" charset="0"/>
              <a:ea typeface="+mn-ea"/>
              <a:cs typeface="+mn-cs"/>
            </a:endParaRPr>
          </a:p>
          <a:p>
            <a:pPr lvl="0">
              <a:defRPr>
                <a:effectLst/>
              </a:defRPr>
            </a:pPr>
            <a:r>
              <a:t>La modification du paramètre ''Confirmation télégramme sur la ligne principale'' en ''toujours'' pour tous les coupleurs de ligne afin que tous les coupleurs répondent et que le télégramme ne soit pas répété ou</a:t>
            </a:r>
            <a:endParaRPr sz="1200" kern="1200">
              <a:solidFill>
                <a:schemeClr val="tx1"/>
              </a:solidFill>
              <a:effectLst/>
              <a:latin typeface="Arial" charset="0"/>
              <a:ea typeface="+mn-ea"/>
              <a:cs typeface="+mn-cs"/>
            </a:endParaRPr>
          </a:p>
          <a:p>
            <a:pPr lvl="0">
              <a:defRPr>
                <a:effectLst/>
              </a:defRPr>
            </a:pPr>
            <a:r>
              <a:t>En modifiant “Répétitions en cas d'erreur de transmission sur la ligne principale” en “aucun” pour tous les coupleurs, de sorte que le télégramme ne soit pas répété. L'inconvénient est que les télégrammes sont perdus si des erreurs de transmission se produisent réellement ou si les tampons d'entrée des coupleurs sont pleins et envoient ''occupé''. Cette option est toutefois la seule disponible si un seul coupleur de ligne est présent.</a:t>
            </a:r>
            <a:endParaRPr sz="1200" kern="1200">
              <a:solidFill>
                <a:schemeClr val="tx1"/>
              </a:solidFill>
              <a:effectLst/>
              <a:latin typeface="Arial" charset="0"/>
              <a:ea typeface="+mn-ea"/>
              <a:cs typeface="+mn-cs"/>
            </a:endParaRPr>
          </a:p>
          <a:p>
            <a:pPr lvl="0">
              <a:defRPr>
                <a:effectLst/>
              </a:defRPr>
            </a:pPr>
            <a:br>
              <a:rPr lang="en-GB" sz="1200" kern="1200" dirty="0">
                <a:solidFill>
                  <a:schemeClr val="tx1"/>
                </a:solidFill>
                <a:effectLst/>
                <a:latin typeface="Arial" charset="0"/>
                <a:ea typeface="+mn-ea"/>
                <a:cs typeface="+mn-cs"/>
              </a:rPr>
            </a:br>
            <a:r>
              <a:t>Un PC de visualisation est connecté à une ligne secondaire via une interface de données. Les tables de filtrage du coupleur de ligne sont actives et le filtrage est réglé de telle sorte que les télégrammes pour la visualisation atteignent la ligne. Si des télégrammes qui n'adressent que la visualisation sont maintenant acheminés vers la ligne, il manque l'IACK pour le coupleur de ligne et les télégrammes sont répétés par exemple trois fois, ce qui conduit à une charge bus élevée sur la ligne. On peut remédier à cela par :</a:t>
            </a:r>
            <a:endParaRPr sz="1200" kern="1200">
              <a:solidFill>
                <a:schemeClr val="tx1"/>
              </a:solidFill>
              <a:effectLst/>
              <a:latin typeface="Arial" charset="0"/>
              <a:ea typeface="+mn-ea"/>
              <a:cs typeface="+mn-cs"/>
            </a:endParaRPr>
          </a:p>
          <a:p>
            <a:pPr lvl="0">
              <a:defRPr>
                <a:effectLst/>
              </a:defRPr>
            </a:pPr>
            <a:r>
              <a:t>La modification du paramètre “Répétitions en cas d’erreurs de transmission sur la ligne secondaire” est réglée sur “Aucun” pour le coupleur ; le télégramme n'est donc pas répété. L'inconvénient est que les télégrammes sont perdus si des erreurs de transmission se produisent réellement.</a:t>
            </a:r>
            <a:endParaRPr sz="1200" kern="1200">
              <a:solidFill>
                <a:schemeClr val="tx1"/>
              </a:solidFill>
              <a:effectLst/>
              <a:latin typeface="Arial" charset="0"/>
              <a:ea typeface="+mn-ea"/>
              <a:cs typeface="+mn-cs"/>
            </a:endParaRPr>
          </a:p>
          <a:p/>
        </p:txBody>
      </p:sp>
      <p:sp>
        <p:nvSpPr>
          <p:cNvPr id="4" name="Slide Number Placeholder 3"/>
          <p:cNvSpPr>
            <a:spLocks noGrp="1"/>
          </p:cNvSpPr>
          <p:nvPr>
            <p:ph type="sldNum" sz="quarter" idx="10"/>
          </p:nvPr>
        </p:nvSpPr>
        <p:spPr/>
        <p:txBody>
          <a:bodyPr/>
          <a:lstStyle/>
          <a:p>
            <a:fld id="{F974181A-B52E-4AEA-801A-5F0AC153D341}" type="slidenum">
              <a:rPr lang="en-US" smtClean="0"/>
              <a:t>8</a:t>
            </a:fld>
          </a:p>
        </p:txBody>
      </p:sp>
    </p:spTree>
    <p:extLst>
      <p:ext uri="{BB962C8B-B14F-4D97-AF65-F5344CB8AC3E}">
        <p14:creationId xmlns:p14="http://schemas.microsoft.com/office/powerpoint/2010/main" val="871204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b="1"/>
            </a:pPr>
            <a:r>
              <a:t>Paramètres de Répéteurs de Ligne</a:t>
            </a:r>
            <a:endParaRPr sz="1200" b="1" kern="1200">
              <a:solidFill>
                <a:schemeClr val="tx1"/>
              </a:solidFill>
              <a:effectLst/>
              <a:latin typeface="Arial" charset="0"/>
              <a:ea typeface="+mn-ea"/>
              <a:cs typeface="+mn-cs"/>
            </a:endParaRPr>
          </a:p>
          <a:p>
            <a:endParaRPr sz="1200" kern="1200">
              <a:solidFill>
                <a:schemeClr val="tx1"/>
              </a:solidFill>
              <a:effectLst/>
              <a:latin typeface="Arial" charset="0"/>
              <a:ea typeface="+mn-ea"/>
              <a:cs typeface="+mn-cs"/>
            </a:endParaRPr>
          </a:p>
          <a:p>
            <a:pPr>
              <a:defRPr>
                <a:effectLst/>
              </a:defRPr>
            </a:pPr>
            <a:r>
              <a:t>Si un coupleur TP-TP est utilisé en tant que répéteur de ligne, il reçoit un numéro d'appareil à partir de 1 (et non 0 car il est réservé au LC / BC) et jusqu'à 255. Grâce à cela, l'application du coupleur saura qu'elle doit fonctionner en tant que répéteur. </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Une application spéciale ''Répéteur de ligne'' peut également être sélectionnée en option, dans laquelle vous ne pouvez définir que deux paramètres pour la programmation de l'adresse individuelle et l'envoi de télégrammes de groupe. L'application coupleur de ligne / coupleur de zone principale peut également être utilisée, l'adresse individuelle étant prioritaire sur le mode de fonctionnement.</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Comme le programme ETS ne fait pas de distinction entre les différentes sections de ligne, il n'est pas en mesure de créer une table de filtres pour le répéteur de ligne. Le répéteur achemine donc tous les télégrammes de groupe. Les télégrammes avec des adresses de destination physiques sont également généralement acheminés.</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Par conséquent, seuls deux des paramètres décrits précédemment du coupleur TP sont significatifs :</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Répétitions en cas d’erreurs de transmission sur le segment de ligne principale («ligne»)</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Répétitions en cas d’erreurs de transmission sur le segment de ligne secondaire («segment»)</a:t>
            </a:r>
          </a:p>
          <a:p>
            <a:pPr marL="0" lvl="0" indent="0">
              <a:buFont typeface="Arial" panose="020B0604020202020204" pitchFamily="34" charset="0"/>
              <a:buNone/>
            </a:pPr>
            <a:endParaRPr sz="1200" kern="120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pPr>
            <a:r>
              <a:t>Les paramètres disponibles dans ces cas sont les suivants :</a:t>
            </a:r>
          </a:p>
          <a:p>
            <a:pPr marL="171450" lvl="0" indent="-171450">
              <a:buFont typeface="Arial" panose="020B0604020202020204" pitchFamily="34" charset="0"/>
              <a:buChar char="•"/>
              <a:defRPr>
                <a:effectLst/>
              </a:defRPr>
            </a:pPr>
            <a:r>
              <a:t>Répétitions en cas d'erreurs de transmission sur la ligne primaire lors de l'attribution d'une adresse d'adresse individuelle : oui/non</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Répétitions en cas d'erreurs de transmission sur la ligne primaire  dans les télégrammes de groupe : oui/non</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Répétitions en cas d'erreurs de transmission sur la section de ligne secondaire lors de l'attribution d'une adresse individuelle : oui/non</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Répétitions si erreurs de transmission sur segment de ligne (secondaire) dans les télégrammes de groupe : oui/non</a:t>
            </a:r>
            <a:endParaRPr sz="1200" kern="1200">
              <a:solidFill>
                <a:schemeClr val="tx1"/>
              </a:solidFill>
              <a:effectLst/>
              <a:latin typeface="Arial" charset="0"/>
              <a:ea typeface="+mn-ea"/>
              <a:cs typeface="+mn-cs"/>
            </a:endParaRPr>
          </a:p>
          <a:p>
            <a:endParaRPr sz="1200" kern="1200">
              <a:solidFill>
                <a:schemeClr val="tx1"/>
              </a:solidFill>
              <a:effectLst/>
              <a:latin typeface="Arial" charset="0"/>
              <a:ea typeface="+mn-ea"/>
              <a:cs typeface="+mn-cs"/>
            </a:endParaRPr>
          </a:p>
          <a:p>
            <a:pPr>
              <a:defRPr>
                <a:effectLst/>
              </a:defRPr>
            </a:pPr>
            <a:r>
              <a:t>Les valeurs par défaut doivent normalement être réglées comme indiqué illustration 3.</a:t>
            </a:r>
            <a:endParaRPr sz="1200" kern="1200">
              <a:solidFill>
                <a:schemeClr val="tx1"/>
              </a:solidFill>
              <a:effectLst/>
              <a:latin typeface="Arial" charset="0"/>
              <a:ea typeface="+mn-ea"/>
              <a:cs typeface="+mn-cs"/>
            </a:endParaRPr>
          </a:p>
          <a:p/>
        </p:txBody>
      </p:sp>
      <p:sp>
        <p:nvSpPr>
          <p:cNvPr id="4" name="Slide Number Placeholder 3"/>
          <p:cNvSpPr>
            <a:spLocks noGrp="1"/>
          </p:cNvSpPr>
          <p:nvPr>
            <p:ph type="sldNum" sz="quarter" idx="10"/>
          </p:nvPr>
        </p:nvSpPr>
        <p:spPr/>
        <p:txBody>
          <a:bodyPr/>
          <a:lstStyle/>
          <a:p>
            <a:fld id="{F974181A-B52E-4AEA-801A-5F0AC153D341}" type="slidenum">
              <a:rPr lang="en-US" smtClean="0"/>
              <a:t>9</a:t>
            </a:fld>
          </a:p>
        </p:txBody>
      </p:sp>
    </p:spTree>
    <p:extLst>
      <p:ext uri="{BB962C8B-B14F-4D97-AF65-F5344CB8AC3E}">
        <p14:creationId xmlns:p14="http://schemas.microsoft.com/office/powerpoint/2010/main" val="3993912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b="1"/>
            </a:pPr>
            <a:r>
              <a:t>Routage</a:t>
            </a:r>
          </a:p>
          <a:p>
            <a:r>
              <a:t>Une fois qu'un coupleur est mis en service, il y a cinq façons possibles de réagir à la réception d'un télégramme :</a:t>
            </a:r>
          </a:p>
          <a:p>
            <a:r>
              <a:t> Si le télégramme est acquitté :</a:t>
            </a:r>
          </a:p>
          <a:p>
            <a:pPr marL="171450" indent="-171450">
              <a:buFont typeface="Arial" panose="020B0604020202020204" pitchFamily="34" charset="0"/>
              <a:buChar char="•"/>
            </a:pPr>
            <a:r>
              <a:t>le télégramme est routé inchangé (TEL_ROUT_UN)</a:t>
            </a:r>
          </a:p>
          <a:p>
            <a:pPr marL="171450" indent="-171450">
              <a:buFont typeface="Arial" panose="020B0604020202020204" pitchFamily="34" charset="0"/>
              <a:buChar char="•"/>
            </a:pPr>
            <a:r>
              <a:t>le télégramme est routé et le compteur de routage est réduit de 1 (TEL_ROUT_DEC)</a:t>
            </a:r>
          </a:p>
          <a:p>
            <a:pPr marL="171450" indent="-171450">
              <a:buFont typeface="Arial" panose="020B0604020202020204" pitchFamily="34" charset="0"/>
              <a:buChar char="•"/>
            </a:pPr>
            <a:r>
              <a:t>le télégramme est destiné au coupleur lui-même afin de modifier des données internes (TEL_INT) et n'est pas routé </a:t>
            </a:r>
          </a:p>
          <a:p>
            <a:pPr marL="171450" indent="-171450">
              <a:buFont typeface="Arial" panose="020B0604020202020204" pitchFamily="34" charset="0"/>
              <a:buChar char="•"/>
            </a:pPr>
            <a:r>
              <a:t>le télégramme est ignoré (TEL_IGN_AK)</a:t>
            </a:r>
          </a:p>
          <a:p>
            <a:r>
              <a:t>Si le télégramme n'est pas acquitté :</a:t>
            </a:r>
          </a:p>
          <a:p>
            <a:pPr marL="171450" indent="-171450">
              <a:buFont typeface="Arial" panose="020B0604020202020204" pitchFamily="34" charset="0"/>
              <a:buChar char="•"/>
            </a:pPr>
            <a:r>
              <a:t>le télégramme est ignoré sans acquittement (TEL_IGN_NOAK)</a:t>
            </a:r>
          </a:p>
          <a:p/>
        </p:txBody>
      </p:sp>
      <p:sp>
        <p:nvSpPr>
          <p:cNvPr id="4" name="Slide Number Placeholder 3"/>
          <p:cNvSpPr>
            <a:spLocks noGrp="1"/>
          </p:cNvSpPr>
          <p:nvPr>
            <p:ph type="sldNum" sz="quarter" idx="10"/>
          </p:nvPr>
        </p:nvSpPr>
        <p:spPr/>
        <p:txBody>
          <a:bodyPr/>
          <a:lstStyle/>
          <a:p>
            <a:fld id="{F974181A-B52E-4AEA-801A-5F0AC153D341}" type="slidenum">
              <a:rPr lang="en-US" smtClean="0"/>
              <a:t>10</a:t>
            </a:fld>
          </a:p>
        </p:txBody>
      </p:sp>
    </p:spTree>
    <p:extLst>
      <p:ext uri="{BB962C8B-B14F-4D97-AF65-F5344CB8AC3E}">
        <p14:creationId xmlns:p14="http://schemas.microsoft.com/office/powerpoint/2010/main" val="3809010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defRPr b="1">
                <a:effectLst/>
              </a:defRPr>
            </a:pPr>
            <a:r>
              <a:t>Routage de télégrammes d'adresse physique</a:t>
            </a:r>
          </a:p>
          <a:p>
            <a:pPr lvl="0"/>
            <a:endParaRPr sz="1200" b="1" kern="1200">
              <a:solidFill>
                <a:schemeClr val="tx1"/>
              </a:solidFill>
              <a:effectLst/>
              <a:latin typeface="Arial" charset="0"/>
              <a:ea typeface="+mn-ea"/>
              <a:cs typeface="+mn-cs"/>
            </a:endParaRPr>
          </a:p>
          <a:p>
            <a:pPr>
              <a:defRPr>
                <a:effectLst/>
              </a:defRPr>
            </a:pPr>
            <a:r>
              <a:t>Dans le cours de base KNX, vous avez appris comment un coupleur de ligne peut réduire la charge du bus dans le système en filtrant les télégrammes de groupe.</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Les coupleurs filtrent de manière presque invisible les télégrammes adressés physiquement, ce qui leur permet d'effectuer des filtrages supplémentaires.</a:t>
            </a:r>
            <a:endParaRPr sz="1200" kern="1200">
              <a:solidFill>
                <a:schemeClr val="tx1"/>
              </a:solidFill>
              <a:effectLst/>
              <a:latin typeface="Arial" charset="0"/>
              <a:ea typeface="+mn-ea"/>
              <a:cs typeface="+mn-cs"/>
            </a:endParaRPr>
          </a:p>
          <a:p>
            <a:pPr>
              <a:defRPr>
                <a:effectLst/>
              </a:defRPr>
            </a:pPr>
            <a:r>
              <a:t>Il s'agit de télégrammes dont la destination est une adresse individuelle. </a:t>
            </a:r>
            <a:endParaRPr sz="1200" kern="1200">
              <a:solidFill>
                <a:schemeClr val="tx1"/>
              </a:solidFill>
              <a:effectLst/>
              <a:latin typeface="Arial" charset="0"/>
              <a:ea typeface="+mn-ea"/>
              <a:cs typeface="+mn-cs"/>
            </a:endParaRPr>
          </a:p>
          <a:p>
            <a:pPr>
              <a:defRPr>
                <a:effectLst/>
              </a:defRPr>
            </a:pPr>
            <a:r>
              <a:t>Ces télégrammes se produisent typiquement lors de la transmission des données de l'appareil de l'ETS à un appareil bus.</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En termes simples, un coupleur n'achemine que les télégrammes d'adresse physique pour </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l'adresse de l'expéditeur figurant dans le télégramme est plausible et </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l'adresse cible dans la topologie rend le routage nécessaire.</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pPr>
            <a:endParaRPr sz="1200" kern="1200">
              <a:solidFill>
                <a:schemeClr val="tx1"/>
              </a:solidFill>
              <a:effectLst/>
              <a:latin typeface="Arial" charset="0"/>
              <a:ea typeface="+mn-ea"/>
              <a:cs typeface="+mn-cs"/>
            </a:endParaRPr>
          </a:p>
          <a:p>
            <a:pPr lvl="0">
              <a:defRPr b="1">
                <a:effectLst/>
              </a:defRPr>
            </a:pPr>
            <a:r>
              <a:t>Exemple : routage de télégrammes adressés physiquement dans le coupleur de ligne </a:t>
            </a:r>
            <a:endParaRPr sz="1200" b="1" kern="1200">
              <a:solidFill>
                <a:schemeClr val="tx1"/>
              </a:solidFill>
              <a:effectLst/>
              <a:latin typeface="Arial" charset="0"/>
              <a:ea typeface="+mn-ea"/>
              <a:cs typeface="+mn-cs"/>
            </a:endParaRPr>
          </a:p>
          <a:p>
            <a:pPr>
              <a:defRPr>
                <a:effectLst/>
              </a:defRPr>
            </a:pPr>
            <a:r>
              <a:t>L'exemple suivant montre en détail l'algorithme de routage de télégrammes d'adresse physique dans le coupleur de ligne.</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b="1">
                <a:effectLst/>
              </a:defRPr>
            </a:pPr>
            <a:r>
              <a:t>Légende :</a:t>
            </a:r>
            <a:endParaRPr sz="1200" kern="1200">
              <a:solidFill>
                <a:schemeClr val="tx1"/>
              </a:solidFill>
              <a:effectLst/>
              <a:latin typeface="Arial" charset="0"/>
              <a:ea typeface="+mn-ea"/>
              <a:cs typeface="+mn-cs"/>
            </a:endParaRPr>
          </a:p>
          <a:p>
            <a:pPr lvl="0">
              <a:defRPr>
                <a:effectLst/>
              </a:defRPr>
            </a:pPr>
            <a:r>
              <a:t>Adresse physique de destination du participant de destination : A.B.C</a:t>
            </a:r>
            <a:endParaRPr sz="1200" kern="1200">
              <a:solidFill>
                <a:schemeClr val="tx1"/>
              </a:solidFill>
              <a:effectLst/>
              <a:latin typeface="Arial" charset="0"/>
              <a:ea typeface="+mn-ea"/>
              <a:cs typeface="+mn-cs"/>
            </a:endParaRPr>
          </a:p>
          <a:p>
            <a:pPr lvl="0">
              <a:defRPr>
                <a:effectLst/>
              </a:defRPr>
            </a:pPr>
            <a:r>
              <a:t>Z = Zone dans laquelle se trouve l'appareil cible</a:t>
            </a:r>
            <a:endParaRPr sz="1200" kern="1200">
              <a:solidFill>
                <a:schemeClr val="tx1"/>
              </a:solidFill>
              <a:effectLst/>
              <a:latin typeface="Arial" charset="0"/>
              <a:ea typeface="+mn-ea"/>
              <a:cs typeface="+mn-cs"/>
            </a:endParaRPr>
          </a:p>
          <a:p>
            <a:pPr lvl="0">
              <a:defRPr>
                <a:effectLst/>
              </a:defRPr>
            </a:pPr>
            <a:r>
              <a:t>L = Ligne dans laquelle se trouve l'appareil cible</a:t>
            </a:r>
            <a:endParaRPr sz="1200" kern="1200">
              <a:solidFill>
                <a:schemeClr val="tx1"/>
              </a:solidFill>
              <a:effectLst/>
              <a:latin typeface="Arial" charset="0"/>
              <a:ea typeface="+mn-ea"/>
              <a:cs typeface="+mn-cs"/>
            </a:endParaRPr>
          </a:p>
          <a:p>
            <a:pPr lvl="0">
              <a:defRPr>
                <a:effectLst/>
              </a:defRPr>
            </a:pPr>
            <a:r>
              <a:t>Pt = Numéro d'appareil de l'appareil cible dans la ligne</a:t>
            </a:r>
            <a:endParaRPr sz="1200" kern="1200">
              <a:solidFill>
                <a:schemeClr val="tx1"/>
              </a:solidFill>
              <a:effectLst/>
              <a:latin typeface="Arial" charset="0"/>
              <a:ea typeface="+mn-ea"/>
              <a:cs typeface="+mn-cs"/>
            </a:endParaRPr>
          </a:p>
          <a:p>
            <a:pPr lvl="0">
              <a:defRPr>
                <a:effectLst/>
              </a:defRPr>
            </a:pPr>
            <a:r>
              <a:t>Adresse individuelle du coupleur de ligne : X.Y.0 (zéro)</a:t>
            </a:r>
            <a:endParaRPr sz="1200" kern="1200">
              <a:solidFill>
                <a:schemeClr val="tx1"/>
              </a:solidFill>
              <a:effectLst/>
              <a:latin typeface="Arial" charset="0"/>
              <a:ea typeface="+mn-ea"/>
              <a:cs typeface="+mn-cs"/>
            </a:endParaRPr>
          </a:p>
          <a:p>
            <a:pPr lvl="0">
              <a:defRPr>
                <a:effectLst/>
              </a:defRPr>
            </a:pPr>
            <a:r>
              <a:t>Z = Zone dans laquelle se trouve le coupleur de ligne</a:t>
            </a:r>
            <a:endParaRPr sz="1200" kern="1200">
              <a:solidFill>
                <a:schemeClr val="tx1"/>
              </a:solidFill>
              <a:effectLst/>
              <a:latin typeface="Arial" charset="0"/>
              <a:ea typeface="+mn-ea"/>
              <a:cs typeface="+mn-cs"/>
            </a:endParaRPr>
          </a:p>
          <a:p>
            <a:pPr lvl="0">
              <a:defRPr>
                <a:effectLst/>
              </a:defRPr>
            </a:pPr>
            <a:r>
              <a:t>L = Ligne dans laquelle se trouve le coupleur de ligne</a:t>
            </a:r>
            <a:endParaRPr sz="1200" kern="1200">
              <a:solidFill>
                <a:schemeClr val="tx1"/>
              </a:solidFill>
              <a:effectLst/>
              <a:latin typeface="Arial" charset="0"/>
              <a:ea typeface="+mn-ea"/>
              <a:cs typeface="+mn-cs"/>
            </a:endParaRPr>
          </a:p>
          <a:p>
            <a:pPr lvl="0">
              <a:defRPr>
                <a:effectLst/>
              </a:defRPr>
            </a:pPr>
            <a:r>
              <a:t>0 = adresse du coupleur de ligne (toujours zéro)</a:t>
            </a:r>
            <a:endParaRPr sz="1200" kern="120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pPr>
            <a:endParaRPr sz="1200" b="1" kern="120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b="1">
                <a:effectLst/>
              </a:defRPr>
            </a:pPr>
            <a:r>
              <a:t>Ligne principale vers la ligne : Illustration 4 : Routage avec « l'adresse cible est une adresse individuelle » - Ligne principale vers la ligne</a:t>
            </a:r>
          </a:p>
          <a:p>
            <a:pPr marL="0" marR="0" lvl="0" indent="0" algn="l" defTabSz="914400" rtl="0" eaLnBrk="0" fontAlgn="base" latinLnBrk="0" hangingPunct="0">
              <a:lnSpc>
                <a:spcPct val="100000"/>
              </a:lnSpc>
              <a:spcBef>
                <a:spcPct val="30000"/>
              </a:spcBef>
              <a:spcAft>
                <a:spcPct val="0"/>
              </a:spcAft>
              <a:buClrTx/>
              <a:buSzTx/>
              <a:buFontTx/>
              <a:buNone/>
              <a:tabLst/>
              <a:defRPr b="1">
                <a:effectLst/>
              </a:defRPr>
            </a:pPr>
            <a:r>
              <a:t>Ligne vers la ligne principale: Figure 5 : Router avec « adresse cible est l'adresse individuelle» – Ligne vers la ligne principale</a:t>
            </a:r>
            <a:endParaRPr sz="1200" b="1" kern="1200">
              <a:solidFill>
                <a:schemeClr val="tx1"/>
              </a:solidFill>
              <a:effectLst/>
              <a:latin typeface="Arial" charset="0"/>
              <a:ea typeface="+mn-ea"/>
              <a:cs typeface="+mn-cs"/>
            </a:endParaRPr>
          </a:p>
          <a:p>
            <a:endParaRPr sz="1200" kern="1200">
              <a:solidFill>
                <a:schemeClr val="tx1"/>
              </a:solidFill>
              <a:effectLst/>
              <a:latin typeface="Arial" charset="0"/>
              <a:ea typeface="+mn-ea"/>
              <a:cs typeface="+mn-cs"/>
            </a:endParaRPr>
          </a:p>
          <a:p>
            <a:pPr marL="0" lvl="0" indent="0">
              <a:buFont typeface="Arial" panose="020B0604020202020204" pitchFamily="34" charset="0"/>
              <a:buNone/>
            </a:pPr>
            <a:br>
              <a:rPr lang="en-GB" sz="1200" kern="1200" dirty="0">
                <a:solidFill>
                  <a:schemeClr val="tx1"/>
                </a:solidFill>
                <a:effectLst/>
                <a:latin typeface="Arial" charset="0"/>
                <a:ea typeface="+mn-ea"/>
                <a:cs typeface="+mn-cs"/>
              </a:rPr>
            </a:br>
          </a:p>
        </p:txBody>
      </p:sp>
      <p:sp>
        <p:nvSpPr>
          <p:cNvPr id="4" name="Slide Number Placeholder 3"/>
          <p:cNvSpPr>
            <a:spLocks noGrp="1"/>
          </p:cNvSpPr>
          <p:nvPr>
            <p:ph type="sldNum" sz="quarter" idx="10"/>
          </p:nvPr>
        </p:nvSpPr>
        <p:spPr/>
        <p:txBody>
          <a:bodyPr/>
          <a:lstStyle/>
          <a:p>
            <a:fld id="{F974181A-B52E-4AEA-801A-5F0AC153D341}" type="slidenum">
              <a:rPr lang="en-US" smtClean="0"/>
              <a:t>11</a:t>
            </a:fld>
          </a:p>
        </p:txBody>
      </p:sp>
    </p:spTree>
    <p:extLst>
      <p:ext uri="{BB962C8B-B14F-4D97-AF65-F5344CB8AC3E}">
        <p14:creationId xmlns:p14="http://schemas.microsoft.com/office/powerpoint/2010/main" val="20611427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defRPr b="1">
                <a:effectLst/>
              </a:defRPr>
            </a:pPr>
            <a:r>
              <a:t>Routage pour les Télégrammes de Groupe (l'Adresse Cible est l'Adresse de Groupe)</a:t>
            </a:r>
            <a:endParaRPr sz="1200" b="1" kern="1200">
              <a:solidFill>
                <a:schemeClr val="tx1"/>
              </a:solidFill>
              <a:effectLst/>
              <a:latin typeface="Arial" charset="0"/>
              <a:ea typeface="+mn-ea"/>
              <a:cs typeface="+mn-cs"/>
            </a:endParaRPr>
          </a:p>
          <a:p>
            <a:pPr>
              <a:defRPr>
                <a:effectLst/>
              </a:defRPr>
            </a:pPr>
            <a:r>
              <a:t>Prérequis : la table de filtrage est réglée dans les deux sens.</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Exemple : coupleur de ligne, par lequel :</a:t>
            </a:r>
            <a:endParaRPr sz="1200" kern="1200">
              <a:solidFill>
                <a:schemeClr val="tx1"/>
              </a:solidFill>
              <a:effectLst/>
              <a:latin typeface="Arial" charset="0"/>
              <a:ea typeface="+mn-ea"/>
              <a:cs typeface="+mn-cs"/>
            </a:endParaRPr>
          </a:p>
          <a:p>
            <a:pPr lvl="0">
              <a:defRPr>
                <a:effectLst/>
              </a:defRPr>
            </a:pPr>
            <a:r>
              <a:t>AGT = Adresse de Groupe du Télégramme</a:t>
            </a:r>
            <a:endParaRPr sz="1200" kern="1200">
              <a:solidFill>
                <a:schemeClr val="tx1"/>
              </a:solidFill>
              <a:effectLst/>
              <a:latin typeface="Arial" charset="0"/>
              <a:ea typeface="+mn-ea"/>
              <a:cs typeface="+mn-cs"/>
            </a:endParaRPr>
          </a:p>
          <a:p>
            <a:pPr lvl="0">
              <a:defRPr>
                <a:effectLst/>
              </a:defRPr>
            </a:pPr>
            <a:r>
              <a:t>TF = Table de filtrage</a:t>
            </a:r>
            <a:endParaRPr sz="1200" kern="1200">
              <a:solidFill>
                <a:schemeClr val="tx1"/>
              </a:solidFill>
              <a:effectLst/>
              <a:latin typeface="Arial" charset="0"/>
              <a:ea typeface="+mn-ea"/>
              <a:cs typeface="+mn-cs"/>
            </a:endParaRPr>
          </a:p>
          <a:p>
            <a:pPr lvl="0">
              <a:defRPr>
                <a:effectLst/>
              </a:defRPr>
            </a:pPr>
            <a:r>
              <a:t>CR = Compteur de routage (Routing Counter)</a:t>
            </a:r>
            <a:endParaRPr sz="1200" kern="1200">
              <a:solidFill>
                <a:schemeClr val="tx1"/>
              </a:solidFill>
              <a:effectLst/>
              <a:latin typeface="Arial" charset="0"/>
              <a:ea typeface="+mn-ea"/>
              <a:cs typeface="+mn-cs"/>
            </a:endParaRPr>
          </a:p>
          <a:p/>
        </p:txBody>
      </p:sp>
      <p:sp>
        <p:nvSpPr>
          <p:cNvPr id="4" name="Slide Number Placeholder 3"/>
          <p:cNvSpPr>
            <a:spLocks noGrp="1"/>
          </p:cNvSpPr>
          <p:nvPr>
            <p:ph type="sldNum" sz="quarter" idx="10"/>
          </p:nvPr>
        </p:nvSpPr>
        <p:spPr/>
        <p:txBody>
          <a:bodyPr/>
          <a:lstStyle/>
          <a:p>
            <a:fld id="{F974181A-B52E-4AEA-801A-5F0AC153D341}" type="slidenum">
              <a:rPr lang="en-US" smtClean="0"/>
              <a:t>12</a:t>
            </a:fld>
          </a:p>
        </p:txBody>
      </p:sp>
    </p:spTree>
    <p:extLst>
      <p:ext uri="{BB962C8B-B14F-4D97-AF65-F5344CB8AC3E}">
        <p14:creationId xmlns:p14="http://schemas.microsoft.com/office/powerpoint/2010/main" val="3827402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b="1">
                <a:effectLst/>
              </a:defRPr>
            </a:pPr>
            <a:r>
              <a:t>Exemple: Télégramme de Transmission « étape par étape»</a:t>
            </a:r>
          </a:p>
          <a:p>
            <a:endParaRPr sz="1200" kern="1200">
              <a:solidFill>
                <a:schemeClr val="tx1"/>
              </a:solidFill>
              <a:effectLst/>
              <a:latin typeface="Arial" charset="0"/>
              <a:ea typeface="+mn-ea"/>
              <a:cs typeface="+mn-cs"/>
            </a:endParaRPr>
          </a:p>
          <a:p>
            <a:pPr>
              <a:defRPr>
                <a:effectLst/>
              </a:defRPr>
            </a:pPr>
            <a:r>
              <a:t>Abréviations utilisées :</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CZ = Coupleur de zone (Backbone Coupler)</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CL = Coupleur de ligne (Line Coupler)</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RL = Répéteur de ligne (Line Repeater)</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CR = Compteur de routage (Routing Counter)</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Pt = Participant de bus (Bus device)</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Alim. = Alimentation / self</a:t>
            </a:r>
            <a:endParaRPr sz="1200" kern="1200">
              <a:solidFill>
                <a:schemeClr val="tx1"/>
              </a:solidFill>
              <a:effectLst/>
              <a:latin typeface="Arial" charset="0"/>
              <a:ea typeface="+mn-ea"/>
              <a:cs typeface="+mn-cs"/>
            </a:endParaRPr>
          </a:p>
          <a:p/>
          <a:p>
            <a:pPr lvl="0"/>
            <a:endParaRPr sz="1200" b="1" kern="120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effectLst/>
              </a:defRPr>
            </a:pPr>
            <a:r>
              <a:t>En utilisant l'installation KNX représentée ci-dessus, la transmission des télégrammes entre les lignes sera clarifiée "étape par étape". Il est indispensable que l'installation ait été correctement conçue et mise en service. Les coupleurs prennent en compte leur table de filtrage.</a:t>
            </a:r>
            <a:endParaRPr sz="1200" kern="1200">
              <a:solidFill>
                <a:schemeClr val="tx1"/>
              </a:solidFill>
              <a:effectLst/>
              <a:latin typeface="Arial" charset="0"/>
              <a:ea typeface="+mn-ea"/>
              <a:cs typeface="+mn-cs"/>
            </a:endParaRPr>
          </a:p>
          <a:p>
            <a:endParaRPr sz="1200" kern="120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fld id="{F974181A-B52E-4AEA-801A-5F0AC153D341}" type="slidenum">
              <a:rPr lang="en-US" smtClean="0"/>
              <a:t>13</a:t>
            </a:fld>
          </a:p>
        </p:txBody>
      </p:sp>
    </p:spTree>
    <p:extLst>
      <p:ext uri="{BB962C8B-B14F-4D97-AF65-F5344CB8AC3E}">
        <p14:creationId xmlns:p14="http://schemas.microsoft.com/office/powerpoint/2010/main" val="12455302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defRPr>
                <a:effectLst/>
              </a:defRPr>
            </a:pPr>
            <a:r>
              <a:t>Démarrage :</a:t>
            </a:r>
            <a:br>
              <a:rPr lang="en-GB" sz="1200" kern="1200" dirty="0">
                <a:solidFill>
                  <a:schemeClr val="tx1"/>
                </a:solidFill>
                <a:effectLst/>
                <a:latin typeface="Arial" charset="0"/>
                <a:ea typeface="+mn-ea"/>
                <a:cs typeface="+mn-cs"/>
              </a:rPr>
            </a:br>
            <a:r>
              <a:t>Le bouton-poussoir à 1 entrée avec adresse individuelle 1.1.65 envoie un télégramme à l'adresse de groupe 5/88.</a:t>
            </a:r>
            <a:endParaRPr sz="1200" kern="1200">
              <a:solidFill>
                <a:schemeClr val="tx1"/>
              </a:solidFill>
              <a:effectLst/>
              <a:latin typeface="Arial" charset="0"/>
              <a:ea typeface="+mn-ea"/>
              <a:cs typeface="+mn-cs"/>
            </a:endParaRPr>
          </a:p>
          <a:p>
            <a:pPr lvl="0">
              <a:defRPr>
                <a:effectLst/>
              </a:defRPr>
            </a:pPr>
            <a:r>
              <a:t>Fin: </a:t>
            </a:r>
            <a:br>
              <a:rPr lang="en-GB" sz="1200" kern="1200" dirty="0">
                <a:solidFill>
                  <a:schemeClr val="tx1"/>
                </a:solidFill>
                <a:effectLst/>
                <a:latin typeface="Arial" charset="0"/>
                <a:ea typeface="+mn-ea"/>
                <a:cs typeface="+mn-cs"/>
              </a:rPr>
            </a:br>
            <a:r>
              <a:t>Le télégramme est reçu par l'actionneur de commutateur à 1 sortie 15.15.127 qui renvoie ensuite un télégramme de réponse (ACK).</a:t>
            </a:r>
            <a:endParaRPr sz="1200" kern="1200">
              <a:solidFill>
                <a:schemeClr val="tx1"/>
              </a:solidFill>
              <a:effectLst/>
              <a:latin typeface="Arial" charset="0"/>
              <a:ea typeface="+mn-ea"/>
              <a:cs typeface="+mn-cs"/>
            </a:endParaRPr>
          </a:p>
          <a:p>
            <a:pPr>
              <a:defRPr>
                <a:effectLst/>
              </a:defRPr>
            </a:pPr>
            <a:r>
              <a:t>L'actionneur commute sa sortie en fonction de la valeur de l'objet de groupe transféré.</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Le résultat de l'utilisation du filtrage des télégrammes est que les télégrammes ne sont transmis qu'aux lignes qui en ont vraiment besoin. Les télégrammes ne sont pas acheminés vers des endroits où ils n'ont aucun effet. L'avantage est que la charge du bus dans l'installation est réduite.</a:t>
            </a:r>
            <a:endParaRPr sz="1200" kern="1200">
              <a:solidFill>
                <a:schemeClr val="tx1"/>
              </a:solidFill>
              <a:effectLst/>
              <a:latin typeface="Arial" charset="0"/>
              <a:ea typeface="+mn-ea"/>
              <a:cs typeface="+mn-cs"/>
            </a:endParaRPr>
          </a:p>
          <a:p/>
          <a:p>
            <a:pPr marL="0" marR="0" lvl="0" indent="0" algn="l" defTabSz="914400" rtl="0" eaLnBrk="0" fontAlgn="base" latinLnBrk="0" hangingPunct="0">
              <a:lnSpc>
                <a:spcPct val="100000"/>
              </a:lnSpc>
              <a:spcBef>
                <a:spcPct val="30000"/>
              </a:spcBef>
              <a:spcAft>
                <a:spcPct val="0"/>
              </a:spcAft>
              <a:buClrTx/>
              <a:buSzTx/>
              <a:buFontTx/>
              <a:buNone/>
              <a:tabLst/>
              <a:defRPr b="1">
                <a:effectLst/>
              </a:defRPr>
            </a:pPr>
            <a:r>
              <a:t>Les répéteurs de ligne ne filtrent pas. Ils ne devraient donc pas être utilisés lors de la conception d'une nouvelle installation KNX mais seulement pour l'extension d'une installation existante.</a:t>
            </a:r>
          </a:p>
          <a:p>
            <a:pPr marL="0" marR="0" lvl="0" indent="0" algn="l" defTabSz="914400" rtl="0" eaLnBrk="0" fontAlgn="base" latinLnBrk="0" hangingPunct="0">
              <a:lnSpc>
                <a:spcPct val="100000"/>
              </a:lnSpc>
              <a:spcBef>
                <a:spcPct val="30000"/>
              </a:spcBef>
              <a:spcAft>
                <a:spcPct val="0"/>
              </a:spcAft>
              <a:buClrTx/>
              <a:buSzTx/>
              <a:buFontTx/>
              <a:buNone/>
              <a:tabLst/>
            </a:pPr>
            <a:endParaRPr sz="1200" b="1" kern="120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effectLst/>
              </a:defRPr>
            </a:pPr>
            <a:r>
              <a:t>Le compteur de routage présente l'avantage que même en cas de câblage défectueux de l'installation (création d'une boucle avec coupleurs), un télégramme circule au maximum six fois dans la boucle. L'installation n'est pas bloquée ! D'autre part, le compteur de routage a pour effet qu'un télégramme ne peut passer que par six coupleurs au maximum.</a:t>
            </a:r>
            <a:endParaRPr sz="1200" kern="120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pPr>
            <a:endParaRPr sz="1200" kern="120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b="1">
                <a:effectLst/>
              </a:defRPr>
            </a:pPr>
            <a:r>
              <a:t>Par conséquent, les répéteurs de ligne ne peuvent pas être connectés en série.</a:t>
            </a:r>
            <a:endParaRPr sz="1200" kern="120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pPr>
            <a:endParaRPr sz="1200" kern="1200">
              <a:solidFill>
                <a:schemeClr val="tx1"/>
              </a:solidFill>
              <a:effectLst/>
              <a:latin typeface="Arial" charset="0"/>
              <a:ea typeface="+mn-ea"/>
              <a:cs typeface="+mn-cs"/>
            </a:endParaRPr>
          </a:p>
          <a:p/>
        </p:txBody>
      </p:sp>
      <p:sp>
        <p:nvSpPr>
          <p:cNvPr id="4" name="Slide Number Placeholder 3"/>
          <p:cNvSpPr>
            <a:spLocks noGrp="1"/>
          </p:cNvSpPr>
          <p:nvPr>
            <p:ph type="sldNum" sz="quarter" idx="10"/>
          </p:nvPr>
        </p:nvSpPr>
        <p:spPr/>
        <p:txBody>
          <a:bodyPr/>
          <a:lstStyle/>
          <a:p>
            <a:fld id="{F974181A-B52E-4AEA-801A-5F0AC153D341}" type="slidenum">
              <a:rPr lang="en-US" smtClean="0"/>
              <a:t>14</a:t>
            </a:fld>
          </a:p>
        </p:txBody>
      </p:sp>
    </p:spTree>
    <p:extLst>
      <p:ext uri="{BB962C8B-B14F-4D97-AF65-F5344CB8AC3E}">
        <p14:creationId xmlns:p14="http://schemas.microsoft.com/office/powerpoint/2010/main" val="1368128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solidFill>
                  <a:schemeClr val="bg2">
                    <a:lumMod val="10000"/>
                  </a:schemeClr>
                </a:solidFill>
              </a:defRPr>
            </a:pPr>
            <a:r>
              <a:t>Nous devons </a:t>
            </a:r>
            <a:r>
              <a:rPr b="1"/>
              <a:t>nous en souvenir</a:t>
            </a:r>
            <a:r>
              <a:t>:</a:t>
            </a:r>
          </a:p>
          <a:p>
            <a:pPr marL="742950" lvl="1" indent="-285750">
              <a:lnSpc>
                <a:spcPct val="150000"/>
              </a:lnSpc>
              <a:buFontTx/>
              <a:buChar char="-"/>
            </a:pPr>
            <a:r>
              <a:rPr>
                <a:solidFill>
                  <a:schemeClr val="bg2">
                    <a:lumMod val="10000"/>
                  </a:schemeClr>
                </a:solidFill>
              </a:rPr>
              <a:t>les télégrammes </a:t>
            </a:r>
            <a:r>
              <a:rPr b="1">
                <a:solidFill>
                  <a:schemeClr val="accent4">
                    <a:lumMod val="75000"/>
                  </a:schemeClr>
                </a:solidFill>
              </a:rPr>
              <a:t>ne sont transmis qu'aux lignes qui en ont réellement besoin.</a:t>
            </a:r>
            <a:endParaRPr b="1">
              <a:solidFill>
                <a:schemeClr val="accent4">
                  <a:lumMod val="75000"/>
                </a:schemeClr>
              </a:solidFill>
            </a:endParaRPr>
          </a:p>
          <a:p>
            <a:pPr marL="742950" lvl="1" indent="-285750">
              <a:lnSpc>
                <a:spcPct val="150000"/>
              </a:lnSpc>
              <a:buFontTx/>
              <a:buChar char="-"/>
            </a:pPr>
            <a:r>
              <a:rPr>
                <a:solidFill>
                  <a:schemeClr val="bg2">
                    <a:lumMod val="10000"/>
                  </a:schemeClr>
                </a:solidFill>
              </a:rPr>
              <a:t>Les télégrammes </a:t>
            </a:r>
            <a:r>
              <a:rPr b="1">
                <a:solidFill>
                  <a:schemeClr val="accent4">
                    <a:lumMod val="75000"/>
                  </a:schemeClr>
                </a:solidFill>
              </a:rPr>
              <a:t>ne sont pas acheminés vers des endroits où ils n'ont aucun effet.</a:t>
            </a:r>
          </a:p>
          <a:p>
            <a:pPr lvl="1">
              <a:lnSpc>
                <a:spcPct val="150000"/>
              </a:lnSpc>
            </a:pPr>
            <a:endParaRPr>
              <a:solidFill>
                <a:schemeClr val="bg2">
                  <a:lumMod val="10000"/>
                </a:schemeClr>
              </a:solidFill>
            </a:endParaRPr>
          </a:p>
          <a:p>
            <a:pPr lvl="1">
              <a:lnSpc>
                <a:spcPct val="150000"/>
              </a:lnSpc>
              <a:defRPr>
                <a:solidFill>
                  <a:schemeClr val="bg2">
                    <a:lumMod val="10000"/>
                  </a:schemeClr>
                </a:solidFill>
              </a:defRPr>
            </a:pPr>
            <a:r>
              <a:rPr b="1"/>
              <a:t>AVANTAGE : </a:t>
            </a:r>
            <a:r>
              <a:t>la charge du bus dans l'installation est réduite.</a:t>
            </a:r>
            <a:endParaRPr>
              <a:solidFill>
                <a:schemeClr val="bg2">
                  <a:lumMod val="10000"/>
                </a:schemeClr>
              </a:solidFill>
            </a:endParaRPr>
          </a:p>
          <a:p>
            <a:pPr eaLnBrk="1" hangingPunct="1"/>
          </a:p>
          <a:p>
            <a:pPr>
              <a:defRPr>
                <a:solidFill>
                  <a:schemeClr val="bg2">
                    <a:lumMod val="10000"/>
                  </a:schemeClr>
                </a:solidFill>
              </a:defRPr>
            </a:pPr>
            <a:r>
              <a:t>Et : </a:t>
            </a:r>
          </a:p>
          <a:p>
            <a:endParaRPr>
              <a:solidFill>
                <a:schemeClr val="bg2">
                  <a:lumMod val="10000"/>
                </a:schemeClr>
              </a:solidFill>
            </a:endParaRPr>
          </a:p>
          <a:p>
            <a:pPr marL="285750" marR="0" lvl="0" indent="-285750" algn="l" defTabSz="914400" rtl="0" eaLnBrk="0" fontAlgn="base" latinLnBrk="0" hangingPunct="0">
              <a:lnSpc>
                <a:spcPct val="150000"/>
              </a:lnSpc>
              <a:spcBef>
                <a:spcPct val="30000"/>
              </a:spcBef>
              <a:spcAft>
                <a:spcPct val="0"/>
              </a:spcAft>
              <a:buClrTx/>
              <a:buSzTx/>
              <a:buFontTx/>
              <a:buChar char="-"/>
              <a:tabLst/>
              <a:defRPr>
                <a:effectLst/>
              </a:defRPr>
            </a:pPr>
            <a:r>
              <a:t>Les répéteurs de ligne ne filtrent pas. Ils ne devraient donc pas être utilisés lors de la conception d'une nouvelle installation KNX mais seulement pour l'extension d'une installation existante.</a:t>
            </a:r>
            <a:endParaRPr sz="1200" b="0" kern="1200">
              <a:solidFill>
                <a:schemeClr val="tx1"/>
              </a:solidFill>
              <a:effectLst/>
              <a:latin typeface="Arial" charset="0"/>
              <a:ea typeface="+mn-ea"/>
              <a:cs typeface="+mn-cs"/>
            </a:endParaRPr>
          </a:p>
          <a:p>
            <a:pPr marL="285750" indent="-285750">
              <a:lnSpc>
                <a:spcPct val="150000"/>
              </a:lnSpc>
              <a:buFontTx/>
              <a:buChar char="-"/>
              <a:defRPr>
                <a:solidFill>
                  <a:schemeClr val="bg2">
                    <a:lumMod val="10000"/>
                  </a:schemeClr>
                </a:solidFill>
              </a:defRPr>
            </a:pPr>
            <a:r>
              <a:t>Le compteur de routage présente l'avantage de permettre à un télégramme de circuler au maximum six fois dans la boucle, même si l'installation présente un mauvais câblage . </a:t>
            </a:r>
            <a:r>
              <a:rPr b="1"/>
              <a:t>L'installation n'est pas bloquée !</a:t>
            </a:r>
            <a:endParaRPr>
              <a:solidFill>
                <a:schemeClr val="bg2">
                  <a:lumMod val="10000"/>
                </a:schemeClr>
              </a:solidFill>
            </a:endParaRPr>
          </a:p>
          <a:p>
            <a:pPr marL="285750" indent="-285750">
              <a:lnSpc>
                <a:spcPct val="150000"/>
              </a:lnSpc>
              <a:buFontTx/>
              <a:buChar char="-"/>
              <a:defRPr>
                <a:solidFill>
                  <a:schemeClr val="bg2">
                    <a:lumMod val="10000"/>
                  </a:schemeClr>
                </a:solidFill>
              </a:defRPr>
            </a:pPr>
            <a:r>
              <a:t>D'autre part, le compteur de routage a pour effet qu'un télégramme ne peut passer que par six coupleurs au maximum. Par conséquent, les répéteurs de ligne ne peuvent pas être connectés en série.</a:t>
            </a:r>
          </a:p>
          <a:p/>
        </p:txBody>
      </p:sp>
      <p:sp>
        <p:nvSpPr>
          <p:cNvPr id="4" name="Slide Number Placeholder 3"/>
          <p:cNvSpPr>
            <a:spLocks noGrp="1"/>
          </p:cNvSpPr>
          <p:nvPr>
            <p:ph type="sldNum" sz="quarter" idx="10"/>
          </p:nvPr>
        </p:nvSpPr>
        <p:spPr/>
        <p:txBody>
          <a:bodyPr/>
          <a:lstStyle/>
          <a:p>
            <a:fld id="{F974181A-B52E-4AEA-801A-5F0AC153D341}" type="slidenum">
              <a:rPr lang="en-US" smtClean="0"/>
              <a:t>15</a:t>
            </a:fld>
          </a:p>
        </p:txBody>
      </p:sp>
    </p:spTree>
    <p:extLst>
      <p:ext uri="{BB962C8B-B14F-4D97-AF65-F5344CB8AC3E}">
        <p14:creationId xmlns:p14="http://schemas.microsoft.com/office/powerpoint/2010/main" val="34051805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defRPr b="1">
                <a:effectLst/>
              </a:defRPr>
            </a:pPr>
            <a:r>
              <a:t>Structure de télégramme pour le téléchargement de coupleurs</a:t>
            </a:r>
            <a:endParaRPr sz="1200" b="1" kern="1200">
              <a:solidFill>
                <a:schemeClr val="tx1"/>
              </a:solidFill>
              <a:effectLst/>
              <a:latin typeface="Arial" charset="0"/>
              <a:ea typeface="+mn-ea"/>
              <a:cs typeface="+mn-cs"/>
            </a:endParaRPr>
          </a:p>
          <a:p>
            <a:pPr>
              <a:defRPr>
                <a:effectLst/>
              </a:defRPr>
            </a:pPr>
            <a:r>
              <a:t>Pour le téléchargement des tables de filtrage, les coupleurs sont adressés par l'ETS avec d'autres types de télégrammes (APCI) que les appareils normaux. </a:t>
            </a:r>
          </a:p>
          <a:p>
            <a:endParaRPr sz="1200" kern="1200">
              <a:solidFill>
                <a:schemeClr val="tx1"/>
              </a:solidFill>
              <a:effectLst/>
              <a:latin typeface="Arial" charset="0"/>
              <a:ea typeface="+mn-ea"/>
              <a:cs typeface="+mn-cs"/>
            </a:endParaRPr>
          </a:p>
          <a:p>
            <a:pPr lvl="0">
              <a:defRPr b="1">
                <a:effectLst/>
              </a:defRPr>
            </a:pPr>
            <a:r>
              <a:t>Table de filtrage - Automatique et/ou Manuel </a:t>
            </a:r>
            <a:endParaRPr sz="1200" b="1" kern="1200">
              <a:solidFill>
                <a:schemeClr val="tx1"/>
              </a:solidFill>
              <a:effectLst/>
              <a:latin typeface="Arial" charset="0"/>
              <a:ea typeface="+mn-ea"/>
              <a:cs typeface="+mn-cs"/>
            </a:endParaRPr>
          </a:p>
          <a:p>
            <a:pPr>
              <a:defRPr>
                <a:effectLst/>
              </a:defRPr>
            </a:pPr>
            <a:r>
              <a:t>Les tables de filtrage sont générées par ETS </a:t>
            </a:r>
            <a:r>
              <a:rPr b="1"/>
              <a:t>automatiquement en arrière-plan.</a:t>
            </a:r>
            <a:r>
              <a:t> </a:t>
            </a:r>
            <a:br>
              <a:rPr lang="en-GB" sz="1200" kern="1200" dirty="0">
                <a:solidFill>
                  <a:schemeClr val="tx1"/>
                </a:solidFill>
                <a:effectLst/>
                <a:latin typeface="Arial" charset="0"/>
                <a:ea typeface="+mn-ea"/>
                <a:cs typeface="+mn-cs"/>
              </a:rPr>
            </a:br>
            <a:r>
              <a:t>Elles sont transférés vers le coupleur de ligne/zone avec "</a:t>
            </a:r>
            <a:r>
              <a:rPr i="1"/>
              <a:t>Télécharger l'Application</a:t>
            </a:r>
            <a:r>
              <a:t>".</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lnSpc>
                <a:spcPct val="115000"/>
              </a:lnSpc>
              <a:spcBef>
                <a:spcPts val="300"/>
              </a:spcBef>
              <a:defRPr sz="1800">
                <a:effectLst/>
                <a:latin typeface="Arial" panose="020B0604020202020204" pitchFamily="34" charset="0"/>
                <a:ea typeface="Calibri" panose="020F0502020204030204" pitchFamily="34" charset="0"/>
              </a:defRPr>
            </a:pPr>
            <a:r>
              <a:t>Avant le "téléchargement" proprement dit, il est possible de vérifier les tables de filtrage virtuelles. Pour ce faire, cliquez avec le bouton droit de la souris sur le coupleur de ligne/zone et cliquez sur "Aperçu de la Table de Filtrage".</a:t>
            </a:r>
            <a:endParaRPr sz="1800">
              <a:effectLst/>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sz="1800">
                <a:effectLst/>
                <a:latin typeface="Arial" panose="020B0604020202020204" pitchFamily="34" charset="0"/>
                <a:ea typeface="Calibri" panose="020F0502020204030204" pitchFamily="34" charset="0"/>
              </a:defRPr>
            </a:pPr>
            <a:br>
              <a:rPr lang="en-GB" sz="1200" kern="1200" dirty="0">
                <a:solidFill>
                  <a:schemeClr val="tx1"/>
                </a:solidFill>
                <a:effectLst/>
                <a:latin typeface="Arial" charset="0"/>
                <a:ea typeface="+mn-ea"/>
                <a:cs typeface="+mn-cs"/>
              </a:rPr>
            </a:br>
            <a:r>
              <a:t>La dernière table de filtrage téléchargée de la mémoire du coupleur peut être lue via le menu contextuel Informations du participant (Avec Communication de Groupe))"</a:t>
            </a:r>
            <a:r>
              <a:rPr i="1"/>
              <a:t>.</a:t>
            </a:r>
            <a:endParaRPr sz="1800">
              <a:effectLst/>
              <a:latin typeface="Arial" panose="020B0604020202020204" pitchFamily="34" charset="0"/>
              <a:ea typeface="Calibri" panose="020F0502020204030204" pitchFamily="34" charset="0"/>
            </a:endParaRPr>
          </a:p>
          <a:p>
            <a:pPr>
              <a:lnSpc>
                <a:spcPct val="115000"/>
              </a:lnSpc>
              <a:spcBef>
                <a:spcPts val="300"/>
              </a:spcBef>
              <a:defRPr>
                <a:effectLst/>
              </a:defRPr>
            </a:pPr>
            <a:r>
              <a:t> </a:t>
            </a:r>
            <a:br>
              <a:rPr lang="en-GB" sz="1200" kern="1200" dirty="0">
                <a:solidFill>
                  <a:schemeClr val="tx1"/>
                </a:solidFill>
                <a:effectLst/>
                <a:latin typeface="Arial" charset="0"/>
                <a:ea typeface="+mn-ea"/>
                <a:cs typeface="+mn-cs"/>
              </a:rPr>
            </a:br>
            <a:r>
              <a:rPr sz="1800">
                <a:latin typeface="Arial" panose="020B0604020202020204" pitchFamily="34" charset="0"/>
                <a:ea typeface="Calibri" panose="020F0502020204030204" pitchFamily="34" charset="0"/>
              </a:rPr>
              <a:t>Depuis ETS6.3.0, il n'est plus possible d'insérer manuellement des adresses de groupes dans la table de filtrage des nouveaux projets ETS. Les modifications manuelles peuvent entraîner des risques pour la sécurité et réduire la vue d'ensemble du projet. La gestion automatisée garantit une plus grande précision, une meilleure sécurité et une plus grande clarté du projet.</a:t>
            </a:r>
            <a:endParaRPr sz="1800">
              <a:effectLst/>
              <a:latin typeface="Arial" panose="020B0604020202020204" pitchFamily="34" charset="0"/>
              <a:ea typeface="Calibri" panose="020F0502020204030204" pitchFamily="34" charset="0"/>
            </a:endParaRPr>
          </a:p>
          <a:p>
            <a:pPr>
              <a:lnSpc>
                <a:spcPct val="115000"/>
              </a:lnSpc>
              <a:defRPr sz="1800">
                <a:effectLst/>
                <a:latin typeface="Arial" panose="020B0604020202020204" pitchFamily="34" charset="0"/>
                <a:ea typeface="Calibri" panose="020F0502020204030204" pitchFamily="34" charset="0"/>
              </a:defRPr>
            </a:pPr>
            <a:r>
              <a:t> </a:t>
            </a:r>
            <a:endParaRPr sz="1800">
              <a:effectLst/>
              <a:latin typeface="Arial" panose="020B0604020202020204" pitchFamily="34" charset="0"/>
              <a:ea typeface="Calibri" panose="020F0502020204030204" pitchFamily="34" charset="0"/>
            </a:endParaRPr>
          </a:p>
          <a:p>
            <a:pPr>
              <a:lnSpc>
                <a:spcPct val="115000"/>
              </a:lnSpc>
              <a:defRPr>
                <a:effectLst/>
              </a:defRPr>
            </a:pPr>
            <a:r>
              <a:rPr sz="1800">
                <a:latin typeface="Arial" panose="020B0604020202020204" pitchFamily="34" charset="0"/>
                <a:ea typeface="Calibri" panose="020F0502020204030204" pitchFamily="34" charset="0"/>
              </a:rPr>
              <a:t>Les projets ETS existants avec des tables de filtrage manuelles peuvent toujours être édités dans ETS, mais un message de dépréciation sera affiché dans les propriétés de la barre latérale et une boîte de dialogue d'avertissement apparaîtra lors de l'ouverture du projet.</a:t>
            </a:r>
            <a:endParaRPr sz="1200" kern="1200">
              <a:solidFill>
                <a:schemeClr val="tx1"/>
              </a:solidFill>
              <a:effectLst/>
              <a:latin typeface="Arial" charset="0"/>
              <a:ea typeface="+mn-ea"/>
              <a:cs typeface="+mn-cs"/>
            </a:endParaRPr>
          </a:p>
          <a:p>
            <a:endParaRPr sz="1200" kern="1200">
              <a:solidFill>
                <a:schemeClr val="tx1"/>
              </a:solidFill>
              <a:effectLst/>
              <a:latin typeface="Arial" charset="0"/>
              <a:ea typeface="+mn-ea"/>
              <a:cs typeface="+mn-cs"/>
            </a:endParaRPr>
          </a:p>
          <a:p/>
        </p:txBody>
      </p:sp>
      <p:sp>
        <p:nvSpPr>
          <p:cNvPr id="4" name="Slide Number Placeholder 3"/>
          <p:cNvSpPr>
            <a:spLocks noGrp="1"/>
          </p:cNvSpPr>
          <p:nvPr>
            <p:ph type="sldNum" sz="quarter" idx="10"/>
          </p:nvPr>
        </p:nvSpPr>
        <p:spPr/>
        <p:txBody>
          <a:bodyPr/>
          <a:lstStyle/>
          <a:p>
            <a:fld id="{F974181A-B52E-4AEA-801A-5F0AC153D341}" type="slidenum">
              <a:rPr lang="en-US" smtClean="0"/>
              <a:t>16</a:t>
            </a:fld>
          </a:p>
        </p:txBody>
      </p:sp>
    </p:spTree>
    <p:extLst>
      <p:ext uri="{BB962C8B-B14F-4D97-AF65-F5344CB8AC3E}">
        <p14:creationId xmlns:p14="http://schemas.microsoft.com/office/powerpoint/2010/main" val="12394117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b="1">
                <a:effectLst/>
              </a:defRPr>
            </a:pPr>
            <a:r>
              <a:t>Coupleurs pour différents médias : Coupleurs de média</a:t>
            </a:r>
            <a:endParaRPr sz="1200" b="1" kern="1200">
              <a:solidFill>
                <a:schemeClr val="tx1"/>
              </a:solidFill>
              <a:effectLst/>
              <a:latin typeface="Arial" charset="0"/>
              <a:ea typeface="+mn-ea"/>
              <a:cs typeface="+mn-cs"/>
            </a:endParaRPr>
          </a:p>
          <a:p>
            <a:pPr>
              <a:defRPr>
                <a:effectLst/>
              </a:defRPr>
            </a:pPr>
            <a:r>
              <a:t>Un projet KNX peut contenir différents supports de communication. Les composants du système permettant de coupler les différents médias sont des </a:t>
            </a:r>
            <a:r>
              <a:rPr b="1" i="1"/>
              <a:t>coupleurs de médias</a:t>
            </a:r>
            <a:r>
              <a:t>. </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Par exemple, il existe des coupleurs de média pour relier des sous-systèmes TP avec</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Des sous-systèmes IP</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Des sous-systèmes CPL (Courants Porteurs en Ligne) (voir l'annexe informative / Documentation du Cours de Base KNX)</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Des sous-systèmes RF (Radio Fréquence) (voir annexe informative / documentation du Cours de Base KNX)</a:t>
            </a:r>
            <a:endParaRPr sz="1200" kern="1200">
              <a:solidFill>
                <a:schemeClr val="tx1"/>
              </a:solidFill>
              <a:effectLst/>
              <a:latin typeface="Arial" charset="0"/>
              <a:ea typeface="+mn-ea"/>
              <a:cs typeface="+mn-cs"/>
            </a:endParaRPr>
          </a:p>
          <a:p/>
        </p:txBody>
      </p:sp>
      <p:sp>
        <p:nvSpPr>
          <p:cNvPr id="4" name="Slide Number Placeholder 3"/>
          <p:cNvSpPr>
            <a:spLocks noGrp="1"/>
          </p:cNvSpPr>
          <p:nvPr>
            <p:ph type="sldNum" sz="quarter" idx="10"/>
          </p:nvPr>
        </p:nvSpPr>
        <p:spPr/>
        <p:txBody>
          <a:bodyPr/>
          <a:lstStyle/>
          <a:p>
            <a:fld id="{F974181A-B52E-4AEA-801A-5F0AC153D341}" type="slidenum">
              <a:rPr lang="en-US" smtClean="0"/>
              <a:t>17</a:t>
            </a:fld>
          </a:p>
        </p:txBody>
      </p:sp>
    </p:spTree>
    <p:extLst>
      <p:ext uri="{BB962C8B-B14F-4D97-AF65-F5344CB8AC3E}">
        <p14:creationId xmlns:p14="http://schemas.microsoft.com/office/powerpoint/2010/main" val="37196094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defRPr b="1">
                <a:effectLst/>
              </a:defRPr>
            </a:pPr>
            <a:r>
              <a:t>Un routeur TP-IP</a:t>
            </a:r>
            <a:endParaRPr sz="1200" b="1" kern="1200">
              <a:solidFill>
                <a:schemeClr val="tx1"/>
              </a:solidFill>
              <a:effectLst/>
              <a:latin typeface="Arial" charset="0"/>
              <a:ea typeface="+mn-ea"/>
              <a:cs typeface="+mn-cs"/>
            </a:endParaRPr>
          </a:p>
          <a:p>
            <a:pPr>
              <a:defRPr>
                <a:effectLst/>
              </a:defRPr>
            </a:pPr>
            <a:r>
              <a:t>Le coupleur de média Ethernet TP, également connu sous le nom de routeur KNXnet/IP ou routeur IP en abrégé, est largement utilisé : </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Les routeurs IP relient les lignes TP aux réseaux de données Ethernet </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Les routeurs IP relient les lignes TP entre elles sur le réseau de données : </a:t>
            </a:r>
            <a:br>
              <a:rPr lang="en-GB" sz="1200" kern="1200" dirty="0">
                <a:solidFill>
                  <a:schemeClr val="tx1"/>
                </a:solidFill>
                <a:effectLst/>
                <a:latin typeface="Arial" charset="0"/>
                <a:ea typeface="+mn-ea"/>
                <a:cs typeface="+mn-cs"/>
              </a:rPr>
            </a:br>
            <a:r>
              <a:t>Les lignes principales et/ou réseaux sont alimentées avec une large bande passante via Ethernet et IP.</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Les routeurs IP offrent une interface IP pour l'accès au bus - pas seulement pour ETS - et remplacent les interfaces USB qui sont utilisées par ailleurs.</a:t>
            </a:r>
          </a:p>
          <a:p>
            <a:pPr marL="171450" lvl="0" indent="-171450">
              <a:buFont typeface="Arial" panose="020B0604020202020204" pitchFamily="34" charset="0"/>
              <a:buChar char="•"/>
            </a:pPr>
            <a:endParaRPr sz="1200" kern="1200">
              <a:solidFill>
                <a:schemeClr val="tx1"/>
              </a:solidFill>
              <a:effectLst/>
              <a:latin typeface="Arial" charset="0"/>
              <a:ea typeface="+mn-ea"/>
              <a:cs typeface="+mn-cs"/>
            </a:endParaRPr>
          </a:p>
          <a:p>
            <a:pPr>
              <a:defRPr>
                <a:effectLst/>
              </a:defRPr>
            </a:pPr>
            <a:r>
              <a:t>La connexion au KNX TP est établie via un connecteur de bus. La liaison au réseau de données (IP via 10BaseT) s'effectue via une prise RJ45.</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Pour son fonctionnement, le Routeur IP nécessite également une alimentation 24 VCC/CA  qui est assurée par un second connecteur.</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Le routeur IP utilise le standard KNXnet/IP défini par l'Association KNX. Cette norme spécifie comment les télégrammes KNX doivent être envoyés via un réseau IP afin que les télégrammes KNX entre les lignes puissent être acheminés via un réseau IP et que le bus puisse également être accessible depuis un PC.</a:t>
            </a:r>
            <a:endParaRPr sz="1200" kern="1200">
              <a:solidFill>
                <a:schemeClr val="tx1"/>
              </a:solidFill>
              <a:effectLst/>
              <a:latin typeface="Arial" charset="0"/>
              <a:ea typeface="+mn-ea"/>
              <a:cs typeface="+mn-cs"/>
            </a:endParaRPr>
          </a:p>
          <a:p>
            <a:pPr>
              <a:defRPr>
                <a:effectLst/>
              </a:defRPr>
            </a:pPr>
            <a:r>
              <a:t>Le routeur IP peut être utilisé comme coupleur de ligne et coupleur de zone, aussi bien dans les réseaux KNX existants que dans les nouveaux réseaux KNX. Il contient également des tables de filtrage qui permettent de bloquer ou de faire passer des télégrammes de bus spécifiques en provenance ou à destination de la ligne de bus et contribuent ainsi à une réduction de la charge du bus. La table de filtrage est créée automatiquement par le programme ETS lors du paramétrage et de la mise en service de l'installation.</a:t>
            </a:r>
            <a:endParaRPr sz="1200" kern="1200">
              <a:solidFill>
                <a:schemeClr val="tx1"/>
              </a:solidFill>
              <a:effectLst/>
              <a:latin typeface="Arial" charset="0"/>
              <a:ea typeface="+mn-ea"/>
              <a:cs typeface="+mn-cs"/>
            </a:endParaRPr>
          </a:p>
          <a:p>
            <a:pPr marL="0" lvl="0" indent="0">
              <a:buFont typeface="Arial" panose="020B0604020202020204" pitchFamily="34" charset="0"/>
              <a:buNone/>
            </a:pPr>
            <a:endParaRPr sz="1200" kern="1200">
              <a:solidFill>
                <a:schemeClr val="tx1"/>
              </a:solidFill>
              <a:effectLst/>
              <a:latin typeface="Arial" charset="0"/>
              <a:ea typeface="+mn-ea"/>
              <a:cs typeface="+mn-cs"/>
            </a:endParaRPr>
          </a:p>
          <a:p>
            <a:pPr marL="0" lvl="0" indent="0">
              <a:buFont typeface="Arial" panose="020B0604020202020204" pitchFamily="34" charset="0"/>
              <a:buNone/>
            </a:pPr>
            <a:endParaRPr sz="1200" kern="1200">
              <a:solidFill>
                <a:schemeClr val="tx1"/>
              </a:solidFill>
              <a:effectLst/>
              <a:latin typeface="Arial" charset="0"/>
              <a:ea typeface="+mn-ea"/>
              <a:cs typeface="+mn-cs"/>
            </a:endParaRPr>
          </a:p>
          <a:p/>
        </p:txBody>
      </p:sp>
      <p:sp>
        <p:nvSpPr>
          <p:cNvPr id="4" name="Slide Number Placeholder 3"/>
          <p:cNvSpPr>
            <a:spLocks noGrp="1"/>
          </p:cNvSpPr>
          <p:nvPr>
            <p:ph type="sldNum" sz="quarter" idx="10"/>
          </p:nvPr>
        </p:nvSpPr>
        <p:spPr/>
        <p:txBody>
          <a:bodyPr/>
          <a:lstStyle/>
          <a:p>
            <a:fld id="{F974181A-B52E-4AEA-801A-5F0AC153D341}" type="slidenum">
              <a:rPr lang="en-US" smtClean="0"/>
              <a:t>18</a:t>
            </a:fld>
          </a:p>
        </p:txBody>
      </p:sp>
    </p:spTree>
    <p:extLst>
      <p:ext uri="{BB962C8B-B14F-4D97-AF65-F5344CB8AC3E}">
        <p14:creationId xmlns:p14="http://schemas.microsoft.com/office/powerpoint/2010/main" val="3998341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effectLst/>
              </a:defRPr>
            </a:pPr>
            <a:r>
              <a:t>Aperçu des caractéristiques du routeur IP :</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Connexion d'interface simple à des systèmes d'ordre supérieur grâce à l'utilisation du Protocole internet (IP)</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Accès direct à l'installation KNX (tunnellisation IP/KNXnet) depuis n'importe quel point du réseau IP </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Communication rapide entre les lignes KNX, les zones KNX et les systèmes (routage KNXnet/IP)</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Communication entre les bâtiments et les propriétés (mise en réseau des propriétés)</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Filtrage et routage des télégrammes en fonction de </a:t>
            </a:r>
            <a:endParaRPr sz="1200" kern="1200">
              <a:solidFill>
                <a:schemeClr val="tx1"/>
              </a:solidFill>
              <a:effectLst/>
              <a:latin typeface="Arial" charset="0"/>
              <a:ea typeface="+mn-ea"/>
              <a:cs typeface="+mn-cs"/>
            </a:endParaRPr>
          </a:p>
          <a:p>
            <a:pPr marL="628650" lvl="1" indent="-171450">
              <a:buFont typeface="Arial" panose="020B0604020202020204" pitchFamily="34" charset="0"/>
              <a:buChar char="•"/>
              <a:defRPr>
                <a:effectLst/>
              </a:defRPr>
            </a:pPr>
            <a:r>
              <a:t>adresse individuelle</a:t>
            </a:r>
            <a:endParaRPr sz="1200" kern="1200">
              <a:solidFill>
                <a:schemeClr val="tx1"/>
              </a:solidFill>
              <a:effectLst/>
              <a:latin typeface="Arial" charset="0"/>
              <a:ea typeface="+mn-ea"/>
              <a:cs typeface="+mn-cs"/>
            </a:endParaRPr>
          </a:p>
          <a:p>
            <a:pPr marL="628650" lvl="1" indent="-171450">
              <a:buFont typeface="Arial" panose="020B0604020202020204" pitchFamily="34" charset="0"/>
              <a:buChar char="•"/>
              <a:defRPr>
                <a:effectLst/>
              </a:defRPr>
            </a:pPr>
            <a:r>
              <a:t>adresse de groupe</a:t>
            </a:r>
            <a:endParaRPr sz="1200" kern="1200">
              <a:solidFill>
                <a:schemeClr val="tx1"/>
              </a:solidFill>
              <a:effectLst/>
              <a:latin typeface="Bahnschrift" panose="020B0502040204020203" pitchFamily="34" charset="0"/>
              <a:ea typeface="+mn-ea"/>
              <a:cs typeface="+mn-cs"/>
            </a:endParaRPr>
          </a:p>
          <a:p>
            <a:pPr marL="171450" lvl="0" indent="-171450">
              <a:buFont typeface="Arial" panose="020B0604020202020204" pitchFamily="34" charset="0"/>
              <a:buChar char="•"/>
              <a:defRPr>
                <a:effectLst/>
                <a:latin typeface="Bahnschrift" panose="020B0502040204020203" pitchFamily="34" charset="0"/>
              </a:defRPr>
            </a:pPr>
            <a:r>
              <a:t>Signification des LED </a:t>
            </a:r>
            <a:endParaRPr sz="1200" kern="1200">
              <a:solidFill>
                <a:schemeClr val="tx1"/>
              </a:solidFill>
              <a:effectLst/>
              <a:latin typeface="Bahnschrift" panose="020B0502040204020203" pitchFamily="34" charset="0"/>
              <a:ea typeface="+mn-ea"/>
              <a:cs typeface="+mn-cs"/>
            </a:endParaRPr>
          </a:p>
          <a:p>
            <a:pPr marL="628650" lvl="1" indent="-171450">
              <a:buFont typeface="Arial" panose="020B0604020202020204" pitchFamily="34" charset="0"/>
              <a:buChar char="•"/>
              <a:defRPr>
                <a:effectLst/>
                <a:latin typeface="Bahnschrift" panose="020B0502040204020203" pitchFamily="34" charset="0"/>
              </a:defRPr>
            </a:pPr>
            <a:r>
              <a:t>Disponibilité </a:t>
            </a:r>
            <a:endParaRPr sz="1200" kern="1200">
              <a:solidFill>
                <a:schemeClr val="tx1"/>
              </a:solidFill>
              <a:effectLst/>
              <a:latin typeface="Bahnschrift" panose="020B0502040204020203" pitchFamily="34" charset="0"/>
              <a:ea typeface="+mn-ea"/>
              <a:cs typeface="+mn-cs"/>
            </a:endParaRPr>
          </a:p>
          <a:p>
            <a:pPr marL="628650" lvl="1" indent="-171450">
              <a:buFont typeface="Arial" panose="020B0604020202020204" pitchFamily="34" charset="0"/>
              <a:buChar char="•"/>
              <a:defRPr>
                <a:effectLst/>
                <a:latin typeface="Bahnschrift" panose="020B0502040204020203" pitchFamily="34" charset="0"/>
              </a:defRPr>
            </a:pPr>
            <a:r>
              <a:t>Communication KNX</a:t>
            </a:r>
            <a:endParaRPr sz="1200" kern="1200">
              <a:solidFill>
                <a:schemeClr val="tx1"/>
              </a:solidFill>
              <a:effectLst/>
              <a:latin typeface="Bahnschrift" panose="020B0502040204020203" pitchFamily="34" charset="0"/>
              <a:ea typeface="+mn-ea"/>
              <a:cs typeface="+mn-cs"/>
            </a:endParaRPr>
          </a:p>
          <a:p>
            <a:pPr marL="628650" lvl="1" indent="-171450">
              <a:buFont typeface="Arial" panose="020B0604020202020204" pitchFamily="34" charset="0"/>
              <a:buChar char="•"/>
              <a:defRPr>
                <a:effectLst/>
              </a:defRPr>
            </a:pPr>
            <a:r>
              <a:t>Communication IP</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Configuration simple avec ETS sans plug-ins</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Connexion d'interface simple des systèmes de visualisation</a:t>
            </a:r>
            <a:endParaRPr sz="1200" kern="1200">
              <a:solidFill>
                <a:schemeClr val="tx1"/>
              </a:solidFill>
              <a:effectLst/>
              <a:latin typeface="Arial" charset="0"/>
              <a:ea typeface="+mn-ea"/>
              <a:cs typeface="+mn-cs"/>
            </a:endParaRPr>
          </a:p>
          <a:p/>
          <a:p/>
          <a:p>
            <a:pPr lvl="0">
              <a:defRPr b="1">
                <a:effectLst/>
              </a:defRPr>
            </a:pPr>
            <a:r>
              <a:t>Adresses individuelles des Routeurs IP</a:t>
            </a:r>
            <a:endParaRPr sz="1200" b="1" kern="1200">
              <a:solidFill>
                <a:schemeClr val="tx1"/>
              </a:solidFill>
              <a:effectLst/>
              <a:latin typeface="Arial" charset="0"/>
              <a:ea typeface="+mn-ea"/>
              <a:cs typeface="+mn-cs"/>
            </a:endParaRPr>
          </a:p>
          <a:p>
            <a:pPr>
              <a:defRPr>
                <a:effectLst/>
              </a:defRPr>
            </a:pPr>
            <a:r>
              <a:t>Les routeurs IP peuvent adopter la fonction de coupleurs de zone et de coupleurs de ligne.</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Un routeur IP peut en principe être utilisé comme coupleur de ligne ou comme coupleur de zone. L'adresse individuelle a le format Z.L.0, avec Z=1...15, L=1...15. </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Les adresses individuelles des routeurs IP ont le même format que les coupleurs de ligne/de zone TP/TP classiques.</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Une planification et une attribution soigneuses de l'adresse individuelle sont plus importantes pour les routeurs IP que pour les coupleurs de ligne/de zone fédérateurs classiques, car la ligne principale et la ligne réseau peuvent reposer sur le même support (Ethernet) ! Ce qui est physiquement tangible dans les installations TP pures en tant que câble bus, est quelque peu abstrait dans l'installation IP et déterminé uniquement par l'adresse individuelle.</a:t>
            </a:r>
            <a:endParaRPr sz="1200" kern="1200">
              <a:solidFill>
                <a:schemeClr val="tx1"/>
              </a:solidFill>
              <a:effectLst/>
              <a:latin typeface="Arial" charset="0"/>
              <a:ea typeface="+mn-ea"/>
              <a:cs typeface="+mn-cs"/>
            </a:endParaRPr>
          </a:p>
          <a:p/>
        </p:txBody>
      </p:sp>
      <p:sp>
        <p:nvSpPr>
          <p:cNvPr id="4" name="Slide Number Placeholder 3"/>
          <p:cNvSpPr>
            <a:spLocks noGrp="1"/>
          </p:cNvSpPr>
          <p:nvPr>
            <p:ph type="sldNum" sz="quarter" idx="10"/>
          </p:nvPr>
        </p:nvSpPr>
        <p:spPr/>
        <p:txBody>
          <a:bodyPr/>
          <a:lstStyle/>
          <a:p>
            <a:fld id="{F974181A-B52E-4AEA-801A-5F0AC153D341}" type="slidenum">
              <a:rPr lang="en-US" smtClean="0"/>
              <a:t>19</a:t>
            </a:fld>
          </a:p>
        </p:txBody>
      </p:sp>
    </p:spTree>
    <p:extLst>
      <p:ext uri="{BB962C8B-B14F-4D97-AF65-F5344CB8AC3E}">
        <p14:creationId xmlns:p14="http://schemas.microsoft.com/office/powerpoint/2010/main" val="2687379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b="1"/>
            </a:pPr>
            <a:r>
              <a:t>Routeur IP utilisé comme Coupleur de Zone</a:t>
            </a:r>
          </a:p>
          <a:p>
            <a:endParaRPr b="1"/>
          </a:p>
          <a:p>
            <a:pPr>
              <a:defRPr b="1">
                <a:effectLst/>
              </a:defRPr>
            </a:pPr>
            <a:r>
              <a:t>Attention: </a:t>
            </a:r>
            <a:endParaRPr sz="1200" kern="1200">
              <a:solidFill>
                <a:schemeClr val="tx1"/>
              </a:solidFill>
              <a:effectLst/>
              <a:latin typeface="Arial" charset="0"/>
              <a:ea typeface="+mn-ea"/>
              <a:cs typeface="+mn-cs"/>
            </a:endParaRPr>
          </a:p>
          <a:p>
            <a:pPr>
              <a:defRPr>
                <a:effectLst/>
              </a:defRPr>
            </a:pPr>
            <a:r>
              <a:t>Coupleur de zone Si un routeur IP est utilisé comme coupleur de zone avec l'adresse individuelle Z.0.0 (Z=1...15) par exemple 2.0.0, aucun autre routeur IP ne peut être utilisé topologiquement "sous" ce routeur IP c'est-à-dire avec une adresse individuelle Z.L.0 (L=1...15) par exemple 2.1.0.</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Par conséquent : </a:t>
            </a:r>
            <a:br>
              <a:rPr lang="en-GB" sz="1200" kern="1200" dirty="0">
                <a:solidFill>
                  <a:schemeClr val="tx1"/>
                </a:solidFill>
                <a:effectLst/>
                <a:latin typeface="Arial" charset="0"/>
                <a:ea typeface="+mn-ea"/>
                <a:cs typeface="+mn-cs"/>
              </a:rPr>
            </a:br>
            <a:r>
              <a:t>S'il y a un routeur IP </a:t>
            </a:r>
            <a:r>
              <a:rPr u="sng"/>
              <a:t>comme coupleur de réseau</a:t>
            </a:r>
            <a:r>
              <a:t> pour une zone, aucun routeur IP ne peut être utilisé </a:t>
            </a:r>
            <a:r>
              <a:rPr u="sng"/>
              <a:t>comme coupleur de ligne</a:t>
            </a:r>
            <a:r>
              <a:t> </a:t>
            </a:r>
            <a:r>
              <a:rPr u="sng"/>
              <a:t>dans cette zone</a:t>
            </a:r>
            <a:r>
              <a:t> !</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La raison en est que les lignes principales IP et les lignes réseau IP du réseau IP - comme pour TP - ne sont pas séparées l'une de l'autre mais sont toutes deux exploitées sur le même support (Ethernet).</a:t>
            </a:r>
            <a:endParaRPr sz="1200" kern="1200">
              <a:solidFill>
                <a:schemeClr val="tx1"/>
              </a:solidFill>
              <a:effectLst/>
              <a:latin typeface="Arial" charset="0"/>
              <a:ea typeface="+mn-ea"/>
              <a:cs typeface="+mn-cs"/>
            </a:endParaRPr>
          </a:p>
          <a:p>
            <a:endParaRPr b="1"/>
          </a:p>
        </p:txBody>
      </p:sp>
      <p:sp>
        <p:nvSpPr>
          <p:cNvPr id="4" name="Slide Number Placeholder 3"/>
          <p:cNvSpPr>
            <a:spLocks noGrp="1"/>
          </p:cNvSpPr>
          <p:nvPr>
            <p:ph type="sldNum" sz="quarter" idx="10"/>
          </p:nvPr>
        </p:nvSpPr>
        <p:spPr/>
        <p:txBody>
          <a:bodyPr/>
          <a:lstStyle/>
          <a:p>
            <a:fld id="{F974181A-B52E-4AEA-801A-5F0AC153D341}" type="slidenum">
              <a:rPr lang="en-US" smtClean="0"/>
              <a:t>20</a:t>
            </a:fld>
          </a:p>
        </p:txBody>
      </p:sp>
    </p:spTree>
    <p:extLst>
      <p:ext uri="{BB962C8B-B14F-4D97-AF65-F5344CB8AC3E}">
        <p14:creationId xmlns:p14="http://schemas.microsoft.com/office/powerpoint/2010/main" val="34584622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b="1">
                <a:effectLst/>
              </a:defRPr>
            </a:pPr>
            <a:r>
              <a:t>Routeur IP comme coupleur de ligne</a:t>
            </a:r>
            <a:endParaRPr sz="1200" b="1" kern="1200">
              <a:solidFill>
                <a:schemeClr val="tx1"/>
              </a:solidFill>
              <a:effectLst/>
              <a:latin typeface="Arial" charset="0"/>
              <a:ea typeface="+mn-ea"/>
              <a:cs typeface="+mn-cs"/>
            </a:endParaRPr>
          </a:p>
          <a:p>
            <a:pPr>
              <a:defRPr>
                <a:effectLst/>
              </a:defRPr>
            </a:pPr>
            <a:r>
              <a:t>Si un routeur IP est utilisé comme coupleur de ligne (par ex. 1.2.0), aucun routeur IP avec l'adresse de coupleur de dorsale associée (par ex. 1.0.0) ne peut être utilisé « au-dessus » de ce participant dans le système (voir l'explication dans la section 3.3) .</a:t>
            </a:r>
            <a:endParaRPr sz="1200" kern="120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p>
        </p:txBody>
      </p:sp>
      <p:sp>
        <p:nvSpPr>
          <p:cNvPr id="4" name="Slide Number Placeholder 3"/>
          <p:cNvSpPr>
            <a:spLocks noGrp="1"/>
          </p:cNvSpPr>
          <p:nvPr>
            <p:ph type="sldNum" sz="quarter" idx="10"/>
          </p:nvPr>
        </p:nvSpPr>
        <p:spPr/>
        <p:txBody>
          <a:bodyPr/>
          <a:lstStyle/>
          <a:p>
            <a:fld id="{F974181A-B52E-4AEA-801A-5F0AC153D341}" type="slidenum">
              <a:rPr lang="en-US" smtClean="0"/>
              <a:t>21</a:t>
            </a:fld>
          </a:p>
        </p:txBody>
      </p:sp>
    </p:spTree>
    <p:extLst>
      <p:ext uri="{BB962C8B-B14F-4D97-AF65-F5344CB8AC3E}">
        <p14:creationId xmlns:p14="http://schemas.microsoft.com/office/powerpoint/2010/main" val="27102583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b="1">
                <a:effectLst/>
              </a:defRPr>
            </a:pPr>
            <a:r>
              <a:t>Routeur IP comme Coupleur de Ligne et coupleur de réseau</a:t>
            </a:r>
          </a:p>
          <a:p>
            <a:endParaRPr sz="1200" b="1" kern="120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effectLst/>
              </a:defRPr>
            </a:pPr>
            <a:r>
              <a:t>Si un routeur IP est utilisé comme coupler de ligne (par exemple, 1.2.0), il n'est pas possible pour un routeur IP avec l'adresse de coupler (par exemple, 1.0.0) pour être utilisé « ci-dessus » dans le système (voir explication à la section 3.3).</a:t>
            </a:r>
            <a:endParaRPr sz="1200" kern="1200">
              <a:solidFill>
                <a:schemeClr val="tx1"/>
              </a:solidFill>
              <a:effectLst/>
              <a:latin typeface="Arial" charset="0"/>
              <a:ea typeface="+mn-ea"/>
              <a:cs typeface="+mn-cs"/>
            </a:endParaRPr>
          </a:p>
          <a:p/>
        </p:txBody>
      </p:sp>
      <p:sp>
        <p:nvSpPr>
          <p:cNvPr id="4" name="Slide Number Placeholder 3"/>
          <p:cNvSpPr>
            <a:spLocks noGrp="1"/>
          </p:cNvSpPr>
          <p:nvPr>
            <p:ph type="sldNum" sz="quarter" idx="10"/>
          </p:nvPr>
        </p:nvSpPr>
        <p:spPr/>
        <p:txBody>
          <a:bodyPr/>
          <a:lstStyle/>
          <a:p>
            <a:fld id="{F974181A-B52E-4AEA-801A-5F0AC153D341}" type="slidenum">
              <a:rPr lang="en-US" smtClean="0"/>
              <a:t>22</a:t>
            </a:fld>
          </a:p>
        </p:txBody>
      </p:sp>
    </p:spTree>
    <p:extLst>
      <p:ext uri="{BB962C8B-B14F-4D97-AF65-F5344CB8AC3E}">
        <p14:creationId xmlns:p14="http://schemas.microsoft.com/office/powerpoint/2010/main" val="36187291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b="1">
                <a:effectLst/>
              </a:defRPr>
            </a:pPr>
            <a:r>
              <a:t>Routeur IP en tant que coupleur de zone/Réseau</a:t>
            </a:r>
          </a:p>
          <a:p>
            <a:endParaRPr sz="1200" b="1" kern="120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effectLst/>
              </a:defRPr>
            </a:pPr>
            <a:r>
              <a:t>Avec le routeur IP, même les installations existantes avec des adresses de groupe éventuellement identiques peuvent être reliées. Le routeur IP fonctionne ici comme un coupleur de zone/réseau combiné.</a:t>
            </a:r>
            <a:endParaRPr sz="1200" kern="1200">
              <a:solidFill>
                <a:schemeClr val="tx1"/>
              </a:solidFill>
              <a:effectLst/>
              <a:latin typeface="Arial" charset="0"/>
              <a:ea typeface="+mn-ea"/>
              <a:cs typeface="+mn-cs"/>
            </a:endParaRPr>
          </a:p>
          <a:p>
            <a:endParaRPr b="1"/>
          </a:p>
        </p:txBody>
      </p:sp>
      <p:sp>
        <p:nvSpPr>
          <p:cNvPr id="4" name="Slide Number Placeholder 3"/>
          <p:cNvSpPr>
            <a:spLocks noGrp="1"/>
          </p:cNvSpPr>
          <p:nvPr>
            <p:ph type="sldNum" sz="quarter" idx="10"/>
          </p:nvPr>
        </p:nvSpPr>
        <p:spPr/>
        <p:txBody>
          <a:bodyPr/>
          <a:lstStyle/>
          <a:p>
            <a:fld id="{F974181A-B52E-4AEA-801A-5F0AC153D341}" type="slidenum">
              <a:rPr lang="en-US" smtClean="0"/>
              <a:t>23</a:t>
            </a:fld>
          </a:p>
        </p:txBody>
      </p:sp>
    </p:spTree>
    <p:extLst>
      <p:ext uri="{BB962C8B-B14F-4D97-AF65-F5344CB8AC3E}">
        <p14:creationId xmlns:p14="http://schemas.microsoft.com/office/powerpoint/2010/main" val="23135734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defRPr b="1">
                <a:effectLst/>
              </a:defRPr>
            </a:pPr>
            <a:r>
              <a:t>Paramètres de Réseau</a:t>
            </a:r>
            <a:endParaRPr sz="1200" b="1" kern="1200">
              <a:solidFill>
                <a:schemeClr val="tx1"/>
              </a:solidFill>
              <a:effectLst/>
              <a:latin typeface="Arial" charset="0"/>
              <a:ea typeface="+mn-ea"/>
              <a:cs typeface="+mn-cs"/>
            </a:endParaRPr>
          </a:p>
          <a:p>
            <a:pPr>
              <a:defRPr>
                <a:effectLst/>
              </a:defRPr>
            </a:pPr>
            <a:r>
              <a:t>Du côté IP, le routeur IP a besoin d'une adresse IP pour communiquer. Cette adresse IP peut être attribuée automatiquement via un service DHCP ou définie manuellement. DHCP (Dynamic Host Configuration Protocol) est le  "Protocole de Configuration Dynamique des Hôtes" et le nom d'un service Internet ou LAN qui attribue "dynamiquement" des adresses IP aux périphériques réseau "sur demande". </a:t>
            </a:r>
            <a:endParaRPr sz="1200" kern="1200">
              <a:solidFill>
                <a:schemeClr val="tx1"/>
              </a:solidFill>
              <a:effectLst/>
              <a:latin typeface="Arial" charset="0"/>
              <a:ea typeface="+mn-ea"/>
              <a:cs typeface="+mn-cs"/>
            </a:endParaRPr>
          </a:p>
          <a:p>
            <a:pPr>
              <a:defRPr>
                <a:effectLst/>
              </a:defRPr>
            </a:pPr>
            <a:r>
              <a:t>L'adresse IP doit toujours être réglée manuellement si aucun service DHCP n'est disponible sur le réseau.</a:t>
            </a:r>
            <a:endParaRPr sz="1200" kern="1200">
              <a:solidFill>
                <a:schemeClr val="tx1"/>
              </a:solidFill>
              <a:effectLst/>
              <a:latin typeface="Arial" charset="0"/>
              <a:ea typeface="+mn-ea"/>
              <a:cs typeface="+mn-cs"/>
            </a:endParaRPr>
          </a:p>
          <a:p/>
        </p:txBody>
      </p:sp>
      <p:sp>
        <p:nvSpPr>
          <p:cNvPr id="4" name="Slide Number Placeholder 3"/>
          <p:cNvSpPr>
            <a:spLocks noGrp="1"/>
          </p:cNvSpPr>
          <p:nvPr>
            <p:ph type="sldNum" sz="quarter" idx="10"/>
          </p:nvPr>
        </p:nvSpPr>
        <p:spPr/>
        <p:txBody>
          <a:bodyPr/>
          <a:lstStyle/>
          <a:p>
            <a:fld id="{F974181A-B52E-4AEA-801A-5F0AC153D341}" type="slidenum">
              <a:rPr lang="en-US" smtClean="0"/>
              <a:t>24</a:t>
            </a:fld>
          </a:p>
        </p:txBody>
      </p:sp>
    </p:spTree>
    <p:extLst>
      <p:ext uri="{BB962C8B-B14F-4D97-AF65-F5344CB8AC3E}">
        <p14:creationId xmlns:p14="http://schemas.microsoft.com/office/powerpoint/2010/main" val="36691114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b="1">
                <a:effectLst/>
              </a:defRPr>
            </a:pPr>
            <a:r>
              <a:t>Paramètres du Routeur IP</a:t>
            </a:r>
          </a:p>
          <a:p>
            <a:endParaRPr sz="1200" b="1" kern="1200">
              <a:solidFill>
                <a:schemeClr val="tx1"/>
              </a:solidFill>
              <a:effectLst/>
              <a:latin typeface="Arial" charset="0"/>
              <a:ea typeface="+mn-ea"/>
              <a:cs typeface="+mn-cs"/>
            </a:endParaRPr>
          </a:p>
          <a:p>
            <a:pPr>
              <a:defRPr>
                <a:effectLst/>
              </a:defRPr>
            </a:pPr>
            <a:r>
              <a:t>Les paramètres du routeur IP sont intuitifs et, par conséquent, seul un aperçu général est donné ci-dessous :</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Groupe de paramètres « Général»</a:t>
            </a:r>
            <a:br>
              <a:rPr lang="en-GB" sz="1200" kern="1200" dirty="0">
                <a:solidFill>
                  <a:schemeClr val="tx1"/>
                </a:solidFill>
                <a:effectLst/>
                <a:latin typeface="Arial" charset="0"/>
                <a:ea typeface="+mn-ea"/>
                <a:cs typeface="+mn-cs"/>
              </a:rPr>
            </a:br>
            <a:r>
              <a:t>Il est possible d'assigner un nom de participant au routeur IP ici. Ce nom est utilisé pour trouver plus facilement l'appareil sur le réseau. Ce nom permet également de connecter entre elles des installations séparées qui utilisent en interne les mêmes adresses de groupe.</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Paramètre groupes "Bus de routage → KNXnet/IP" et "Routage KNXnet/IP → Bus"</a:t>
            </a:r>
            <a:br>
              <a:rPr lang="en-GB" sz="1200" kern="1200" dirty="0">
                <a:solidFill>
                  <a:schemeClr val="tx1"/>
                </a:solidFill>
                <a:effectLst/>
                <a:latin typeface="Arial" charset="0"/>
                <a:ea typeface="+mn-ea"/>
                <a:cs typeface="+mn-cs"/>
              </a:rPr>
            </a:br>
            <a:r>
              <a:t>Comme avec le coupleur TP, le comportement du filtre et l'accusé de réception du télégramme du routeur IP sont définis via ces paramètres.</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Groupe de paramètres "Configuration IP"</a:t>
            </a:r>
            <a:br>
              <a:rPr lang="en-GB" sz="1200" kern="1200" dirty="0">
                <a:solidFill>
                  <a:schemeClr val="tx1"/>
                </a:solidFill>
                <a:effectLst/>
                <a:latin typeface="Arial" charset="0"/>
                <a:ea typeface="+mn-ea"/>
                <a:cs typeface="+mn-cs"/>
              </a:rPr>
            </a:br>
            <a:r>
              <a:t>utilisé pour définir les données IP telles que les adresses IP, les masques de sous-réseau.</a:t>
            </a:r>
            <a:endParaRPr sz="1200" kern="1200">
              <a:solidFill>
                <a:schemeClr val="tx1"/>
              </a:solidFill>
              <a:effectLst/>
              <a:latin typeface="Arial" charset="0"/>
              <a:ea typeface="+mn-ea"/>
              <a:cs typeface="+mn-cs"/>
            </a:endParaRPr>
          </a:p>
          <a:p>
            <a:endParaRPr b="1"/>
          </a:p>
        </p:txBody>
      </p:sp>
      <p:sp>
        <p:nvSpPr>
          <p:cNvPr id="4" name="Slide Number Placeholder 3"/>
          <p:cNvSpPr>
            <a:spLocks noGrp="1"/>
          </p:cNvSpPr>
          <p:nvPr>
            <p:ph type="sldNum" sz="quarter" idx="10"/>
          </p:nvPr>
        </p:nvSpPr>
        <p:spPr/>
        <p:txBody>
          <a:bodyPr/>
          <a:lstStyle/>
          <a:p>
            <a:fld id="{F974181A-B52E-4AEA-801A-5F0AC153D341}" type="slidenum">
              <a:rPr lang="en-US" smtClean="0"/>
              <a:t>25</a:t>
            </a:fld>
          </a:p>
        </p:txBody>
      </p:sp>
    </p:spTree>
    <p:extLst>
      <p:ext uri="{BB962C8B-B14F-4D97-AF65-F5344CB8AC3E}">
        <p14:creationId xmlns:p14="http://schemas.microsoft.com/office/powerpoint/2010/main" val="11808620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b="1">
                <a:effectLst/>
              </a:defRPr>
            </a:pPr>
            <a:r>
              <a:t>Renseignements supplémentaires / Annexe informative</a:t>
            </a:r>
            <a:endParaRPr sz="1200" b="1" kern="1200">
              <a:solidFill>
                <a:schemeClr val="tx1"/>
              </a:solidFill>
              <a:effectLst/>
              <a:latin typeface="Arial" charset="0"/>
              <a:ea typeface="+mn-ea"/>
              <a:cs typeface="+mn-cs"/>
            </a:endParaRPr>
          </a:p>
          <a:p/>
          <a:p/>
          <a:p/>
        </p:txBody>
      </p:sp>
      <p:sp>
        <p:nvSpPr>
          <p:cNvPr id="4" name="Slide Number Placeholder 3"/>
          <p:cNvSpPr>
            <a:spLocks noGrp="1"/>
          </p:cNvSpPr>
          <p:nvPr>
            <p:ph type="sldNum" sz="quarter" idx="10"/>
          </p:nvPr>
        </p:nvSpPr>
        <p:spPr/>
        <p:txBody>
          <a:bodyPr/>
          <a:lstStyle/>
          <a:p>
            <a:fld id="{F974181A-B52E-4AEA-801A-5F0AC153D341}" type="slidenum">
              <a:rPr lang="en-US" smtClean="0"/>
              <a:t>26</a:t>
            </a:fld>
          </a:p>
        </p:txBody>
      </p:sp>
    </p:spTree>
    <p:extLst>
      <p:ext uri="{BB962C8B-B14F-4D97-AF65-F5344CB8AC3E}">
        <p14:creationId xmlns:p14="http://schemas.microsoft.com/office/powerpoint/2010/main" val="4022702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b="1">
                <a:effectLst/>
              </a:defRPr>
            </a:pPr>
            <a:r>
              <a:t>Coupleurs Power Line (CPL)</a:t>
            </a:r>
            <a:endParaRPr sz="1200" b="1" kern="1200">
              <a:solidFill>
                <a:schemeClr val="tx1"/>
              </a:solidFill>
              <a:effectLst/>
              <a:latin typeface="Arial" charset="0"/>
              <a:ea typeface="+mn-ea"/>
              <a:cs typeface="+mn-cs"/>
            </a:endParaRPr>
          </a:p>
          <a:p>
            <a:pPr>
              <a:defRPr>
                <a:effectLst/>
              </a:defRPr>
            </a:pPr>
            <a:r>
              <a:t>Pour maintenir le nombre de télégrammes aussi bas que possible (charge du bus)  dans les grandes Installations de lignes électriques KNX, il est nécessaire de diviser l'installation en plusieurs zones KNX. Chaque zone PL reçoit sa propre adresse de domaine et est isolée de l'ensemble de l'installation grâce à des filtres de fin de bande. Les différentes zones PL sont interfacées par l'intermédiaire de coupleurs de zone PL. Ceux-ci correspondent au coupleur de média PL-TP dans leur structure et leur fonction, mais un câble de données est connecté à la place de la ligne primaire. Il dispose d'une alimentation interne qui peut être utilisée pour alimenter le côté TP, mais une self supplémentaire doit alors être utilisée. Les mêmes spécifications s'appliquent au câble de données qu'à une zone TP.</a:t>
            </a:r>
            <a:endParaRPr sz="1200" kern="1200">
              <a:solidFill>
                <a:schemeClr val="tx1"/>
              </a:solidFill>
              <a:effectLst/>
              <a:latin typeface="Arial" charset="0"/>
              <a:ea typeface="+mn-ea"/>
              <a:cs typeface="+mn-cs"/>
            </a:endParaRPr>
          </a:p>
          <a:p>
            <a:pPr>
              <a:defRPr>
                <a:effectLst/>
              </a:defRPr>
            </a:pPr>
            <a:r>
              <a:t>Les télégrammes qui traversent différentes zones sont acheminés sélectivement par le câble de données vers les zones PL correspondantes. Au début, il existait différents dispositifs pour les tâches de couplage de Zones de lignes électriques et de couplage au média. Cependant, les deux fonctionnalités ont entre temps été combinées dans un seul appareil appelé coupleur système. </a:t>
            </a:r>
            <a:endParaRPr sz="1200" kern="1200">
              <a:solidFill>
                <a:schemeClr val="tx1"/>
              </a:solidFill>
              <a:effectLst/>
              <a:latin typeface="Arial" charset="0"/>
              <a:ea typeface="+mn-ea"/>
              <a:cs typeface="+mn-cs"/>
            </a:endParaRPr>
          </a:p>
          <a:p/>
          <a:p/>
          <a:p/>
        </p:txBody>
      </p:sp>
      <p:sp>
        <p:nvSpPr>
          <p:cNvPr id="4" name="Slide Number Placeholder 3"/>
          <p:cNvSpPr>
            <a:spLocks noGrp="1"/>
          </p:cNvSpPr>
          <p:nvPr>
            <p:ph type="sldNum" sz="quarter" idx="10"/>
          </p:nvPr>
        </p:nvSpPr>
        <p:spPr/>
        <p:txBody>
          <a:bodyPr/>
          <a:lstStyle/>
          <a:p>
            <a:fld id="{F974181A-B52E-4AEA-801A-5F0AC153D341}" type="slidenum">
              <a:rPr lang="en-US" smtClean="0"/>
              <a:t>27</a:t>
            </a:fld>
          </a:p>
        </p:txBody>
      </p:sp>
    </p:spTree>
    <p:extLst>
      <p:ext uri="{BB962C8B-B14F-4D97-AF65-F5344CB8AC3E}">
        <p14:creationId xmlns:p14="http://schemas.microsoft.com/office/powerpoint/2010/main" val="34564037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defRPr b="1">
                <a:effectLst/>
              </a:defRPr>
            </a:pPr>
            <a:r>
              <a:t>Structure du Coupleur de média TP-PL</a:t>
            </a:r>
            <a:endParaRPr sz="1200" b="1" kern="1200">
              <a:solidFill>
                <a:schemeClr val="tx1"/>
              </a:solidFill>
              <a:effectLst/>
              <a:latin typeface="Arial" charset="0"/>
              <a:ea typeface="+mn-ea"/>
              <a:cs typeface="+mn-cs"/>
            </a:endParaRPr>
          </a:p>
          <a:p>
            <a:pPr>
              <a:defRPr>
                <a:effectLst/>
              </a:defRPr>
            </a:pPr>
            <a:r>
              <a:t>Le coupleur de média PL est un appareil monté sur rail DIN. Il contient un Répéteur de lignes électriques, un coupleur de bus TP avec une BCU (unité de couplage au bus) spéciale et une alimentation pour alimenter jusqu'à cinq appareils TP.</a:t>
            </a:r>
            <a:endParaRPr sz="1200" kern="1200">
              <a:solidFill>
                <a:schemeClr val="tx1"/>
              </a:solidFill>
              <a:effectLst/>
              <a:latin typeface="Arial" charset="0"/>
              <a:ea typeface="+mn-ea"/>
              <a:cs typeface="+mn-cs"/>
            </a:endParaRPr>
          </a:p>
          <a:p>
            <a:pPr>
              <a:defRPr>
                <a:effectLst/>
              </a:defRPr>
            </a:pPr>
            <a:r>
              <a:t>Le côté secondaire de l'appareil est connecté à PL tandis que le côté primaire est toujours connecté à TP (bus) . Du côté de TP,  il fonctionne soit comme coupleur de ligne, soit comme coupleur de zone, tandis que du côté PL, il fonctionne également comme répéteur. </a:t>
            </a:r>
            <a:endParaRPr sz="1200" kern="1200">
              <a:solidFill>
                <a:schemeClr val="tx1"/>
              </a:solidFill>
              <a:effectLst/>
              <a:latin typeface="Arial" charset="0"/>
              <a:ea typeface="+mn-ea"/>
              <a:cs typeface="+mn-cs"/>
            </a:endParaRPr>
          </a:p>
          <a:p>
            <a:pPr>
              <a:defRPr>
                <a:effectLst/>
              </a:defRPr>
            </a:pPr>
            <a:r>
              <a:t>Le raccordement du Powernet KNX s'effectue via des bornes à vis tandis que le bus KNX-TP se fait via le connecteur de bus noir/rouge.</a:t>
            </a:r>
            <a:endParaRPr sz="1200" kern="1200">
              <a:solidFill>
                <a:schemeClr val="tx1"/>
              </a:solidFill>
              <a:effectLst/>
              <a:latin typeface="Arial" charset="0"/>
              <a:ea typeface="+mn-ea"/>
              <a:cs typeface="+mn-cs"/>
            </a:endParaRPr>
          </a:p>
          <a:p>
            <a:pPr>
              <a:defRPr>
                <a:effectLst/>
              </a:defRPr>
            </a:pPr>
            <a:r>
              <a:t>Est également désigné comme coupleur de système</a:t>
            </a:r>
          </a:p>
          <a:p>
            <a:endParaRPr sz="1200" kern="1200">
              <a:solidFill>
                <a:schemeClr val="tx1"/>
              </a:solidFill>
              <a:effectLst/>
              <a:latin typeface="Arial" charset="0"/>
              <a:ea typeface="+mn-ea"/>
              <a:cs typeface="+mn-cs"/>
            </a:endParaRPr>
          </a:p>
          <a:p>
            <a:pPr>
              <a:defRPr>
                <a:effectLst/>
              </a:defRPr>
            </a:pPr>
            <a:r>
              <a:t>Le coupleur de média dispose d'une LED rouge et d'une touche de programmation pour l'attribution de l'adresse individuelle. Le mode de fonctionnement est réglé à l'aide d'un bouton-poussoir local et indiqué par une LED bicolore. Il dispose également d'une LED d'émission/réception de chaque côté. Elles clignotent brièvement en vert lorsqu'un télégramme est reçu et en rouge lorsqu'un télégramme est envoyé.</a:t>
            </a:r>
            <a:endParaRPr sz="1200" kern="1200">
              <a:solidFill>
                <a:schemeClr val="tx1"/>
              </a:solidFill>
              <a:effectLst/>
              <a:latin typeface="Arial" charset="0"/>
              <a:ea typeface="+mn-ea"/>
              <a:cs typeface="+mn-cs"/>
            </a:endParaRPr>
          </a:p>
          <a:p>
            <a:pPr>
              <a:defRPr>
                <a:effectLst/>
              </a:defRPr>
            </a:pPr>
            <a:r>
              <a:t>L'appareil est configuré sur la ligne ''courant fort'' avec le numéro d'appareil 0. Comme le coupleur du système fonctionne simultanément comme répéteur, aucun autre répéteur ne peut être installé sur la ligne. En raison de la fonctionnalité du répéteur, les mêmes recommandations s'appliquent que pour le répéteur.</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Si l'adresse de destination est une adresse de groupe, une recherche est effectuée dans la table de filtrage en fonction du paramétrage. Si l'adresse de destination est une adresse individuelle, le télégramme est filtré à l'aide de sa propre adresse individuelle.</a:t>
            </a:r>
            <a:endParaRPr sz="1200" kern="1200">
              <a:solidFill>
                <a:schemeClr val="tx1"/>
              </a:solidFill>
              <a:effectLst/>
              <a:latin typeface="Arial" charset="0"/>
              <a:ea typeface="+mn-ea"/>
              <a:cs typeface="+mn-cs"/>
            </a:endParaRPr>
          </a:p>
          <a:p>
            <a:pPr>
              <a:defRPr>
                <a:effectLst/>
              </a:defRPr>
            </a:pPr>
            <a:r>
              <a:t>Il en va de même lorsqu'un télégramme atteint la BCU coté bus. Une décision est ensuite prise dans la couche réseau pour savoir si elle est acheminée vers le répéteur par l'intermédiaire du PEI.</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Si un télégramme ne peut pas être envoyé parce que le bus est occupé, il est stocké temporairement en RAM de la mémoire tampon de télégramme. 255 télégrammes peuvent être mis en mémoire tampon  au maximum.</a:t>
            </a:r>
            <a:endParaRPr sz="1200" b="0" kern="1200">
              <a:solidFill>
                <a:schemeClr val="tx1"/>
              </a:solidFill>
              <a:effectLst/>
              <a:latin typeface="Arial" charset="0"/>
              <a:ea typeface="+mn-ea"/>
              <a:cs typeface="+mn-cs"/>
            </a:endParaRPr>
          </a:p>
          <a:p>
            <a:endParaRPr sz="1200" b="0" kern="1200">
              <a:solidFill>
                <a:schemeClr val="tx1"/>
              </a:solidFill>
              <a:effectLst/>
              <a:latin typeface="Arial" charset="0"/>
              <a:ea typeface="+mn-ea"/>
              <a:cs typeface="+mn-cs"/>
            </a:endParaRPr>
          </a:p>
          <a:p>
            <a:pPr>
              <a:defRPr b="1">
                <a:effectLst/>
              </a:defRPr>
            </a:pPr>
            <a:r>
              <a:t>Table de Filtrage</a:t>
            </a:r>
            <a:endParaRPr sz="1200" b="1" kern="1200">
              <a:solidFill>
                <a:schemeClr val="tx1"/>
              </a:solidFill>
              <a:effectLst/>
              <a:latin typeface="Arial" charset="0"/>
              <a:ea typeface="+mn-ea"/>
              <a:cs typeface="+mn-cs"/>
            </a:endParaRPr>
          </a:p>
          <a:p>
            <a:pPr>
              <a:defRPr>
                <a:effectLst/>
              </a:defRPr>
            </a:pPr>
            <a:r>
              <a:t>Le coupleur multimédia utilise une table de filtrage pour acheminer les télégrammes dont l'adresse de destination est une adresse de groupe. Cette table de filtrage est créée par le programme ETS et doit être chargée dans le coupleur multimédia via TP-KNX. Toutes les adresses de groupe jusqu'à 7FFF sont contenues dans le tableau de filtrage, c'est-à-dire que les groupes principaux 14 et 15 sont également pris en compte. La table de filtrage se trouve dans l'EEPROM du coupleur de média. Une batterie n'est donc pas nécessaire.</a:t>
            </a:r>
            <a:endParaRPr sz="1200" kern="1200">
              <a:solidFill>
                <a:schemeClr val="tx1"/>
              </a:solidFill>
              <a:effectLst/>
              <a:latin typeface="Arial" charset="0"/>
              <a:ea typeface="+mn-ea"/>
              <a:cs typeface="+mn-cs"/>
            </a:endParaRPr>
          </a:p>
          <a:p>
            <a:pPr lvl="0"/>
            <a:endParaRPr sz="1200" b="1" kern="1200">
              <a:solidFill>
                <a:schemeClr val="tx1"/>
              </a:solidFill>
              <a:effectLst/>
              <a:latin typeface="Arial" charset="0"/>
              <a:ea typeface="+mn-ea"/>
              <a:cs typeface="+mn-cs"/>
            </a:endParaRPr>
          </a:p>
          <a:p>
            <a:pPr lvl="0">
              <a:defRPr b="1">
                <a:effectLst/>
              </a:defRPr>
            </a:pPr>
            <a:r>
              <a:t>Les paramètres</a:t>
            </a:r>
            <a:endParaRPr sz="1200" b="1" kern="1200">
              <a:solidFill>
                <a:schemeClr val="tx1"/>
              </a:solidFill>
              <a:effectLst/>
              <a:latin typeface="Arial" charset="0"/>
              <a:ea typeface="+mn-ea"/>
              <a:cs typeface="+mn-cs"/>
            </a:endParaRPr>
          </a:p>
          <a:p>
            <a:pPr>
              <a:defRPr>
                <a:effectLst/>
              </a:defRPr>
            </a:pPr>
            <a:r>
              <a:t>Le mode de fonctionnement du coupleur de média est réglé via le paramètre "Fonction de l'appareil" avec les options du coupleur de média ou du Coupleur de zone PL.</a:t>
            </a:r>
            <a:endParaRPr sz="1200" kern="1200">
              <a:solidFill>
                <a:schemeClr val="tx1"/>
              </a:solidFill>
              <a:effectLst/>
              <a:latin typeface="Arial" charset="0"/>
              <a:ea typeface="+mn-ea"/>
              <a:cs typeface="+mn-cs"/>
            </a:endParaRPr>
          </a:p>
          <a:p>
            <a:pPr>
              <a:defRPr>
                <a:effectLst/>
              </a:defRPr>
            </a:pPr>
            <a:r>
              <a:t>Le deuxième paramètre "Confirmation de télégramme pour les télégrammes acheminés côté TP" influence le comportement de reconnaissance. Il est réglé en permanence sur "oui". Un troisième paramètre « Répétitions si des erreurs de transmission sur TP (1...6 )” indique pour le côté TP combien de fois le télégramme doit être répété si l'ACK est manquante (IACK): 1,2,3,4,5 ou 6.</a:t>
            </a:r>
            <a:endParaRPr sz="1200" kern="1200">
              <a:solidFill>
                <a:schemeClr val="tx1"/>
              </a:solidFill>
              <a:effectLst/>
              <a:latin typeface="Arial" charset="0"/>
              <a:ea typeface="+mn-ea"/>
              <a:cs typeface="+mn-cs"/>
            </a:endParaRPr>
          </a:p>
          <a:p>
            <a:pPr>
              <a:defRPr>
                <a:effectLst/>
              </a:defRPr>
            </a:pPr>
            <a:r>
              <a:t> </a:t>
            </a:r>
            <a:endParaRPr sz="1200" kern="1200">
              <a:solidFill>
                <a:schemeClr val="tx1"/>
              </a:solidFill>
              <a:effectLst/>
              <a:latin typeface="Arial" charset="0"/>
              <a:ea typeface="+mn-ea"/>
              <a:cs typeface="+mn-cs"/>
            </a:endParaRPr>
          </a:p>
          <a:p>
            <a:pPr>
              <a:defRPr>
                <a:effectLst/>
              </a:defRPr>
            </a:pPr>
            <a:r>
              <a:t>Le coupleur de média dispose également de paramètres configurables permettant de modifier le comportement de filtrage des télégrammes de groupe.</a:t>
            </a:r>
            <a:endParaRPr sz="1200" kern="1200">
              <a:solidFill>
                <a:schemeClr val="tx1"/>
              </a:solidFill>
              <a:effectLst/>
              <a:latin typeface="Arial" charset="0"/>
              <a:ea typeface="+mn-ea"/>
              <a:cs typeface="+mn-cs"/>
            </a:endParaRPr>
          </a:p>
          <a:p>
            <a:pPr>
              <a:defRPr>
                <a:effectLst/>
              </a:defRPr>
            </a:pPr>
            <a:r>
              <a:t>Il peut être réglé séparément dans les deux sens :</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filtrer - La table de filtrage est utilisée, les télégrammes sont acheminés de manière sélective.</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route - Tous les télégrammes avec adresses de groupe sont acheminés</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bloc - Tous les télégrammes avec adresses de groupe sont bloqués</a:t>
            </a:r>
            <a:endParaRPr sz="1200" kern="1200">
              <a:solidFill>
                <a:schemeClr val="tx1"/>
              </a:solidFill>
              <a:effectLst/>
              <a:latin typeface="Arial" charset="0"/>
              <a:ea typeface="+mn-ea"/>
              <a:cs typeface="+mn-cs"/>
            </a:endParaRPr>
          </a:p>
          <a:p>
            <a:pPr>
              <a:defRPr>
                <a:effectLst/>
              </a:defRPr>
            </a:pPr>
            <a:r>
              <a:t>Enfin, il est possible de définir si les télégrammes broadcast doivent être acheminés par le coupleur.</a:t>
            </a:r>
            <a:endParaRPr sz="1200" kern="1200">
              <a:solidFill>
                <a:schemeClr val="tx1"/>
              </a:solidFill>
              <a:effectLst/>
              <a:latin typeface="Arial" charset="0"/>
              <a:ea typeface="+mn-ea"/>
              <a:cs typeface="+mn-cs"/>
            </a:endParaRPr>
          </a:p>
          <a:p>
            <a:pPr lvl="0">
              <a:defRPr b="1">
                <a:effectLst/>
              </a:defRPr>
            </a:pPr>
            <a:br>
              <a:rPr lang="en-GB" sz="1200" b="1" kern="1200" dirty="0">
                <a:solidFill>
                  <a:schemeClr val="tx1"/>
                </a:solidFill>
                <a:effectLst/>
                <a:latin typeface="Arial" charset="0"/>
                <a:ea typeface="+mn-ea"/>
                <a:cs typeface="+mn-cs"/>
              </a:rPr>
            </a:br>
            <a:r>
              <a:t>Mise en service des appareils</a:t>
            </a:r>
            <a:endParaRPr sz="1200" b="1" kern="1200">
              <a:solidFill>
                <a:schemeClr val="tx1"/>
              </a:solidFill>
              <a:effectLst/>
              <a:latin typeface="Arial" charset="0"/>
              <a:ea typeface="+mn-ea"/>
              <a:cs typeface="+mn-cs"/>
            </a:endParaRPr>
          </a:p>
          <a:p>
            <a:pPr>
              <a:defRPr>
                <a:effectLst/>
              </a:defRPr>
            </a:pPr>
            <a:r>
              <a:t>L'interface de données doit toujours être insérée dans le même support que l'appareil à programmer. Actuellement, il n'est pas possible de mettre en service des appareils sur différents supports.</a:t>
            </a:r>
            <a:endParaRPr sz="1200" kern="1200">
              <a:solidFill>
                <a:schemeClr val="tx1"/>
              </a:solidFill>
              <a:effectLst/>
              <a:latin typeface="Arial" charset="0"/>
              <a:ea typeface="+mn-ea"/>
              <a:cs typeface="+mn-cs"/>
            </a:endParaRPr>
          </a:p>
          <a:p>
            <a:pPr>
              <a:defRPr>
                <a:effectLst/>
              </a:defRPr>
            </a:pPr>
            <a:r>
              <a:t>Les fonctions suivantes peuvent toutefois être exécutées à travers les médias à l'aide d'ETS : </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Allumez la LED de programmation. </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Lecture de l'adresse individuelle (du côté PL, une seule LED de programmation peut être allumée) - l'ID système n'est pas transmis au côté TP</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Adresse de groupe d’envoi</a:t>
            </a:r>
            <a:endParaRPr sz="1200" kern="1200">
              <a:solidFill>
                <a:schemeClr val="tx1"/>
              </a:solidFill>
              <a:effectLst/>
              <a:latin typeface="Arial" charset="0"/>
              <a:ea typeface="+mn-ea"/>
              <a:cs typeface="+mn-cs"/>
            </a:endParaRPr>
          </a:p>
          <a:p>
            <a:pPr marL="171450" lvl="0" indent="-171450">
              <a:buFont typeface="Arial" panose="020B0604020202020204" pitchFamily="34" charset="0"/>
              <a:buChar char="•"/>
              <a:defRPr>
                <a:effectLst/>
              </a:defRPr>
            </a:pPr>
            <a:r>
              <a:t>Lecture des Informations sur le participant</a:t>
            </a:r>
            <a:endParaRPr sz="1200" kern="1200">
              <a:solidFill>
                <a:schemeClr val="tx1"/>
              </a:solidFill>
              <a:effectLst/>
              <a:latin typeface="Arial" charset="0"/>
              <a:ea typeface="+mn-ea"/>
              <a:cs typeface="+mn-cs"/>
            </a:endParaRPr>
          </a:p>
          <a:p>
            <a:endParaRPr sz="1400" kern="1200">
              <a:solidFill>
                <a:schemeClr val="tx1"/>
              </a:solidFill>
              <a:effectLst/>
              <a:latin typeface="Arial" charset="0"/>
              <a:ea typeface="+mn-ea"/>
              <a:cs typeface="+mn-cs"/>
            </a:endParaRPr>
          </a:p>
          <a:p/>
        </p:txBody>
      </p:sp>
      <p:sp>
        <p:nvSpPr>
          <p:cNvPr id="4" name="Slide Number Placeholder 3"/>
          <p:cNvSpPr>
            <a:spLocks noGrp="1"/>
          </p:cNvSpPr>
          <p:nvPr>
            <p:ph type="sldNum" sz="quarter" idx="10"/>
          </p:nvPr>
        </p:nvSpPr>
        <p:spPr/>
        <p:txBody>
          <a:bodyPr/>
          <a:lstStyle/>
          <a:p>
            <a:fld id="{F974181A-B52E-4AEA-801A-5F0AC153D341}" type="slidenum">
              <a:rPr lang="en-US" smtClean="0"/>
              <a:t>28</a:t>
            </a:fld>
          </a:p>
        </p:txBody>
      </p:sp>
    </p:spTree>
    <p:extLst>
      <p:ext uri="{BB962C8B-B14F-4D97-AF65-F5344CB8AC3E}">
        <p14:creationId xmlns:p14="http://schemas.microsoft.com/office/powerpoint/2010/main" val="25707748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defRPr b="1">
                <a:effectLst/>
              </a:defRPr>
            </a:pPr>
            <a:r>
              <a:t>Coupleurs pour Installations RF</a:t>
            </a:r>
          </a:p>
          <a:p>
            <a:pPr>
              <a:defRPr>
                <a:effectLst/>
              </a:defRPr>
            </a:pPr>
            <a:r>
              <a:t>Des informations détaillées sur KNX-RF et les différents coupleurs de média peuvent être trouvées dans la documentation sur le cours de base KNX dans la section "KNX RF".</a:t>
            </a:r>
            <a:endParaRPr sz="1200" kern="1200">
              <a:solidFill>
                <a:schemeClr val="tx1"/>
              </a:solidFill>
              <a:effectLst/>
              <a:latin typeface="Arial" charset="0"/>
              <a:ea typeface="+mn-ea"/>
              <a:cs typeface="+mn-cs"/>
            </a:endParaRPr>
          </a:p>
          <a:p/>
        </p:txBody>
      </p:sp>
      <p:sp>
        <p:nvSpPr>
          <p:cNvPr id="4" name="Slide Number Placeholder 3"/>
          <p:cNvSpPr>
            <a:spLocks noGrp="1"/>
          </p:cNvSpPr>
          <p:nvPr>
            <p:ph type="sldNum" sz="quarter" idx="10"/>
          </p:nvPr>
        </p:nvSpPr>
        <p:spPr/>
        <p:txBody>
          <a:bodyPr/>
          <a:lstStyle/>
          <a:p>
            <a:fld id="{F974181A-B52E-4AEA-801A-5F0AC153D341}" type="slidenum">
              <a:rPr lang="en-US" smtClean="0"/>
              <a:t>29</a:t>
            </a:fld>
          </a:p>
        </p:txBody>
      </p:sp>
    </p:spTree>
    <p:extLst>
      <p:ext uri="{BB962C8B-B14F-4D97-AF65-F5344CB8AC3E}">
        <p14:creationId xmlns:p14="http://schemas.microsoft.com/office/powerpoint/2010/main" val="26297491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EVEL 1">
    <p:spTree>
      <p:nvGrpSpPr>
        <p:cNvPr id="1" name=""/>
        <p:cNvGrpSpPr/>
        <p:nvPr/>
      </p:nvGrpSpPr>
      <p:grpSpPr>
        <a:xfrm>
          <a:off x="0" y="0"/>
          <a:ext cx="0" cy="0"/>
          <a:chOff x="0" y="0"/>
          <a:chExt cx="0" cy="0"/>
        </a:xfrm>
      </p:grpSpPr>
      <p:sp>
        <p:nvSpPr>
          <p:cNvPr id="5" name="TextBox 7"/>
          <p:cNvSpPr txBox="1">
            <a:spLocks noChangeArrowheads="1"/>
          </p:cNvSpPr>
          <p:nvPr/>
        </p:nvSpPr>
        <p:spPr bwMode="auto">
          <a:xfrm>
            <a:off x="447675" y="1020763"/>
            <a:ext cx="42243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sz="1400">
                <a:solidFill>
                  <a:srgbClr val="404040"/>
                </a:solidFill>
                <a:latin typeface="Gotham Light" charset="0"/>
              </a:defRPr>
            </a:pPr>
            <a:r>
              <a:t>Smart home and building solutions.</a:t>
            </a:r>
          </a:p>
          <a:p>
            <a:pPr eaLnBrk="1" hangingPunct="1">
              <a:defRPr sz="1400">
                <a:solidFill>
                  <a:srgbClr val="404040"/>
                </a:solidFill>
                <a:latin typeface="Gotham Light" charset="0"/>
              </a:defRPr>
            </a:pPr>
            <a:r>
              <a:t>Global. Secure. Connected.</a:t>
            </a:r>
          </a:p>
        </p:txBody>
      </p:sp>
      <p:pic>
        <p:nvPicPr>
          <p:cNvPr id="6" name="Picture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7663" y="4630738"/>
            <a:ext cx="344328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447675" y="2122715"/>
            <a:ext cx="6890657" cy="996042"/>
          </a:xfrm>
        </p:spPr>
        <p:txBody>
          <a:bodyPr/>
          <a:lstStyle>
            <a:lvl1pPr algn="l">
              <a:defRPr sz="2800" baseline="0">
                <a:latin typeface="Gotham Medium"/>
              </a:defRPr>
            </a:lvl1pPr>
          </a:lstStyle>
          <a:p>
            <a:r>
              <a:t>&lt;&lt;Main Title&gt;&gt;</a:t>
            </a:r>
          </a:p>
        </p:txBody>
      </p:sp>
      <p:sp>
        <p:nvSpPr>
          <p:cNvPr id="3" name="Subtitle 2"/>
          <p:cNvSpPr>
            <a:spLocks noGrp="1"/>
          </p:cNvSpPr>
          <p:nvPr>
            <p:ph type="subTitle" idx="1" hasCustomPrompt="1"/>
          </p:nvPr>
        </p:nvSpPr>
        <p:spPr>
          <a:xfrm>
            <a:off x="447675" y="3393054"/>
            <a:ext cx="4343400" cy="481693"/>
          </a:xfrm>
        </p:spPr>
        <p:txBody>
          <a:bodyPr/>
          <a:lstStyle>
            <a:lvl1pPr marL="0" indent="0" algn="l">
              <a:buNone/>
              <a:defRPr sz="200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&lt;&lt;subtitle&gt;&gt;</a:t>
            </a:r>
          </a:p>
        </p:txBody>
      </p:sp>
    </p:spTree>
    <p:extLst>
      <p:ext uri="{BB962C8B-B14F-4D97-AF65-F5344CB8AC3E}">
        <p14:creationId xmlns:p14="http://schemas.microsoft.com/office/powerpoint/2010/main" val="879925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EVEL 2">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2" name="Content Placeholder 2"/>
          <p:cNvSpPr>
            <a:spLocks noGrp="1"/>
          </p:cNvSpPr>
          <p:nvPr>
            <p:ph idx="1"/>
          </p:nvPr>
        </p:nvSpPr>
        <p:spPr>
          <a:xfrm>
            <a:off x="457200" y="1911010"/>
            <a:ext cx="8229600" cy="4089740"/>
          </a:xfrm>
        </p:spPr>
        <p:txBody>
          <a:bodyPr/>
          <a:lstStyle>
            <a:lvl1pPr>
              <a:defRPr sz="2000">
                <a:latin typeface="Gotham Light"/>
              </a:defRPr>
            </a:lvl1pPr>
            <a:lvl2pPr>
              <a:defRPr sz="1800">
                <a:latin typeface="Gotham Light"/>
              </a:defRPr>
            </a:lvl2pPr>
            <a:lvl3pPr>
              <a:defRPr sz="1500">
                <a:latin typeface="Gotham Light"/>
              </a:defRPr>
            </a:lvl3pPr>
            <a:lvl4pPr>
              <a:defRPr sz="1500">
                <a:latin typeface="Gotham Light"/>
              </a:defRPr>
            </a:lvl4pPr>
            <a:lvl5pPr>
              <a:defRPr sz="1500">
                <a:latin typeface="Gotham 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2330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LEVEL 3">
    <p:spTree>
      <p:nvGrpSpPr>
        <p:cNvPr id="1" name=""/>
        <p:cNvGrpSpPr/>
        <p:nvPr/>
      </p:nvGrpSpPr>
      <p:grpSpPr>
        <a:xfrm>
          <a:off x="0" y="0"/>
          <a:ext cx="0" cy="0"/>
          <a:chOff x="0" y="0"/>
          <a:chExt cx="0" cy="0"/>
        </a:xfrm>
      </p:grpSpPr>
      <p:sp>
        <p:nvSpPr>
          <p:cNvPr id="5"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6"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7"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9" name="Title 1"/>
          <p:cNvSpPr txBox="1">
            <a:spLocks/>
          </p:cNvSpPr>
          <p:nvPr/>
        </p:nvSpPr>
        <p:spPr bwMode="auto">
          <a:xfrm>
            <a:off x="690563" y="3148013"/>
            <a:ext cx="68897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lgn="l" defTabSz="457200" rtl="0" eaLnBrk="0" fontAlgn="base" hangingPunct="0">
              <a:spcBef>
                <a:spcPct val="0"/>
              </a:spcBef>
              <a:spcAft>
                <a:spcPct val="0"/>
              </a:spcAft>
              <a:buFont typeface="Wingdings" panose="05000000000000000000" pitchFamily="2" charset="2"/>
              <a:buChar char="§"/>
              <a:defRPr sz="2500" kern="1200">
                <a:solidFill>
                  <a:schemeClr val="tx1"/>
                </a:solidFill>
                <a:latin typeface="Gotham Medium"/>
                <a:ea typeface="MS PGothic" panose="020B0600070205080204" pitchFamily="34" charset="-128"/>
                <a:cs typeface="MS PGothic" charset="0"/>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a:lstStyle>
          <a:p>
            <a:pPr>
              <a:defRPr/>
            </a:pPr>
            <a:r>
              <a:rPr lang="es-ES_tradnl" dirty="0" err="1"/>
              <a:t>Title</a:t>
            </a:r>
            <a:r>
              <a:rPr lang="es-ES_tradnl" dirty="0"/>
              <a:t> 2 </a:t>
            </a:r>
            <a:r>
              <a:rPr lang="en-US" dirty="0"/>
              <a:t>&lt;&lt;e.g. agenda point&gt;&gt;</a:t>
            </a:r>
          </a:p>
        </p:txBody>
      </p:sp>
      <p:sp>
        <p:nvSpPr>
          <p:cNvPr id="10" name="Subtitle 2"/>
          <p:cNvSpPr txBox="1">
            <a:spLocks/>
          </p:cNvSpPr>
          <p:nvPr/>
        </p:nvSpPr>
        <p:spPr bwMode="auto">
          <a:xfrm>
            <a:off x="936625" y="3867150"/>
            <a:ext cx="4343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defTabSz="457200" rtl="0" eaLnBrk="0" fontAlgn="base" hangingPunct="0">
              <a:spcBef>
                <a:spcPct val="20000"/>
              </a:spcBef>
              <a:spcAft>
                <a:spcPct val="0"/>
              </a:spcAft>
              <a:buFont typeface="Arial" panose="020B0604020202020204" pitchFamily="34" charset="0"/>
              <a:buNone/>
              <a:defRPr sz="1500" kern="1200">
                <a:solidFill>
                  <a:schemeClr val="tx1"/>
                </a:solidFill>
                <a:latin typeface="Gotham Light"/>
                <a:ea typeface="MS PGothic" panose="020B0600070205080204" pitchFamily="34" charset="-128"/>
                <a:cs typeface="MS PGothic" charset="0"/>
              </a:defRPr>
            </a:lvl1pPr>
            <a:lvl2pPr marL="457200" indent="0" algn="ctr" defTabSz="457200"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S PGothic" panose="020B0600070205080204" pitchFamily="34" charset="-128"/>
                <a:cs typeface="MS PGothic" charset="0"/>
              </a:defRPr>
            </a:lvl2pPr>
            <a:lvl3pPr marL="914400" indent="0" algn="ctr" defTabSz="457200"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S PGothic" panose="020B0600070205080204" pitchFamily="34" charset="-128"/>
                <a:cs typeface="MS PGothic" charset="0"/>
              </a:defRPr>
            </a:lvl3pPr>
            <a:lvl4pPr marL="13716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4pPr>
            <a:lvl5pPr marL="18288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&lt;&lt;subtitle&gt;&gt;</a:t>
            </a:r>
          </a:p>
        </p:txBody>
      </p:sp>
      <p:sp>
        <p:nvSpPr>
          <p:cNvPr id="16" name="Title 1"/>
          <p:cNvSpPr>
            <a:spLocks noGrp="1"/>
          </p:cNvSpPr>
          <p:nvPr>
            <p:ph type="ctrTitle" hasCustomPrompt="1"/>
          </p:nvPr>
        </p:nvSpPr>
        <p:spPr>
          <a:xfrm>
            <a:off x="690108" y="1449155"/>
            <a:ext cx="6890657" cy="719476"/>
          </a:xfrm>
        </p:spPr>
        <p:txBody>
          <a:bodyPr/>
          <a:lstStyle>
            <a:lvl1pPr marL="342900" indent="-342900" algn="l">
              <a:buFont typeface="Wingdings" panose="05000000000000000000" pitchFamily="2" charset="2"/>
              <a:buChar char="§"/>
              <a:defRPr sz="2500">
                <a:latin typeface="Gotham Medium"/>
              </a:defRPr>
            </a:lvl1pPr>
          </a:lstStyle>
          <a:p>
            <a:r>
              <a:rPr lang="en-US" dirty="0"/>
              <a:t>Title 1 &lt;&lt;e.g. agenda point&gt;&gt;</a:t>
            </a:r>
          </a:p>
        </p:txBody>
      </p:sp>
      <p:sp>
        <p:nvSpPr>
          <p:cNvPr id="17" name="Subtitle 2"/>
          <p:cNvSpPr>
            <a:spLocks noGrp="1"/>
          </p:cNvSpPr>
          <p:nvPr>
            <p:ph type="subTitle" idx="1" hasCustomPrompt="1"/>
          </p:nvPr>
        </p:nvSpPr>
        <p:spPr>
          <a:xfrm>
            <a:off x="936625" y="2168631"/>
            <a:ext cx="4343400" cy="481693"/>
          </a:xfrm>
        </p:spPr>
        <p:txBody>
          <a:bodyPr/>
          <a:lstStyle>
            <a:lvl1pPr marL="0" indent="0" algn="l">
              <a:buNone/>
              <a:defRPr sz="1500" baseline="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2192395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1 PICTURE">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6" name="Text Placeholder 15"/>
          <p:cNvSpPr>
            <a:spLocks noGrp="1"/>
          </p:cNvSpPr>
          <p:nvPr>
            <p:ph type="body" sz="quarter" idx="11" hasCustomPrompt="1"/>
          </p:nvPr>
        </p:nvSpPr>
        <p:spPr>
          <a:xfrm>
            <a:off x="784452" y="2376262"/>
            <a:ext cx="3668485" cy="644751"/>
          </a:xfrm>
        </p:spPr>
        <p:txBody>
          <a:bodyPr/>
          <a:lstStyle>
            <a:lvl1pPr algn="l" defTabSz="457200" rtl="0" eaLnBrk="1" fontAlgn="base" hangingPunct="1">
              <a:spcBef>
                <a:spcPct val="0"/>
              </a:spcBef>
              <a:spcAft>
                <a:spcPct val="0"/>
              </a:spcAft>
              <a:defRPr lang="en-US" sz="2800" kern="1200" dirty="0">
                <a:solidFill>
                  <a:srgbClr val="404040"/>
                </a:solidFill>
                <a:latin typeface="Gotham Medium" charset="0"/>
                <a:ea typeface="MS PGothic" panose="020B0600070205080204" pitchFamily="34" charset="-128"/>
                <a:cs typeface="+mn-cs"/>
              </a:defRPr>
            </a:lvl1pPr>
          </a:lstStyle>
          <a:p>
            <a:pPr lvl="0"/>
            <a:r>
              <a:rPr lang="en-US" dirty="0"/>
              <a:t>&lt;&lt;Headline&gt;&gt;</a:t>
            </a:r>
          </a:p>
        </p:txBody>
      </p:sp>
      <p:sp>
        <p:nvSpPr>
          <p:cNvPr id="18" name="Text Placeholder 17"/>
          <p:cNvSpPr>
            <a:spLocks noGrp="1"/>
          </p:cNvSpPr>
          <p:nvPr>
            <p:ph type="body" sz="quarter" idx="12" hasCustomPrompt="1"/>
          </p:nvPr>
        </p:nvSpPr>
        <p:spPr>
          <a:xfrm>
            <a:off x="1159693" y="3298825"/>
            <a:ext cx="3293244" cy="1330325"/>
          </a:xfrm>
        </p:spPr>
        <p:txBody>
          <a:bodyPr/>
          <a:lstStyle>
            <a:lvl1pPr marL="0" indent="0">
              <a:buNone/>
              <a:defRPr lang="en-US" sz="15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4452938" y="1927225"/>
            <a:ext cx="4691062" cy="3135313"/>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660271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3 PICTURES">
    <p:spTree>
      <p:nvGrpSpPr>
        <p:cNvPr id="1" name=""/>
        <p:cNvGrpSpPr/>
        <p:nvPr/>
      </p:nvGrpSpPr>
      <p:grpSpPr>
        <a:xfrm>
          <a:off x="0" y="0"/>
          <a:ext cx="0" cy="0"/>
          <a:chOff x="0" y="0"/>
          <a:chExt cx="0" cy="0"/>
        </a:xfrm>
      </p:grpSpPr>
      <p:cxnSp>
        <p:nvCxnSpPr>
          <p:cNvPr id="12"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25"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26"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16" name="Text Placeholder 15"/>
          <p:cNvSpPr>
            <a:spLocks noGrp="1"/>
          </p:cNvSpPr>
          <p:nvPr>
            <p:ph type="body" sz="quarter" idx="11" hasCustomPrompt="1"/>
          </p:nvPr>
        </p:nvSpPr>
        <p:spPr>
          <a:xfrm>
            <a:off x="482600" y="1915316"/>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8" name="Text Placeholder 17"/>
          <p:cNvSpPr>
            <a:spLocks noGrp="1"/>
          </p:cNvSpPr>
          <p:nvPr>
            <p:ph type="body" sz="quarter" idx="12" hasCustomPrompt="1"/>
          </p:nvPr>
        </p:nvSpPr>
        <p:spPr>
          <a:xfrm>
            <a:off x="2563950" y="1761443"/>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6389688" y="1501099"/>
            <a:ext cx="2754312" cy="1402440"/>
          </a:xfrm>
        </p:spPr>
        <p:txBody>
          <a:bodyPr/>
          <a:lstStyle/>
          <a:p>
            <a:pPr lvl="0"/>
            <a:r>
              <a:rPr lang="en-US" noProof="0"/>
              <a:t>Click icon to add picture</a:t>
            </a:r>
            <a:endParaRPr lang="en-US" noProof="0" dirty="0"/>
          </a:p>
        </p:txBody>
      </p:sp>
      <p:sp>
        <p:nvSpPr>
          <p:cNvPr id="15" name="Text Placeholder 15"/>
          <p:cNvSpPr>
            <a:spLocks noGrp="1"/>
          </p:cNvSpPr>
          <p:nvPr>
            <p:ph type="body" sz="quarter" idx="14" hasCustomPrompt="1"/>
          </p:nvPr>
        </p:nvSpPr>
        <p:spPr>
          <a:xfrm>
            <a:off x="496212" y="358627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7" name="Text Placeholder 17"/>
          <p:cNvSpPr>
            <a:spLocks noGrp="1"/>
          </p:cNvSpPr>
          <p:nvPr>
            <p:ph type="body" sz="quarter" idx="15" hasCustomPrompt="1"/>
          </p:nvPr>
        </p:nvSpPr>
        <p:spPr>
          <a:xfrm>
            <a:off x="2577562" y="343240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19" name="Picture Placeholder 20"/>
          <p:cNvSpPr>
            <a:spLocks noGrp="1"/>
          </p:cNvSpPr>
          <p:nvPr>
            <p:ph type="pic" sz="quarter" idx="16"/>
          </p:nvPr>
        </p:nvSpPr>
        <p:spPr>
          <a:xfrm>
            <a:off x="6403300" y="3172060"/>
            <a:ext cx="2754312" cy="1402440"/>
          </a:xfrm>
        </p:spPr>
        <p:txBody>
          <a:bodyPr/>
          <a:lstStyle/>
          <a:p>
            <a:pPr lvl="0"/>
            <a:r>
              <a:rPr lang="en-US" noProof="0"/>
              <a:t>Click icon to add picture</a:t>
            </a:r>
            <a:endParaRPr lang="en-US" noProof="0" dirty="0"/>
          </a:p>
        </p:txBody>
      </p:sp>
      <p:sp>
        <p:nvSpPr>
          <p:cNvPr id="20" name="Text Placeholder 15"/>
          <p:cNvSpPr>
            <a:spLocks noGrp="1"/>
          </p:cNvSpPr>
          <p:nvPr>
            <p:ph type="body" sz="quarter" idx="17" hasCustomPrompt="1"/>
          </p:nvPr>
        </p:nvSpPr>
        <p:spPr>
          <a:xfrm>
            <a:off x="501653" y="528172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22" name="Text Placeholder 17"/>
          <p:cNvSpPr>
            <a:spLocks noGrp="1"/>
          </p:cNvSpPr>
          <p:nvPr>
            <p:ph type="body" sz="quarter" idx="18" hasCustomPrompt="1"/>
          </p:nvPr>
        </p:nvSpPr>
        <p:spPr>
          <a:xfrm>
            <a:off x="2583003" y="512785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3" name="Picture Placeholder 20"/>
          <p:cNvSpPr>
            <a:spLocks noGrp="1"/>
          </p:cNvSpPr>
          <p:nvPr>
            <p:ph type="pic" sz="quarter" idx="19"/>
          </p:nvPr>
        </p:nvSpPr>
        <p:spPr>
          <a:xfrm>
            <a:off x="6408741" y="4867510"/>
            <a:ext cx="2754312" cy="1402440"/>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1618695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LARGE PICTURE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21" name="Picture Placeholder 20"/>
          <p:cNvSpPr>
            <a:spLocks noGrp="1"/>
          </p:cNvSpPr>
          <p:nvPr>
            <p:ph type="pic" sz="quarter" idx="13"/>
          </p:nvPr>
        </p:nvSpPr>
        <p:spPr>
          <a:xfrm>
            <a:off x="339726" y="1477053"/>
            <a:ext cx="8804274" cy="4835752"/>
          </a:xfrm>
        </p:spPr>
        <p:txBody>
          <a:bodyPr/>
          <a:lstStyle/>
          <a:p>
            <a:pPr lvl="0"/>
            <a:r>
              <a:rPr lang="en-US" noProof="0"/>
              <a:t>Click icon to add picture</a:t>
            </a:r>
            <a:endParaRPr lang="en-US" noProof="0" dirty="0"/>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808628" y="2020548"/>
            <a:ext cx="3293244" cy="1330325"/>
          </a:xfrm>
        </p:spPr>
        <p:txBody>
          <a:bodyPr/>
          <a:lstStyle>
            <a:lvl1pPr marL="0" indent="0">
              <a:buNone/>
              <a:defRPr lang="en-US" sz="18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Tree>
    <p:extLst>
      <p:ext uri="{BB962C8B-B14F-4D97-AF65-F5344CB8AC3E}">
        <p14:creationId xmlns:p14="http://schemas.microsoft.com/office/powerpoint/2010/main" val="3538332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DEO AND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1984375" y="1466392"/>
            <a:ext cx="5511800" cy="444500"/>
          </a:xfrm>
        </p:spPr>
        <p:txBody>
          <a:bodyPr/>
          <a:lstStyle>
            <a:lvl1pPr marL="0" indent="0" algn="ctr">
              <a:buNone/>
              <a:defRPr sz="2000" baseline="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3016250" y="4998247"/>
            <a:ext cx="3787865" cy="658482"/>
          </a:xfrm>
        </p:spPr>
        <p:txBody>
          <a:bodyPr/>
          <a:lstStyle>
            <a:lvl1pPr marL="0" indent="0" algn="ctr">
              <a:buNone/>
              <a:defRPr lang="en-US" sz="1400" kern="1200" dirty="0" smtClean="0">
                <a:solidFill>
                  <a:schemeClr val="tx1">
                    <a:lumMod val="75000"/>
                    <a:lumOff val="25000"/>
                  </a:schemeClr>
                </a:solidFill>
                <a:latin typeface="Gotham Light"/>
                <a:ea typeface="+mn-ea"/>
                <a:cs typeface="Gotham Light"/>
              </a:defRPr>
            </a:lvl1pPr>
          </a:lstStyle>
          <a:p>
            <a:pPr lvl="0"/>
            <a:r>
              <a:rPr lang="en-US" dirty="0"/>
              <a:t>&lt;&lt;Description of media&gt;&gt;</a:t>
            </a:r>
          </a:p>
          <a:p>
            <a:pPr lvl="0"/>
            <a:r>
              <a:rPr lang="en-US" dirty="0"/>
              <a:t>&lt;&lt;caption&gt;&gt;</a:t>
            </a:r>
          </a:p>
        </p:txBody>
      </p:sp>
      <p:sp>
        <p:nvSpPr>
          <p:cNvPr id="3" name="Media Placeholder 2"/>
          <p:cNvSpPr>
            <a:spLocks noGrp="1"/>
          </p:cNvSpPr>
          <p:nvPr>
            <p:ph type="media" sz="quarter" idx="14"/>
          </p:nvPr>
        </p:nvSpPr>
        <p:spPr>
          <a:xfrm>
            <a:off x="1984375" y="2020888"/>
            <a:ext cx="5511800" cy="2863850"/>
          </a:xfrm>
        </p:spPr>
        <p:txBody>
          <a:bodyPr/>
          <a:lstStyle>
            <a:lvl1pPr>
              <a:defRPr/>
            </a:lvl1pPr>
          </a:lstStyle>
          <a:p>
            <a:pPr lvl="0"/>
            <a:r>
              <a:rPr lang="en-US" noProof="0"/>
              <a:t>Click icon to add media</a:t>
            </a:r>
            <a:endParaRPr lang="en-US" noProof="0" dirty="0"/>
          </a:p>
        </p:txBody>
      </p:sp>
    </p:spTree>
    <p:extLst>
      <p:ext uri="{BB962C8B-B14F-4D97-AF65-F5344CB8AC3E}">
        <p14:creationId xmlns:p14="http://schemas.microsoft.com/office/powerpoint/2010/main" val="3407699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063" y="5222875"/>
            <a:ext cx="146526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
          <p:cNvSpPr txBox="1">
            <a:spLocks noChangeArrowheads="1"/>
          </p:cNvSpPr>
          <p:nvPr/>
        </p:nvSpPr>
        <p:spPr bwMode="auto">
          <a:xfrm>
            <a:off x="263525" y="5962650"/>
            <a:ext cx="422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r>
              <a:rPr lang="en-US" altLang="en-US" sz="1400">
                <a:solidFill>
                  <a:srgbClr val="404040"/>
                </a:solidFill>
                <a:latin typeface="Gotham Light" charset="0"/>
              </a:rPr>
              <a:t>Smart home and building solutions.</a:t>
            </a:r>
          </a:p>
          <a:p>
            <a:pPr eaLnBrk="1" hangingPunct="1"/>
            <a:r>
              <a:rPr lang="en-US" altLang="en-US" sz="1400">
                <a:solidFill>
                  <a:srgbClr val="404040"/>
                </a:solidFill>
                <a:latin typeface="Gotham Light" charset="0"/>
              </a:rPr>
              <a:t>Global. Secure. Connected.</a:t>
            </a:r>
          </a:p>
        </p:txBody>
      </p:sp>
      <p:pic>
        <p:nvPicPr>
          <p:cNvPr id="5"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5663" y="4886325"/>
            <a:ext cx="2935287"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p:nvPr/>
        </p:nvSpPr>
        <p:spPr>
          <a:xfrm>
            <a:off x="3205163" y="1665288"/>
            <a:ext cx="2565400" cy="769937"/>
          </a:xfrm>
          <a:prstGeom prst="rect">
            <a:avLst/>
          </a:prstGeom>
          <a:noFill/>
        </p:spPr>
        <p:txBody>
          <a:bodyPr>
            <a:spAutoFit/>
          </a:bodyPr>
          <a:ls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a:lstStyle>
          <a:p>
            <a:pPr algn="ctr" eaLnBrk="1" fontAlgn="auto" hangingPunct="1">
              <a:spcBef>
                <a:spcPts val="0"/>
              </a:spcBef>
              <a:spcAft>
                <a:spcPts val="0"/>
              </a:spcAft>
              <a:defRPr/>
            </a:pPr>
            <a:r>
              <a:rPr lang="en-US" sz="4400" dirty="0">
                <a:solidFill>
                  <a:schemeClr val="tx1">
                    <a:lumMod val="75000"/>
                    <a:lumOff val="25000"/>
                  </a:schemeClr>
                </a:solidFill>
                <a:latin typeface="Gotham Medium"/>
                <a:ea typeface="+mn-ea"/>
                <a:cs typeface="Gotham Medium"/>
              </a:rPr>
              <a:t>Thanks.</a:t>
            </a:r>
          </a:p>
        </p:txBody>
      </p:sp>
      <p:sp>
        <p:nvSpPr>
          <p:cNvPr id="9" name="Text Placeholder 8"/>
          <p:cNvSpPr>
            <a:spLocks noGrp="1"/>
          </p:cNvSpPr>
          <p:nvPr>
            <p:ph type="body" sz="quarter" idx="10" hasCustomPrompt="1"/>
          </p:nvPr>
        </p:nvSpPr>
        <p:spPr>
          <a:xfrm>
            <a:off x="2712131" y="2686050"/>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[Full name of presenter]</a:t>
            </a:r>
          </a:p>
          <a:p>
            <a:pPr algn="ctr" eaLnBrk="1" hangingPunct="1"/>
            <a:endParaRPr lang="en-US" altLang="en-US" sz="1400" dirty="0">
              <a:solidFill>
                <a:srgbClr val="404040"/>
              </a:solidFill>
              <a:latin typeface="Gotham Light" charset="0"/>
            </a:endParaRPr>
          </a:p>
        </p:txBody>
      </p:sp>
      <p:sp>
        <p:nvSpPr>
          <p:cNvPr id="11" name="Content Placeholder 10"/>
          <p:cNvSpPr>
            <a:spLocks noGrp="1"/>
          </p:cNvSpPr>
          <p:nvPr>
            <p:ph sz="quarter" idx="12" hasCustomPrompt="1"/>
          </p:nvPr>
        </p:nvSpPr>
        <p:spPr>
          <a:xfrm>
            <a:off x="2702606" y="2960345"/>
            <a:ext cx="3552825" cy="252639"/>
          </a:xfrm>
        </p:spPr>
        <p:txBody>
          <a:bodyPr/>
          <a:lstStyle>
            <a:lvl1pPr marL="0" indent="0" algn="ctr">
              <a:buNone/>
              <a:defRPr sz="1000" baseline="0">
                <a:latin typeface="Gotham Light"/>
              </a:defRPr>
            </a:lvl1pPr>
          </a:lstStyle>
          <a:p>
            <a:pPr lvl="0"/>
            <a:r>
              <a:rPr lang="en-US" dirty="0"/>
              <a:t>[Position of presenter]</a:t>
            </a:r>
          </a:p>
        </p:txBody>
      </p:sp>
      <p:sp>
        <p:nvSpPr>
          <p:cNvPr id="12" name="Text Placeholder 8"/>
          <p:cNvSpPr>
            <a:spLocks noGrp="1"/>
          </p:cNvSpPr>
          <p:nvPr>
            <p:ph type="body" sz="quarter" idx="13" hasCustomPrompt="1"/>
          </p:nvPr>
        </p:nvSpPr>
        <p:spPr>
          <a:xfrm>
            <a:off x="2717579" y="3311978"/>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[Phone number]</a:t>
            </a:r>
          </a:p>
          <a:p>
            <a:pPr algn="ctr" eaLnBrk="1" hangingPunct="1"/>
            <a:endParaRPr lang="en-US" altLang="en-US" sz="1400" dirty="0">
              <a:solidFill>
                <a:srgbClr val="404040"/>
              </a:solidFill>
              <a:latin typeface="Gotham Light" charset="0"/>
            </a:endParaRPr>
          </a:p>
        </p:txBody>
      </p:sp>
      <p:sp>
        <p:nvSpPr>
          <p:cNvPr id="14" name="Text Placeholder 8"/>
          <p:cNvSpPr>
            <a:spLocks noGrp="1"/>
          </p:cNvSpPr>
          <p:nvPr>
            <p:ph type="body" sz="quarter" idx="14" hasCustomPrompt="1"/>
          </p:nvPr>
        </p:nvSpPr>
        <p:spPr>
          <a:xfrm>
            <a:off x="2714860" y="3595006"/>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[Email]</a:t>
            </a:r>
          </a:p>
          <a:p>
            <a:pPr algn="ctr" eaLnBrk="1" hangingPunct="1"/>
            <a:endParaRPr lang="en-US" altLang="en-US" sz="1400" dirty="0">
              <a:solidFill>
                <a:srgbClr val="404040"/>
              </a:solidFill>
              <a:latin typeface="Gotham Light" charset="0"/>
            </a:endParaRPr>
          </a:p>
        </p:txBody>
      </p:sp>
      <p:sp>
        <p:nvSpPr>
          <p:cNvPr id="15" name="TextBox 12"/>
          <p:cNvSpPr txBox="1">
            <a:spLocks noChangeArrowheads="1"/>
          </p:cNvSpPr>
          <p:nvPr/>
        </p:nvSpPr>
        <p:spPr bwMode="auto">
          <a:xfrm>
            <a:off x="2717579" y="3998787"/>
            <a:ext cx="35514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1400" dirty="0">
                <a:solidFill>
                  <a:srgbClr val="404040"/>
                </a:solidFill>
                <a:latin typeface="Gotham Light" charset="0"/>
              </a:rPr>
              <a:t>For general questions: </a:t>
            </a:r>
          </a:p>
          <a:p>
            <a:pPr algn="ctr" eaLnBrk="1" hangingPunct="1"/>
            <a:r>
              <a:rPr lang="en-US" altLang="en-US" sz="1400" dirty="0">
                <a:solidFill>
                  <a:srgbClr val="404040"/>
                </a:solidFill>
                <a:latin typeface="Gotham Light" charset="0"/>
              </a:rPr>
              <a:t>info@knx.org – www.knx.org</a:t>
            </a:r>
          </a:p>
        </p:txBody>
      </p:sp>
    </p:spTree>
    <p:extLst>
      <p:ext uri="{BB962C8B-B14F-4D97-AF65-F5344CB8AC3E}">
        <p14:creationId xmlns:p14="http://schemas.microsoft.com/office/powerpoint/2010/main" val="836271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556791"/>
            <a:ext cx="8856984" cy="4751933"/>
          </a:xfrm>
          <a:prstGeom prst="rect">
            <a:avLst/>
          </a:prstGeom>
        </p:spPr>
        <p:txBody>
          <a:bodyPr/>
          <a:lstStyle>
            <a:lvl2pPr>
              <a:defRPr sz="1800"/>
            </a:lvl2pPr>
            <a:lvl3pPr>
              <a:defRPr sz="15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014060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35496" y="909662"/>
            <a:ext cx="9073008" cy="503114"/>
          </a:xfrm>
          <a:prstGeom prst="rect">
            <a:avLst/>
          </a:prstGeom>
        </p:spPr>
        <p:txBody>
          <a:bodyPr/>
          <a:lstStyle/>
          <a:p>
            <a:r>
              <a:t>Cliquez pour modifier le style du titre principal</a:t>
            </a:r>
          </a:p>
        </p:txBody>
      </p:sp>
    </p:spTree>
    <p:extLst>
      <p:ext uri="{BB962C8B-B14F-4D97-AF65-F5344CB8AC3E}">
        <p14:creationId xmlns:p14="http://schemas.microsoft.com/office/powerpoint/2010/main" val="824345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5811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9332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14767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1133693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9258537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776642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7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21070"/>
            <a:ext cx="8229600" cy="49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t>Cliquez pour modifier le style du titre principal</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t>Modifier les styles de texte principal</a:t>
            </a:r>
          </a:p>
          <a:p>
            <a:pPr lvl="1"/>
            <a:r>
              <a:t>Deuxième niveau</a:t>
            </a:r>
          </a:p>
          <a:p>
            <a:pPr lvl="2"/>
            <a:r>
              <a:t>Troisième niveau</a:t>
            </a:r>
          </a:p>
          <a:p>
            <a:pPr lvl="3"/>
            <a:r>
              <a:t>Quatrième niveau</a:t>
            </a:r>
          </a:p>
          <a:p>
            <a:pPr lvl="4"/>
            <a:r>
              <a:t>Cinquième niveau</a:t>
            </a:r>
          </a:p>
        </p:txBody>
      </p:sp>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sz="1500">
                <a:solidFill>
                  <a:schemeClr val="bg1"/>
                </a:solidFill>
              </a:defRPr>
            </a:pPr>
            <a:r>
              <a:rPr>
                <a:latin typeface="Gotham Light" charset="0"/>
              </a:rPr>
              <a:t>Join </a:t>
            </a:r>
            <a:r>
              <a:rPr>
                <a:latin typeface="Gotham Medium" charset="0"/>
              </a:rPr>
              <a:t>us</a:t>
            </a:r>
          </a:p>
          <a:p>
            <a:pPr eaLnBrk="1" hangingPunct="1">
              <a:defRPr sz="800">
                <a:solidFill>
                  <a:schemeClr val="bg1"/>
                </a:solidFill>
                <a:latin typeface="Gotham Light" charset="0"/>
              </a:defRPr>
            </a:pPr>
            <a:r>
              <a:t>www.knx.org</a:t>
            </a:r>
          </a:p>
        </p:txBody>
      </p:sp>
      <p:sp>
        <p:nvSpPr>
          <p:cNvPr id="7"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endParaRPr>
              <a:solidFill>
                <a:srgbClr val="FFFFFF"/>
              </a:solidFill>
              <a:latin typeface="Gotham Medium"/>
              <a:ea typeface="MS PGothic" charset="0"/>
              <a:cs typeface="MS PGothic" charset="0"/>
            </a:endParaRPr>
          </a:p>
        </p:txBody>
      </p:sp>
      <p:pic>
        <p:nvPicPr>
          <p:cNvPr id="10" name="Imagen 21" descr="Worldmap.jpg"/>
          <p:cNvPicPr>
            <a:picLocks noChangeAspect="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p:cNvPicPr>
            <a:picLocks noChangeAspect="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482600" y="301718"/>
            <a:ext cx="1104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ector recto 20"/>
          <p:cNvCxnSpPr/>
          <p:nvPr/>
        </p:nvCxnSpPr>
        <p:spPr>
          <a:xfrm>
            <a:off x="0" y="1484784"/>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sz="1050">
                <a:solidFill>
                  <a:srgbClr val="FFFFFF"/>
                </a:solidFill>
                <a:latin typeface="Gotham Light"/>
                <a:cs typeface="Gotham Light"/>
              </a:defRPr>
            </a:pPr>
            <a:r>
              <a:t>Smart home and building solutions.</a:t>
            </a:r>
          </a:p>
          <a:p>
            <a:pPr eaLnBrk="1" hangingPunct="1">
              <a:defRPr sz="1050">
                <a:solidFill>
                  <a:srgbClr val="FFFFFF"/>
                </a:solidFill>
                <a:latin typeface="Gotham Light"/>
                <a:cs typeface="Gotham Light"/>
              </a:defRPr>
            </a:pPr>
            <a:r>
              <a:t>Global. Secure. Connected.</a:t>
            </a:r>
          </a:p>
        </p:txBody>
      </p:sp>
      <p:sp>
        <p:nvSpPr>
          <p:cNvPr id="14" name="TextBox 11"/>
          <p:cNvSpPr txBox="1">
            <a:spLocks noChangeArrowheads="1"/>
          </p:cNvSpPr>
          <p:nvPr/>
        </p:nvSpPr>
        <p:spPr bwMode="auto">
          <a:xfrm>
            <a:off x="8104188" y="6367462"/>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sz="1500">
                <a:solidFill>
                  <a:schemeClr val="bg1"/>
                </a:solidFill>
              </a:defRPr>
            </a:pPr>
            <a:r>
              <a:rPr>
                <a:latin typeface="Gotham Light" charset="0"/>
              </a:rPr>
              <a:t>Join </a:t>
            </a:r>
            <a:r>
              <a:rPr>
                <a:latin typeface="Gotham Medium" charset="0"/>
              </a:rPr>
              <a:t>us</a:t>
            </a:r>
          </a:p>
          <a:p>
            <a:pPr eaLnBrk="1" hangingPunct="1">
              <a:defRPr sz="800">
                <a:solidFill>
                  <a:schemeClr val="bg1"/>
                </a:solidFill>
                <a:latin typeface="Gotham Light" charset="0"/>
              </a:defRPr>
            </a:pPr>
            <a:r>
              <a:t>www.knx.org</a:t>
            </a:r>
          </a:p>
        </p:txBody>
      </p:sp>
    </p:spTree>
    <p:extLst>
      <p:ext uri="{BB962C8B-B14F-4D97-AF65-F5344CB8AC3E}">
        <p14:creationId xmlns:p14="http://schemas.microsoft.com/office/powerpoint/2010/main" val="3833210813"/>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70" r:id="rId16"/>
    <p:sldLayoutId id="2147483772" r:id="rId17"/>
  </p:sldLayoutIdLst>
  <p:txStyles>
    <p:titleStyle>
      <a:lvl1pPr algn="ctr" defTabSz="457200" rtl="0" eaLnBrk="1" fontAlgn="base" hangingPunct="1">
        <a:spcBef>
          <a:spcPct val="0"/>
        </a:spcBef>
        <a:spcAft>
          <a:spcPct val="0"/>
        </a:spcAft>
        <a:defRPr sz="2000" kern="1200">
          <a:solidFill>
            <a:schemeClr val="tx1"/>
          </a:solidFill>
          <a:latin typeface="Gotham Medium"/>
          <a:ea typeface="MS PGothic" panose="020B0600070205080204" pitchFamily="34" charset="-128"/>
          <a:cs typeface="Gotham Medium"/>
        </a:defRPr>
      </a:lvl1pPr>
      <a:lvl2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Gotham Light"/>
          <a:ea typeface="MS PGothic" panose="020B0600070205080204" pitchFamily="34" charset="-128"/>
          <a:cs typeface="Gotham Light"/>
        </a:defRPr>
      </a:lvl1pPr>
      <a:lvl2pPr marL="742950" indent="-285750" algn="l" defTabSz="457200" rtl="0" eaLnBrk="1" fontAlgn="base" hangingPunct="1">
        <a:spcBef>
          <a:spcPct val="20000"/>
        </a:spcBef>
        <a:spcAft>
          <a:spcPct val="0"/>
        </a:spcAft>
        <a:buFont typeface="Arial" panose="020B0604020202020204" pitchFamily="34" charset="0"/>
        <a:buChar char="–"/>
        <a:defRPr sz="1800" kern="1200">
          <a:solidFill>
            <a:schemeClr val="tx1"/>
          </a:solidFill>
          <a:latin typeface="Gotham Light"/>
          <a:ea typeface="MS PGothic" panose="020B0600070205080204" pitchFamily="34" charset="-128"/>
          <a:cs typeface="Gotham Light"/>
        </a:defRPr>
      </a:lvl2pPr>
      <a:lvl3pPr marL="11430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3pPr>
      <a:lvl4pPr marL="16002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4pPr>
      <a:lvl5pPr marL="20574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8.emf"/><Relationship Id="rId5" Type="http://schemas.openxmlformats.org/officeDocument/2006/relationships/oleObject" Target="../embeddings/oleObject2.bin"/><Relationship Id="rId4" Type="http://schemas.openxmlformats.org/officeDocument/2006/relationships/image" Target="../media/image7.emf"/></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10.emf"/></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0.xml"/><Relationship Id="rId1" Type="http://schemas.openxmlformats.org/officeDocument/2006/relationships/slideLayout" Target="../slideLayouts/slideLayout10.xml"/><Relationship Id="rId4" Type="http://schemas.openxmlformats.org/officeDocument/2006/relationships/image" Target="../media/image14.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1.xml"/><Relationship Id="rId1" Type="http://schemas.openxmlformats.org/officeDocument/2006/relationships/slideLayout" Target="../slideLayouts/slideLayout10.xml"/><Relationship Id="rId4" Type="http://schemas.openxmlformats.org/officeDocument/2006/relationships/image" Target="../media/image15.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2.xml"/><Relationship Id="rId1" Type="http://schemas.openxmlformats.org/officeDocument/2006/relationships/slideLayout" Target="../slideLayouts/slideLayout10.xml"/><Relationship Id="rId4" Type="http://schemas.openxmlformats.org/officeDocument/2006/relationships/image" Target="../media/image16.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3.xml"/><Relationship Id="rId1" Type="http://schemas.openxmlformats.org/officeDocument/2006/relationships/slideLayout" Target="../slideLayouts/slideLayout10.xml"/><Relationship Id="rId4" Type="http://schemas.openxmlformats.org/officeDocument/2006/relationships/image" Target="../media/image17.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4048-93B1-4D7E-924E-3B2609D395A8}"/>
              </a:ext>
            </a:extLst>
          </p:cNvPr>
          <p:cNvSpPr>
            <a:spLocks noGrp="1"/>
          </p:cNvSpPr>
          <p:nvPr>
            <p:ph type="ctrTitle"/>
          </p:nvPr>
        </p:nvSpPr>
        <p:spPr/>
        <p:txBody>
          <a:bodyPr/>
          <a:lstStyle/>
          <a:p>
            <a:r>
              <a:t>COURS AVANCÉ KNX</a:t>
            </a:r>
            <a:endParaRPr sz="2400" b="0">
              <a:solidFill>
                <a:srgbClr val="0C4B9D"/>
              </a:solidFill>
              <a:latin typeface="+mn-lt"/>
              <a:ea typeface="+mn-ea"/>
              <a:cs typeface="+mn-cs"/>
            </a:endParaRPr>
          </a:p>
        </p:txBody>
      </p:sp>
      <p:sp>
        <p:nvSpPr>
          <p:cNvPr id="8" name="Subtitle 2">
            <a:extLst>
              <a:ext uri="{FF2B5EF4-FFF2-40B4-BE49-F238E27FC236}">
                <a16:creationId xmlns:a16="http://schemas.microsoft.com/office/drawing/2014/main" id="{4AD0C2BC-0F89-4FA7-ABF3-8E3EFEC4BCA3}"/>
              </a:ext>
            </a:extLst>
          </p:cNvPr>
          <p:cNvSpPr>
            <a:spLocks noGrp="1"/>
          </p:cNvSpPr>
          <p:nvPr>
            <p:ph type="subTitle" idx="1"/>
          </p:nvPr>
        </p:nvSpPr>
        <p:spPr/>
        <p:txBody>
          <a:bodyPr/>
          <a:lstStyle/>
          <a:p>
            <a:pPr>
              <a:defRPr sz="2400"/>
            </a:pPr>
            <a:r>
              <a:t>Les coupleurs</a:t>
            </a:r>
          </a:p>
        </p:txBody>
      </p:sp>
    </p:spTree>
    <p:extLst>
      <p:ext uri="{BB962C8B-B14F-4D97-AF65-F5344CB8AC3E}">
        <p14:creationId xmlns:p14="http://schemas.microsoft.com/office/powerpoint/2010/main" val="245980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t>Les coupleurs</a:t>
            </a:r>
          </a:p>
        </p:txBody>
      </p:sp>
      <p:sp>
        <p:nvSpPr>
          <p:cNvPr id="4" name="Content Placeholder 1">
            <a:extLst>
              <a:ext uri="{FF2B5EF4-FFF2-40B4-BE49-F238E27FC236}">
                <a16:creationId xmlns:a16="http://schemas.microsoft.com/office/drawing/2014/main" id="{781E74C5-624A-44BE-9154-39E9F596BCF6}"/>
              </a:ext>
            </a:extLst>
          </p:cNvPr>
          <p:cNvSpPr txBox="1">
            <a:spLocks/>
          </p:cNvSpPr>
          <p:nvPr/>
        </p:nvSpPr>
        <p:spPr>
          <a:xfrm>
            <a:off x="971600" y="1412875"/>
            <a:ext cx="7560840"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Font typeface="Wingdings" pitchFamily="2" charset="2"/>
              <a:buNone/>
              <a:defRPr sz="2000"/>
            </a:pPr>
            <a:r>
              <a:t>Des dispositifs systèmes permettant une structure hiérarchique du système KNX</a:t>
            </a:r>
          </a:p>
          <a:p>
            <a:endParaRPr sz="2000" kern="0"/>
          </a:p>
          <a:p>
            <a:pPr marL="0" indent="0">
              <a:buFont typeface="Wingdings" pitchFamily="2" charset="2"/>
              <a:buNone/>
              <a:defRPr sz="2000"/>
            </a:pPr>
            <a:r>
              <a:t>Avantages :</a:t>
            </a:r>
          </a:p>
          <a:p>
            <a:pPr marL="0" indent="0">
              <a:buFont typeface="Wingdings" pitchFamily="2" charset="2"/>
              <a:buNone/>
            </a:pPr>
            <a:endParaRPr sz="800" kern="0"/>
          </a:p>
          <a:p>
            <a:pPr marL="457200" indent="-457200">
              <a:buFont typeface="+mj-lt"/>
              <a:buAutoNum type="arabicPeriod"/>
              <a:defRPr sz="2000">
                <a:ea typeface="ＭＳ Ｐゴシック" pitchFamily="-97" charset="-128"/>
                <a:cs typeface="Arial" pitchFamily="34" charset="0"/>
              </a:defRPr>
            </a:pPr>
            <a:r>
              <a:rPr>
                <a:solidFill>
                  <a:schemeClr val="bg2">
                    <a:lumMod val="25000"/>
                  </a:schemeClr>
                </a:solidFill>
              </a:rPr>
              <a:t>Permet de </a:t>
            </a:r>
            <a:r>
              <a:t>transférer des données </a:t>
            </a:r>
            <a:r>
              <a:rPr>
                <a:solidFill>
                  <a:schemeClr val="bg2">
                    <a:lumMod val="25000"/>
                  </a:schemeClr>
                </a:solidFill>
              </a:rPr>
              <a:t>entre des parties électriquement indépendantes d'une installation KNX. </a:t>
            </a:r>
          </a:p>
          <a:p>
            <a:pPr marL="457200" indent="-457200">
              <a:buFont typeface="+mj-lt"/>
              <a:buAutoNum type="arabicPeriod"/>
            </a:pPr>
            <a:endParaRPr sz="2000" kern="0">
              <a:solidFill>
                <a:schemeClr val="bg2">
                  <a:lumMod val="25000"/>
                </a:schemeClr>
              </a:solidFill>
              <a:ea typeface="ＭＳ Ｐゴシック" pitchFamily="-97" charset="-128"/>
              <a:cs typeface="Arial" pitchFamily="34" charset="0"/>
            </a:endParaRPr>
          </a:p>
          <a:p>
            <a:pPr marL="457200" indent="-457200" algn="just" eaLnBrk="1" hangingPunct="1">
              <a:buFont typeface="+mj-lt"/>
              <a:buAutoNum type="arabicPeriod"/>
              <a:defRPr sz="2000">
                <a:ea typeface="ＭＳ Ｐゴシック" pitchFamily="-97" charset="-128"/>
                <a:cs typeface="Arial" pitchFamily="34" charset="0"/>
              </a:defRPr>
            </a:pPr>
            <a:r>
              <a:rPr>
                <a:solidFill>
                  <a:schemeClr val="bg2">
                    <a:lumMod val="25000"/>
                  </a:schemeClr>
                </a:solidFill>
              </a:rPr>
              <a:t>Réduire le </a:t>
            </a:r>
            <a:r>
              <a:t>trafic de télégrammes </a:t>
            </a:r>
            <a:r>
              <a:rPr>
                <a:solidFill>
                  <a:schemeClr val="bg2">
                    <a:lumMod val="25000"/>
                  </a:schemeClr>
                </a:solidFill>
              </a:rPr>
              <a:t>dans l'ensemble de l'installation en utilisant des tables de filtrage</a:t>
            </a:r>
            <a:r>
              <a:t>.</a:t>
            </a:r>
          </a:p>
          <a:p>
            <a:pPr marL="457200" indent="-457200" algn="just" eaLnBrk="1" hangingPunct="1">
              <a:buFont typeface="+mj-lt"/>
              <a:buAutoNum type="arabicPeriod"/>
            </a:pPr>
            <a:endParaRPr sz="2000" kern="0">
              <a:solidFill>
                <a:schemeClr val="bg2">
                  <a:lumMod val="25000"/>
                </a:schemeClr>
              </a:solidFill>
              <a:ea typeface="ＭＳ Ｐゴシック" pitchFamily="-97" charset="-128"/>
              <a:cs typeface="Arial" pitchFamily="34" charset="0"/>
            </a:endParaRPr>
          </a:p>
          <a:p>
            <a:pPr marL="457200" indent="-457200">
              <a:buFont typeface="+mj-lt"/>
              <a:buAutoNum type="arabicPeriod"/>
              <a:defRPr sz="2000">
                <a:ea typeface="ＭＳ Ｐゴシック" pitchFamily="-97" charset="-128"/>
                <a:cs typeface="Arial" pitchFamily="34" charset="0"/>
              </a:defRPr>
            </a:pPr>
            <a:r>
              <a:rPr>
                <a:solidFill>
                  <a:schemeClr val="bg2">
                    <a:lumMod val="25000"/>
                  </a:schemeClr>
                </a:solidFill>
              </a:rPr>
              <a:t>Les tableaux de filtrage peuvent être calculés </a:t>
            </a:r>
            <a:r>
              <a:t>automatiquement ou édités manuellement </a:t>
            </a:r>
            <a:r>
              <a:rPr>
                <a:solidFill>
                  <a:schemeClr val="bg2">
                    <a:lumMod val="25000"/>
                  </a:schemeClr>
                </a:solidFill>
              </a:rPr>
              <a:t>dans ETS</a:t>
            </a:r>
          </a:p>
        </p:txBody>
      </p:sp>
    </p:spTree>
    <p:extLst>
      <p:ext uri="{BB962C8B-B14F-4D97-AF65-F5344CB8AC3E}">
        <p14:creationId xmlns:p14="http://schemas.microsoft.com/office/powerpoint/2010/main" val="998842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t>Type de Coupleurs</a:t>
            </a:r>
          </a:p>
        </p:txBody>
      </p:sp>
      <p:grpSp>
        <p:nvGrpSpPr>
          <p:cNvPr id="4" name="Group 3">
            <a:extLst>
              <a:ext uri="{FF2B5EF4-FFF2-40B4-BE49-F238E27FC236}">
                <a16:creationId xmlns:a16="http://schemas.microsoft.com/office/drawing/2014/main" id="{580BD65B-1ABD-4702-8247-2047499E364A}"/>
              </a:ext>
            </a:extLst>
          </p:cNvPr>
          <p:cNvGrpSpPr>
            <a:grpSpLocks/>
          </p:cNvGrpSpPr>
          <p:nvPr/>
        </p:nvGrpSpPr>
        <p:grpSpPr bwMode="auto">
          <a:xfrm>
            <a:off x="777162" y="1739900"/>
            <a:ext cx="6931025" cy="912813"/>
            <a:chOff x="978146" y="1739900"/>
            <a:chExt cx="6930779" cy="912813"/>
          </a:xfrm>
        </p:grpSpPr>
        <p:sp>
          <p:nvSpPr>
            <p:cNvPr id="5" name="Rectangle 89">
              <a:extLst>
                <a:ext uri="{FF2B5EF4-FFF2-40B4-BE49-F238E27FC236}">
                  <a16:creationId xmlns:a16="http://schemas.microsoft.com/office/drawing/2014/main" id="{B43832D7-E41C-45A9-ADC9-5BD8AAFBA46A}"/>
                </a:ext>
              </a:extLst>
            </p:cNvPr>
            <p:cNvSpPr>
              <a:spLocks noChangeArrowheads="1"/>
            </p:cNvSpPr>
            <p:nvPr/>
          </p:nvSpPr>
          <p:spPr bwMode="auto">
            <a:xfrm>
              <a:off x="3000549" y="1779588"/>
              <a:ext cx="842932" cy="258762"/>
            </a:xfrm>
            <a:prstGeom prst="rect">
              <a:avLst/>
            </a:prstGeom>
            <a:noFill/>
            <a:ln w="12700">
              <a:noFill/>
              <a:miter lim="800000"/>
              <a:headEnd/>
              <a:tailEnd/>
            </a:ln>
          </p:spPr>
          <p:txBody>
            <a:bodyPr wrap="none" lIns="90488" tIns="44450" rIns="90488" bIns="44450">
              <a:spAutoFit/>
            </a:bodyPr>
            <a:lstStyle/>
            <a:p>
              <a:pPr defTabSz="762000" fontAlgn="auto">
                <a:spcBef>
                  <a:spcPts val="0"/>
                </a:spcBef>
                <a:spcAft>
                  <a:spcPts val="0"/>
                </a:spcAft>
                <a:defRPr sz="1100" b="1">
                  <a:solidFill>
                    <a:sysClr val="windowText" lastClr="000000"/>
                  </a:solidFill>
                </a:defRPr>
              </a:pPr>
              <a:r>
                <a:t>Zone</a:t>
              </a:r>
            </a:p>
          </p:txBody>
        </p:sp>
        <p:sp>
          <p:nvSpPr>
            <p:cNvPr id="6" name="Line 91">
              <a:extLst>
                <a:ext uri="{FF2B5EF4-FFF2-40B4-BE49-F238E27FC236}">
                  <a16:creationId xmlns:a16="http://schemas.microsoft.com/office/drawing/2014/main" id="{0FC6A59E-A30D-4111-854F-827CEEA38B9F}"/>
                </a:ext>
              </a:extLst>
            </p:cNvPr>
            <p:cNvSpPr>
              <a:spLocks noChangeShapeType="1"/>
            </p:cNvSpPr>
            <p:nvPr/>
          </p:nvSpPr>
          <p:spPr bwMode="auto">
            <a:xfrm>
              <a:off x="1679796" y="1779588"/>
              <a:ext cx="6229129"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7" name="Line 100">
              <a:extLst>
                <a:ext uri="{FF2B5EF4-FFF2-40B4-BE49-F238E27FC236}">
                  <a16:creationId xmlns:a16="http://schemas.microsoft.com/office/drawing/2014/main" id="{0E278190-BC72-40C0-BA92-92FF7654E354}"/>
                </a:ext>
              </a:extLst>
            </p:cNvPr>
            <p:cNvSpPr>
              <a:spLocks noChangeShapeType="1"/>
            </p:cNvSpPr>
            <p:nvPr/>
          </p:nvSpPr>
          <p:spPr bwMode="auto">
            <a:xfrm>
              <a:off x="4302253" y="2625725"/>
              <a:ext cx="2150986"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8" name="Line 101">
              <a:extLst>
                <a:ext uri="{FF2B5EF4-FFF2-40B4-BE49-F238E27FC236}">
                  <a16:creationId xmlns:a16="http://schemas.microsoft.com/office/drawing/2014/main" id="{44ABFE81-C782-4BBB-B823-3C8FCF24D34D}"/>
                </a:ext>
              </a:extLst>
            </p:cNvPr>
            <p:cNvSpPr>
              <a:spLocks noChangeShapeType="1"/>
            </p:cNvSpPr>
            <p:nvPr/>
          </p:nvSpPr>
          <p:spPr bwMode="auto">
            <a:xfrm>
              <a:off x="5702378" y="1781175"/>
              <a:ext cx="0" cy="833438"/>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grpSp>
          <p:nvGrpSpPr>
            <p:cNvPr id="9" name="Group 103">
              <a:extLst>
                <a:ext uri="{FF2B5EF4-FFF2-40B4-BE49-F238E27FC236}">
                  <a16:creationId xmlns:a16="http://schemas.microsoft.com/office/drawing/2014/main" id="{5AFFB690-6E43-407E-AC18-3C99F0D2E412}"/>
                </a:ext>
              </a:extLst>
            </p:cNvPr>
            <p:cNvGrpSpPr>
              <a:grpSpLocks/>
            </p:cNvGrpSpPr>
            <p:nvPr/>
          </p:nvGrpSpPr>
          <p:grpSpPr bwMode="auto">
            <a:xfrm>
              <a:off x="5362357" y="2011363"/>
              <a:ext cx="709612" cy="452437"/>
              <a:chOff x="4349" y="688"/>
              <a:chExt cx="553" cy="369"/>
            </a:xfrm>
          </p:grpSpPr>
          <p:sp>
            <p:nvSpPr>
              <p:cNvPr id="21" name="Freeform 104">
                <a:extLst>
                  <a:ext uri="{FF2B5EF4-FFF2-40B4-BE49-F238E27FC236}">
                    <a16:creationId xmlns:a16="http://schemas.microsoft.com/office/drawing/2014/main" id="{D24C2E10-A61C-492B-9274-55D6DF8ECA45}"/>
                  </a:ext>
                </a:extLst>
              </p:cNvPr>
              <p:cNvSpPr>
                <a:spLocks/>
              </p:cNvSpPr>
              <p:nvPr/>
            </p:nvSpPr>
            <p:spPr bwMode="auto">
              <a:xfrm>
                <a:off x="4368" y="704"/>
                <a:ext cx="534" cy="353"/>
              </a:xfrm>
              <a:custGeom>
                <a:avLst/>
                <a:gdLst>
                  <a:gd name="T0" fmla="*/ 0 w 534"/>
                  <a:gd name="T1" fmla="*/ 0 h 354"/>
                  <a:gd name="T2" fmla="*/ 533 w 534"/>
                  <a:gd name="T3" fmla="*/ 0 h 354"/>
                  <a:gd name="T4" fmla="*/ 533 w 534"/>
                  <a:gd name="T5" fmla="*/ 353 h 354"/>
                  <a:gd name="T6" fmla="*/ 0 w 534"/>
                  <a:gd name="T7" fmla="*/ 353 h 354"/>
                  <a:gd name="T8" fmla="*/ 0 w 534"/>
                  <a:gd name="T9" fmla="*/ 0 h 354"/>
                  <a:gd name="T10" fmla="*/ 0 60000 65536"/>
                  <a:gd name="T11" fmla="*/ 0 60000 65536"/>
                  <a:gd name="T12" fmla="*/ 0 60000 65536"/>
                  <a:gd name="T13" fmla="*/ 0 60000 65536"/>
                  <a:gd name="T14" fmla="*/ 0 60000 65536"/>
                  <a:gd name="T15" fmla="*/ 0 w 534"/>
                  <a:gd name="T16" fmla="*/ 0 h 354"/>
                  <a:gd name="T17" fmla="*/ 534 w 534"/>
                  <a:gd name="T18" fmla="*/ 354 h 354"/>
                </a:gdLst>
                <a:ahLst/>
                <a:cxnLst>
                  <a:cxn ang="T10">
                    <a:pos x="T0" y="T1"/>
                  </a:cxn>
                  <a:cxn ang="T11">
                    <a:pos x="T2" y="T3"/>
                  </a:cxn>
                  <a:cxn ang="T12">
                    <a:pos x="T4" y="T5"/>
                  </a:cxn>
                  <a:cxn ang="T13">
                    <a:pos x="T6" y="T7"/>
                  </a:cxn>
                  <a:cxn ang="T14">
                    <a:pos x="T8" y="T9"/>
                  </a:cxn>
                </a:cxnLst>
                <a:rect l="T15" t="T16" r="T17" b="T18"/>
                <a:pathLst>
                  <a:path w="534" h="354">
                    <a:moveTo>
                      <a:pt x="0" y="0"/>
                    </a:moveTo>
                    <a:lnTo>
                      <a:pt x="533" y="0"/>
                    </a:lnTo>
                    <a:lnTo>
                      <a:pt x="533"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grpSp>
            <p:nvGrpSpPr>
              <p:cNvPr id="22" name="Group 105">
                <a:extLst>
                  <a:ext uri="{FF2B5EF4-FFF2-40B4-BE49-F238E27FC236}">
                    <a16:creationId xmlns:a16="http://schemas.microsoft.com/office/drawing/2014/main" id="{980AEBC6-2872-48AF-9FC2-69E50992E472}"/>
                  </a:ext>
                </a:extLst>
              </p:cNvPr>
              <p:cNvGrpSpPr>
                <a:grpSpLocks/>
              </p:cNvGrpSpPr>
              <p:nvPr/>
            </p:nvGrpSpPr>
            <p:grpSpPr bwMode="auto">
              <a:xfrm>
                <a:off x="4349" y="688"/>
                <a:ext cx="531" cy="351"/>
                <a:chOff x="4349" y="688"/>
                <a:chExt cx="531" cy="351"/>
              </a:xfrm>
            </p:grpSpPr>
            <p:sp>
              <p:nvSpPr>
                <p:cNvPr id="23" name="Freeform 106">
                  <a:extLst>
                    <a:ext uri="{FF2B5EF4-FFF2-40B4-BE49-F238E27FC236}">
                      <a16:creationId xmlns:a16="http://schemas.microsoft.com/office/drawing/2014/main" id="{FD8F50F5-1AE3-41D7-81C3-64B68261ECFE}"/>
                    </a:ext>
                  </a:extLst>
                </p:cNvPr>
                <p:cNvSpPr>
                  <a:spLocks/>
                </p:cNvSpPr>
                <p:nvPr/>
              </p:nvSpPr>
              <p:spPr bwMode="auto">
                <a:xfrm>
                  <a:off x="4349" y="688"/>
                  <a:ext cx="531" cy="351"/>
                </a:xfrm>
                <a:custGeom>
                  <a:avLst/>
                  <a:gdLst>
                    <a:gd name="T0" fmla="*/ 0 w 531"/>
                    <a:gd name="T1" fmla="*/ 0 h 351"/>
                    <a:gd name="T2" fmla="*/ 530 w 531"/>
                    <a:gd name="T3" fmla="*/ 0 h 351"/>
                    <a:gd name="T4" fmla="*/ 530 w 531"/>
                    <a:gd name="T5" fmla="*/ 350 h 351"/>
                    <a:gd name="T6" fmla="*/ 0 w 531"/>
                    <a:gd name="T7" fmla="*/ 350 h 351"/>
                    <a:gd name="T8" fmla="*/ 0 w 531"/>
                    <a:gd name="T9" fmla="*/ 0 h 351"/>
                    <a:gd name="T10" fmla="*/ 0 60000 65536"/>
                    <a:gd name="T11" fmla="*/ 0 60000 65536"/>
                    <a:gd name="T12" fmla="*/ 0 60000 65536"/>
                    <a:gd name="T13" fmla="*/ 0 60000 65536"/>
                    <a:gd name="T14" fmla="*/ 0 60000 65536"/>
                    <a:gd name="T15" fmla="*/ 0 w 531"/>
                    <a:gd name="T16" fmla="*/ 0 h 351"/>
                    <a:gd name="T17" fmla="*/ 531 w 531"/>
                    <a:gd name="T18" fmla="*/ 351 h 351"/>
                  </a:gdLst>
                  <a:ahLst/>
                  <a:cxnLst>
                    <a:cxn ang="T10">
                      <a:pos x="T0" y="T1"/>
                    </a:cxn>
                    <a:cxn ang="T11">
                      <a:pos x="T2" y="T3"/>
                    </a:cxn>
                    <a:cxn ang="T12">
                      <a:pos x="T4" y="T5"/>
                    </a:cxn>
                    <a:cxn ang="T13">
                      <a:pos x="T6" y="T7"/>
                    </a:cxn>
                    <a:cxn ang="T14">
                      <a:pos x="T8" y="T9"/>
                    </a:cxn>
                  </a:cxnLst>
                  <a:rect l="T15" t="T16" r="T17" b="T18"/>
                  <a:pathLst>
                    <a:path w="531" h="351">
                      <a:moveTo>
                        <a:pt x="0" y="0"/>
                      </a:moveTo>
                      <a:lnTo>
                        <a:pt x="530" y="0"/>
                      </a:lnTo>
                      <a:lnTo>
                        <a:pt x="530" y="350"/>
                      </a:lnTo>
                      <a:lnTo>
                        <a:pt x="0" y="350"/>
                      </a:lnTo>
                      <a:lnTo>
                        <a:pt x="0" y="0"/>
                      </a:lnTo>
                    </a:path>
                  </a:pathLst>
                </a:custGeom>
                <a:solidFill>
                  <a:srgbClr val="369226"/>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24" name="Rectangle 107">
                  <a:extLst>
                    <a:ext uri="{FF2B5EF4-FFF2-40B4-BE49-F238E27FC236}">
                      <a16:creationId xmlns:a16="http://schemas.microsoft.com/office/drawing/2014/main" id="{68D4F547-4294-438B-B9A4-9FCD1CF747E7}"/>
                    </a:ext>
                  </a:extLst>
                </p:cNvPr>
                <p:cNvSpPr>
                  <a:spLocks noChangeArrowheads="1"/>
                </p:cNvSpPr>
                <p:nvPr/>
              </p:nvSpPr>
              <p:spPr bwMode="auto">
                <a:xfrm>
                  <a:off x="4453" y="749"/>
                  <a:ext cx="302" cy="211"/>
                </a:xfrm>
                <a:prstGeom prst="rect">
                  <a:avLst/>
                </a:prstGeom>
                <a:gradFill rotWithShape="1">
                  <a:gsLst>
                    <a:gs pos="79000">
                      <a:srgbClr val="369226"/>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FFFFFF"/>
                      </a:solidFill>
                      <a:latin typeface="Arial"/>
                      <a:cs typeface="Arial"/>
                    </a:defRPr>
                  </a:pPr>
                  <a:r>
                    <a:t>C</a:t>
                  </a:r>
                  <a:r>
                    <a:rPr>
                      <a:ea typeface="+mn-ea"/>
                    </a:rPr>
                    <a:t>Z</a:t>
                  </a:r>
                </a:p>
              </p:txBody>
            </p:sp>
          </p:grpSp>
        </p:grpSp>
        <p:sp>
          <p:nvSpPr>
            <p:cNvPr id="10" name="Oval 109">
              <a:extLst>
                <a:ext uri="{FF2B5EF4-FFF2-40B4-BE49-F238E27FC236}">
                  <a16:creationId xmlns:a16="http://schemas.microsoft.com/office/drawing/2014/main" id="{297AF39D-FF1A-4077-B75C-3CF68A318032}"/>
                </a:ext>
              </a:extLst>
            </p:cNvPr>
            <p:cNvSpPr>
              <a:spLocks noChangeArrowheads="1"/>
            </p:cNvSpPr>
            <p:nvPr/>
          </p:nvSpPr>
          <p:spPr bwMode="auto">
            <a:xfrm>
              <a:off x="5692854" y="1762125"/>
              <a:ext cx="20636" cy="19050"/>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sp>
          <p:nvSpPr>
            <p:cNvPr id="11" name="Line 123">
              <a:extLst>
                <a:ext uri="{FF2B5EF4-FFF2-40B4-BE49-F238E27FC236}">
                  <a16:creationId xmlns:a16="http://schemas.microsoft.com/office/drawing/2014/main" id="{D33C5C56-FA35-4230-938C-58FD8C872AD1}"/>
                </a:ext>
              </a:extLst>
            </p:cNvPr>
            <p:cNvSpPr>
              <a:spLocks noChangeShapeType="1"/>
            </p:cNvSpPr>
            <p:nvPr/>
          </p:nvSpPr>
          <p:spPr bwMode="auto">
            <a:xfrm flipV="1">
              <a:off x="1740119" y="1739900"/>
              <a:ext cx="0" cy="912813"/>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12" name="Line 134">
              <a:extLst>
                <a:ext uri="{FF2B5EF4-FFF2-40B4-BE49-F238E27FC236}">
                  <a16:creationId xmlns:a16="http://schemas.microsoft.com/office/drawing/2014/main" id="{A8281F12-C030-479A-84F8-1E6C0932788E}"/>
                </a:ext>
              </a:extLst>
            </p:cNvPr>
            <p:cNvSpPr>
              <a:spLocks noChangeShapeType="1"/>
            </p:cNvSpPr>
            <p:nvPr/>
          </p:nvSpPr>
          <p:spPr bwMode="auto">
            <a:xfrm>
              <a:off x="978146" y="2624138"/>
              <a:ext cx="1963667" cy="14287"/>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13" name="Freeform 136">
              <a:extLst>
                <a:ext uri="{FF2B5EF4-FFF2-40B4-BE49-F238E27FC236}">
                  <a16:creationId xmlns:a16="http://schemas.microsoft.com/office/drawing/2014/main" id="{E417692C-F282-4EA2-B80D-43E9F9C668EE}"/>
                </a:ext>
              </a:extLst>
            </p:cNvPr>
            <p:cNvSpPr>
              <a:spLocks/>
            </p:cNvSpPr>
            <p:nvPr/>
          </p:nvSpPr>
          <p:spPr bwMode="auto">
            <a:xfrm>
              <a:off x="1438505" y="2019300"/>
              <a:ext cx="685776" cy="431800"/>
            </a:xfrm>
            <a:custGeom>
              <a:avLst/>
              <a:gdLst>
                <a:gd name="T0" fmla="*/ 0 w 534"/>
                <a:gd name="T1" fmla="*/ 0 h 354"/>
                <a:gd name="T2" fmla="*/ 533 w 534"/>
                <a:gd name="T3" fmla="*/ 0 h 354"/>
                <a:gd name="T4" fmla="*/ 533 w 534"/>
                <a:gd name="T5" fmla="*/ 353 h 354"/>
                <a:gd name="T6" fmla="*/ 0 w 534"/>
                <a:gd name="T7" fmla="*/ 353 h 354"/>
                <a:gd name="T8" fmla="*/ 0 w 534"/>
                <a:gd name="T9" fmla="*/ 0 h 354"/>
                <a:gd name="T10" fmla="*/ 0 60000 65536"/>
                <a:gd name="T11" fmla="*/ 0 60000 65536"/>
                <a:gd name="T12" fmla="*/ 0 60000 65536"/>
                <a:gd name="T13" fmla="*/ 0 60000 65536"/>
                <a:gd name="T14" fmla="*/ 0 60000 65536"/>
                <a:gd name="T15" fmla="*/ 0 w 534"/>
                <a:gd name="T16" fmla="*/ 0 h 354"/>
                <a:gd name="T17" fmla="*/ 534 w 534"/>
                <a:gd name="T18" fmla="*/ 354 h 354"/>
              </a:gdLst>
              <a:ahLst/>
              <a:cxnLst>
                <a:cxn ang="T10">
                  <a:pos x="T0" y="T1"/>
                </a:cxn>
                <a:cxn ang="T11">
                  <a:pos x="T2" y="T3"/>
                </a:cxn>
                <a:cxn ang="T12">
                  <a:pos x="T4" y="T5"/>
                </a:cxn>
                <a:cxn ang="T13">
                  <a:pos x="T6" y="T7"/>
                </a:cxn>
                <a:cxn ang="T14">
                  <a:pos x="T8" y="T9"/>
                </a:cxn>
              </a:cxnLst>
              <a:rect l="T15" t="T16" r="T17" b="T18"/>
              <a:pathLst>
                <a:path w="534" h="354">
                  <a:moveTo>
                    <a:pt x="0" y="0"/>
                  </a:moveTo>
                  <a:lnTo>
                    <a:pt x="533" y="0"/>
                  </a:lnTo>
                  <a:lnTo>
                    <a:pt x="533"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grpSp>
          <p:nvGrpSpPr>
            <p:cNvPr id="14" name="Group 137">
              <a:extLst>
                <a:ext uri="{FF2B5EF4-FFF2-40B4-BE49-F238E27FC236}">
                  <a16:creationId xmlns:a16="http://schemas.microsoft.com/office/drawing/2014/main" id="{F8FB95A9-2081-4CFF-B45C-E7836B718ED7}"/>
                </a:ext>
              </a:extLst>
            </p:cNvPr>
            <p:cNvGrpSpPr>
              <a:grpSpLocks/>
            </p:cNvGrpSpPr>
            <p:nvPr/>
          </p:nvGrpSpPr>
          <p:grpSpPr bwMode="auto">
            <a:xfrm>
              <a:off x="1414265" y="2000250"/>
              <a:ext cx="681382" cy="428857"/>
              <a:chOff x="1096" y="678"/>
              <a:chExt cx="531" cy="351"/>
            </a:xfrm>
          </p:grpSpPr>
          <p:sp>
            <p:nvSpPr>
              <p:cNvPr id="19" name="Freeform 138">
                <a:extLst>
                  <a:ext uri="{FF2B5EF4-FFF2-40B4-BE49-F238E27FC236}">
                    <a16:creationId xmlns:a16="http://schemas.microsoft.com/office/drawing/2014/main" id="{00EB24DA-04A6-4B6B-801F-39B4781847AD}"/>
                  </a:ext>
                </a:extLst>
              </p:cNvPr>
              <p:cNvSpPr>
                <a:spLocks/>
              </p:cNvSpPr>
              <p:nvPr/>
            </p:nvSpPr>
            <p:spPr bwMode="auto">
              <a:xfrm>
                <a:off x="1096" y="678"/>
                <a:ext cx="531" cy="351"/>
              </a:xfrm>
              <a:custGeom>
                <a:avLst/>
                <a:gdLst>
                  <a:gd name="T0" fmla="*/ 0 w 531"/>
                  <a:gd name="T1" fmla="*/ 0 h 351"/>
                  <a:gd name="T2" fmla="*/ 530 w 531"/>
                  <a:gd name="T3" fmla="*/ 0 h 351"/>
                  <a:gd name="T4" fmla="*/ 530 w 531"/>
                  <a:gd name="T5" fmla="*/ 350 h 351"/>
                  <a:gd name="T6" fmla="*/ 0 w 531"/>
                  <a:gd name="T7" fmla="*/ 350 h 351"/>
                  <a:gd name="T8" fmla="*/ 0 w 531"/>
                  <a:gd name="T9" fmla="*/ 0 h 351"/>
                  <a:gd name="T10" fmla="*/ 0 60000 65536"/>
                  <a:gd name="T11" fmla="*/ 0 60000 65536"/>
                  <a:gd name="T12" fmla="*/ 0 60000 65536"/>
                  <a:gd name="T13" fmla="*/ 0 60000 65536"/>
                  <a:gd name="T14" fmla="*/ 0 60000 65536"/>
                  <a:gd name="T15" fmla="*/ 0 w 531"/>
                  <a:gd name="T16" fmla="*/ 0 h 351"/>
                  <a:gd name="T17" fmla="*/ 531 w 531"/>
                  <a:gd name="T18" fmla="*/ 351 h 351"/>
                </a:gdLst>
                <a:ahLst/>
                <a:cxnLst>
                  <a:cxn ang="T10">
                    <a:pos x="T0" y="T1"/>
                  </a:cxn>
                  <a:cxn ang="T11">
                    <a:pos x="T2" y="T3"/>
                  </a:cxn>
                  <a:cxn ang="T12">
                    <a:pos x="T4" y="T5"/>
                  </a:cxn>
                  <a:cxn ang="T13">
                    <a:pos x="T6" y="T7"/>
                  </a:cxn>
                  <a:cxn ang="T14">
                    <a:pos x="T8" y="T9"/>
                  </a:cxn>
                </a:cxnLst>
                <a:rect l="T15" t="T16" r="T17" b="T18"/>
                <a:pathLst>
                  <a:path w="531" h="351">
                    <a:moveTo>
                      <a:pt x="0" y="0"/>
                    </a:moveTo>
                    <a:lnTo>
                      <a:pt x="530" y="0"/>
                    </a:lnTo>
                    <a:lnTo>
                      <a:pt x="530" y="350"/>
                    </a:lnTo>
                    <a:lnTo>
                      <a:pt x="0" y="350"/>
                    </a:lnTo>
                    <a:lnTo>
                      <a:pt x="0" y="0"/>
                    </a:lnTo>
                  </a:path>
                </a:pathLst>
              </a:custGeom>
              <a:solidFill>
                <a:srgbClr val="369226"/>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20" name="Rectangle 139">
                <a:extLst>
                  <a:ext uri="{FF2B5EF4-FFF2-40B4-BE49-F238E27FC236}">
                    <a16:creationId xmlns:a16="http://schemas.microsoft.com/office/drawing/2014/main" id="{CF1344B9-71DC-42F7-96AE-8EF23248B9F9}"/>
                  </a:ext>
                </a:extLst>
              </p:cNvPr>
              <p:cNvSpPr>
                <a:spLocks noChangeArrowheads="1"/>
              </p:cNvSpPr>
              <p:nvPr/>
            </p:nvSpPr>
            <p:spPr bwMode="auto">
              <a:xfrm>
                <a:off x="1200" y="739"/>
                <a:ext cx="302" cy="212"/>
              </a:xfrm>
              <a:prstGeom prst="rect">
                <a:avLst/>
              </a:prstGeom>
              <a:gradFill rotWithShape="1">
                <a:gsLst>
                  <a:gs pos="79000">
                    <a:srgbClr val="369226"/>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FFFFFF"/>
                    </a:solidFill>
                    <a:latin typeface="Arial"/>
                    <a:cs typeface="Arial"/>
                  </a:defRPr>
                </a:pPr>
                <a:r>
                  <a:t>C</a:t>
                </a:r>
                <a:r>
                  <a:rPr>
                    <a:ea typeface="+mn-ea"/>
                  </a:rPr>
                  <a:t>Z</a:t>
                </a:r>
              </a:p>
            </p:txBody>
          </p:sp>
        </p:grpSp>
        <p:sp>
          <p:nvSpPr>
            <p:cNvPr id="15" name="Rectangle 170">
              <a:extLst>
                <a:ext uri="{FF2B5EF4-FFF2-40B4-BE49-F238E27FC236}">
                  <a16:creationId xmlns:a16="http://schemas.microsoft.com/office/drawing/2014/main" id="{B9E0AE11-36BA-4CBB-B227-1C28EFC3B6A2}"/>
                </a:ext>
              </a:extLst>
            </p:cNvPr>
            <p:cNvSpPr>
              <a:spLocks noChangeArrowheads="1"/>
            </p:cNvSpPr>
            <p:nvPr/>
          </p:nvSpPr>
          <p:spPr bwMode="auto">
            <a:xfrm>
              <a:off x="2132217" y="2074863"/>
              <a:ext cx="511157" cy="258762"/>
            </a:xfrm>
            <a:prstGeom prst="rect">
              <a:avLst/>
            </a:prstGeom>
            <a:noFill/>
            <a:ln w="12700">
              <a:noFill/>
              <a:miter lim="800000"/>
              <a:headEnd/>
              <a:tailEnd/>
            </a:ln>
          </p:spPr>
          <p:txBody>
            <a:bodyPr wrap="none" lIns="90488" tIns="44450" rIns="90488" bIns="44450">
              <a:spAutoFit/>
            </a:bodyPr>
            <a:lstStyle/>
            <a:p>
              <a:pPr defTabSz="762000" fontAlgn="auto">
                <a:spcBef>
                  <a:spcPts val="0"/>
                </a:spcBef>
                <a:spcAft>
                  <a:spcPts val="0"/>
                </a:spcAft>
                <a:defRPr sz="1100" b="1">
                  <a:solidFill>
                    <a:sysClr val="windowText" lastClr="000000"/>
                  </a:solidFill>
                </a:defRPr>
              </a:pPr>
              <a:r>
                <a:t>X.0.0</a:t>
              </a:r>
            </a:p>
          </p:txBody>
        </p:sp>
        <p:sp>
          <p:nvSpPr>
            <p:cNvPr id="16" name="Oval 171">
              <a:extLst>
                <a:ext uri="{FF2B5EF4-FFF2-40B4-BE49-F238E27FC236}">
                  <a16:creationId xmlns:a16="http://schemas.microsoft.com/office/drawing/2014/main" id="{B9A96458-FC18-4AC5-B59D-40F181593491}"/>
                </a:ext>
              </a:extLst>
            </p:cNvPr>
            <p:cNvSpPr>
              <a:spLocks noChangeArrowheads="1"/>
            </p:cNvSpPr>
            <p:nvPr/>
          </p:nvSpPr>
          <p:spPr bwMode="auto">
            <a:xfrm>
              <a:off x="1730594" y="2613025"/>
              <a:ext cx="20636" cy="19050"/>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sp>
          <p:nvSpPr>
            <p:cNvPr id="17" name="Oval 173">
              <a:extLst>
                <a:ext uri="{FF2B5EF4-FFF2-40B4-BE49-F238E27FC236}">
                  <a16:creationId xmlns:a16="http://schemas.microsoft.com/office/drawing/2014/main" id="{6D00A78D-A764-4B47-8D72-F53B861E0034}"/>
                </a:ext>
              </a:extLst>
            </p:cNvPr>
            <p:cNvSpPr>
              <a:spLocks noChangeArrowheads="1"/>
            </p:cNvSpPr>
            <p:nvPr/>
          </p:nvSpPr>
          <p:spPr bwMode="auto">
            <a:xfrm>
              <a:off x="1727984" y="1768475"/>
              <a:ext cx="20636" cy="19050"/>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sp>
          <p:nvSpPr>
            <p:cNvPr id="18" name="Rectangle 174">
              <a:extLst>
                <a:ext uri="{FF2B5EF4-FFF2-40B4-BE49-F238E27FC236}">
                  <a16:creationId xmlns:a16="http://schemas.microsoft.com/office/drawing/2014/main" id="{E5080547-C5E5-413B-B256-7C0FDC1BA800}"/>
                </a:ext>
              </a:extLst>
            </p:cNvPr>
            <p:cNvSpPr>
              <a:spLocks noChangeArrowheads="1"/>
            </p:cNvSpPr>
            <p:nvPr/>
          </p:nvSpPr>
          <p:spPr bwMode="auto">
            <a:xfrm>
              <a:off x="6059553" y="2097088"/>
              <a:ext cx="573068" cy="258762"/>
            </a:xfrm>
            <a:prstGeom prst="rect">
              <a:avLst/>
            </a:prstGeom>
            <a:noFill/>
            <a:ln w="12700">
              <a:noFill/>
              <a:miter lim="800000"/>
              <a:headEnd/>
              <a:tailEnd/>
            </a:ln>
          </p:spPr>
          <p:txBody>
            <a:bodyPr wrap="none" lIns="90488" tIns="44450" rIns="90488" bIns="44450">
              <a:spAutoFit/>
            </a:bodyPr>
            <a:lstStyle/>
            <a:p>
              <a:pPr defTabSz="762000" fontAlgn="auto">
                <a:spcBef>
                  <a:spcPts val="0"/>
                </a:spcBef>
                <a:spcAft>
                  <a:spcPts val="0"/>
                </a:spcAft>
                <a:defRPr sz="1100" b="1">
                  <a:solidFill>
                    <a:sysClr val="windowText" lastClr="000000"/>
                  </a:solidFill>
                </a:defRPr>
              </a:pPr>
              <a:r>
                <a:t>15.0.0</a:t>
              </a:r>
            </a:p>
          </p:txBody>
        </p:sp>
      </p:grpSp>
      <p:grpSp>
        <p:nvGrpSpPr>
          <p:cNvPr id="26" name="Group 25">
            <a:extLst>
              <a:ext uri="{FF2B5EF4-FFF2-40B4-BE49-F238E27FC236}">
                <a16:creationId xmlns:a16="http://schemas.microsoft.com/office/drawing/2014/main" id="{070B742A-6851-4D55-A94B-053F8FCB91CC}"/>
              </a:ext>
            </a:extLst>
          </p:cNvPr>
          <p:cNvGrpSpPr>
            <a:grpSpLocks/>
          </p:cNvGrpSpPr>
          <p:nvPr/>
        </p:nvGrpSpPr>
        <p:grpSpPr bwMode="auto">
          <a:xfrm>
            <a:off x="459662" y="2628900"/>
            <a:ext cx="1836737" cy="3116263"/>
            <a:chOff x="597931" y="2628484"/>
            <a:chExt cx="1837570" cy="3115923"/>
          </a:xfrm>
        </p:grpSpPr>
        <p:sp>
          <p:nvSpPr>
            <p:cNvPr id="27" name="Rectangle 102">
              <a:extLst>
                <a:ext uri="{FF2B5EF4-FFF2-40B4-BE49-F238E27FC236}">
                  <a16:creationId xmlns:a16="http://schemas.microsoft.com/office/drawing/2014/main" id="{33540625-54BF-4CA0-9EA8-B69E13A26757}"/>
                </a:ext>
              </a:extLst>
            </p:cNvPr>
            <p:cNvSpPr>
              <a:spLocks noChangeArrowheads="1"/>
            </p:cNvSpPr>
            <p:nvPr/>
          </p:nvSpPr>
          <p:spPr bwMode="auto">
            <a:xfrm>
              <a:off x="1357100" y="2661818"/>
              <a:ext cx="832337" cy="259017"/>
            </a:xfrm>
            <a:prstGeom prst="rect">
              <a:avLst/>
            </a:prstGeom>
            <a:noFill/>
            <a:ln w="12700">
              <a:noFill/>
              <a:miter lim="800000"/>
              <a:headEnd/>
              <a:tailEnd/>
            </a:ln>
          </p:spPr>
          <p:txBody>
            <a:bodyPr wrap="none" lIns="90488" tIns="44450" rIns="90488" bIns="44450">
              <a:spAutoFit/>
            </a:bodyPr>
            <a:lstStyle/>
            <a:p>
              <a:pPr defTabSz="762000" fontAlgn="auto">
                <a:spcBef>
                  <a:spcPts val="0"/>
                </a:spcBef>
                <a:spcAft>
                  <a:spcPts val="0"/>
                </a:spcAft>
                <a:defRPr sz="1100" b="1">
                  <a:solidFill>
                    <a:sysClr val="windowText" lastClr="000000"/>
                  </a:solidFill>
                </a:defRPr>
              </a:pPr>
              <a:r>
                <a:t>Ligne Principale</a:t>
              </a:r>
            </a:p>
          </p:txBody>
        </p:sp>
        <p:grpSp>
          <p:nvGrpSpPr>
            <p:cNvPr id="28" name="Group 683">
              <a:extLst>
                <a:ext uri="{FF2B5EF4-FFF2-40B4-BE49-F238E27FC236}">
                  <a16:creationId xmlns:a16="http://schemas.microsoft.com/office/drawing/2014/main" id="{5CD9686C-842E-475A-87E0-D23A8E30E523}"/>
                </a:ext>
              </a:extLst>
            </p:cNvPr>
            <p:cNvGrpSpPr>
              <a:grpSpLocks/>
            </p:cNvGrpSpPr>
            <p:nvPr/>
          </p:nvGrpSpPr>
          <p:grpSpPr bwMode="auto">
            <a:xfrm>
              <a:off x="597931" y="2628484"/>
              <a:ext cx="1837570" cy="3115923"/>
              <a:chOff x="597931" y="2613025"/>
              <a:chExt cx="1837570" cy="3115923"/>
            </a:xfrm>
          </p:grpSpPr>
          <p:sp>
            <p:nvSpPr>
              <p:cNvPr id="29" name="Line 122">
                <a:extLst>
                  <a:ext uri="{FF2B5EF4-FFF2-40B4-BE49-F238E27FC236}">
                    <a16:creationId xmlns:a16="http://schemas.microsoft.com/office/drawing/2014/main" id="{C38CA282-FEA7-47D8-B59C-D25ECBF37D49}"/>
                  </a:ext>
                </a:extLst>
              </p:cNvPr>
              <p:cNvSpPr>
                <a:spLocks noChangeShapeType="1"/>
              </p:cNvSpPr>
              <p:nvPr/>
            </p:nvSpPr>
            <p:spPr bwMode="auto">
              <a:xfrm flipV="1">
                <a:off x="977515" y="4009873"/>
                <a:ext cx="171528" cy="3175"/>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30" name="Line 131">
                <a:extLst>
                  <a:ext uri="{FF2B5EF4-FFF2-40B4-BE49-F238E27FC236}">
                    <a16:creationId xmlns:a16="http://schemas.microsoft.com/office/drawing/2014/main" id="{6DC5EF22-4580-4F03-AF78-3FAD4478CA13}"/>
                  </a:ext>
                </a:extLst>
              </p:cNvPr>
              <p:cNvSpPr>
                <a:spLocks noChangeShapeType="1"/>
              </p:cNvSpPr>
              <p:nvPr/>
            </p:nvSpPr>
            <p:spPr bwMode="auto">
              <a:xfrm>
                <a:off x="977515" y="3527325"/>
                <a:ext cx="193763"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31" name="Oval 166">
                <a:extLst>
                  <a:ext uri="{FF2B5EF4-FFF2-40B4-BE49-F238E27FC236}">
                    <a16:creationId xmlns:a16="http://schemas.microsoft.com/office/drawing/2014/main" id="{EFB5A7EF-E827-4E1E-A9E3-5920E4B59E5F}"/>
                  </a:ext>
                </a:extLst>
              </p:cNvPr>
              <p:cNvSpPr>
                <a:spLocks noChangeArrowheads="1"/>
              </p:cNvSpPr>
              <p:nvPr/>
            </p:nvSpPr>
            <p:spPr bwMode="auto">
              <a:xfrm>
                <a:off x="934634" y="3517801"/>
                <a:ext cx="20646" cy="19048"/>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sp>
            <p:nvSpPr>
              <p:cNvPr id="32" name="Oval 167">
                <a:extLst>
                  <a:ext uri="{FF2B5EF4-FFF2-40B4-BE49-F238E27FC236}">
                    <a16:creationId xmlns:a16="http://schemas.microsoft.com/office/drawing/2014/main" id="{7D5B39D1-E625-4145-A738-CE09AA6787F7}"/>
                  </a:ext>
                </a:extLst>
              </p:cNvPr>
              <p:cNvSpPr>
                <a:spLocks noChangeArrowheads="1"/>
              </p:cNvSpPr>
              <p:nvPr/>
            </p:nvSpPr>
            <p:spPr bwMode="auto">
              <a:xfrm>
                <a:off x="934634" y="4001936"/>
                <a:ext cx="20646" cy="19048"/>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grpSp>
            <p:nvGrpSpPr>
              <p:cNvPr id="33" name="Group 521">
                <a:extLst>
                  <a:ext uri="{FF2B5EF4-FFF2-40B4-BE49-F238E27FC236}">
                    <a16:creationId xmlns:a16="http://schemas.microsoft.com/office/drawing/2014/main" id="{84BA8192-EBBF-4537-AEC1-EE13D6E26D84}"/>
                  </a:ext>
                </a:extLst>
              </p:cNvPr>
              <p:cNvGrpSpPr>
                <a:grpSpLocks/>
              </p:cNvGrpSpPr>
              <p:nvPr/>
            </p:nvGrpSpPr>
            <p:grpSpPr bwMode="auto">
              <a:xfrm>
                <a:off x="597931" y="2613025"/>
                <a:ext cx="1837570" cy="3115923"/>
                <a:chOff x="597137" y="2613025"/>
                <a:chExt cx="1837570" cy="3115923"/>
              </a:xfrm>
            </p:grpSpPr>
            <p:sp>
              <p:nvSpPr>
                <p:cNvPr id="34" name="Oval 172">
                  <a:extLst>
                    <a:ext uri="{FF2B5EF4-FFF2-40B4-BE49-F238E27FC236}">
                      <a16:creationId xmlns:a16="http://schemas.microsoft.com/office/drawing/2014/main" id="{B685D7E3-6CAA-4D3A-86EB-DEF422FD9C20}"/>
                    </a:ext>
                  </a:extLst>
                </p:cNvPr>
                <p:cNvSpPr>
                  <a:spLocks noChangeArrowheads="1"/>
                </p:cNvSpPr>
                <p:nvPr/>
              </p:nvSpPr>
              <p:spPr bwMode="auto">
                <a:xfrm>
                  <a:off x="935427" y="2613025"/>
                  <a:ext cx="20647" cy="19048"/>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sp>
              <p:nvSpPr>
                <p:cNvPr id="35" name="Line 124">
                  <a:extLst>
                    <a:ext uri="{FF2B5EF4-FFF2-40B4-BE49-F238E27FC236}">
                      <a16:creationId xmlns:a16="http://schemas.microsoft.com/office/drawing/2014/main" id="{7EDB5119-5712-481F-83FF-E6EBBFA9F2B0}"/>
                    </a:ext>
                  </a:extLst>
                </p:cNvPr>
                <p:cNvSpPr>
                  <a:spLocks noChangeShapeType="1"/>
                </p:cNvSpPr>
                <p:nvPr/>
              </p:nvSpPr>
              <p:spPr bwMode="auto">
                <a:xfrm>
                  <a:off x="944957" y="2616200"/>
                  <a:ext cx="0" cy="1417483"/>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36" name="Rectangle 125">
                  <a:extLst>
                    <a:ext uri="{FF2B5EF4-FFF2-40B4-BE49-F238E27FC236}">
                      <a16:creationId xmlns:a16="http://schemas.microsoft.com/office/drawing/2014/main" id="{22E99DA9-9D6C-45F6-93EC-87F93CEC351F}"/>
                    </a:ext>
                  </a:extLst>
                </p:cNvPr>
                <p:cNvSpPr>
                  <a:spLocks noChangeArrowheads="1"/>
                </p:cNvSpPr>
                <p:nvPr/>
              </p:nvSpPr>
              <p:spPr bwMode="auto">
                <a:xfrm>
                  <a:off x="1291189" y="2906681"/>
                  <a:ext cx="525701" cy="257147"/>
                </a:xfrm>
                <a:prstGeom prst="rect">
                  <a:avLst/>
                </a:prstGeom>
                <a:noFill/>
                <a:ln w="12700">
                  <a:noFill/>
                  <a:miter lim="800000"/>
                  <a:headEnd/>
                  <a:tailEnd/>
                </a:ln>
              </p:spPr>
              <p:txBody>
                <a:bodyPr wrap="none" lIns="90488" tIns="44450" rIns="90488" bIns="44450">
                  <a:spAutoFit/>
                </a:bodyPr>
                <a:lstStyle/>
                <a:p>
                  <a:pPr defTabSz="762000" fontAlgn="auto">
                    <a:spcBef>
                      <a:spcPts val="0"/>
                    </a:spcBef>
                    <a:spcAft>
                      <a:spcPts val="0"/>
                    </a:spcAft>
                    <a:defRPr sz="1100" b="1">
                      <a:solidFill>
                        <a:sysClr val="windowText" lastClr="000000"/>
                      </a:solidFill>
                    </a:defRPr>
                  </a:pPr>
                  <a:r>
                    <a:t>X.X.0</a:t>
                  </a:r>
                </a:p>
              </p:txBody>
            </p:sp>
            <p:sp>
              <p:nvSpPr>
                <p:cNvPr id="37" name="Rectangle 126">
                  <a:extLst>
                    <a:ext uri="{FF2B5EF4-FFF2-40B4-BE49-F238E27FC236}">
                      <a16:creationId xmlns:a16="http://schemas.microsoft.com/office/drawing/2014/main" id="{2CE74DA0-B0A9-4298-B74E-0C989C7E78FD}"/>
                    </a:ext>
                  </a:extLst>
                </p:cNvPr>
                <p:cNvSpPr>
                  <a:spLocks noChangeArrowheads="1"/>
                </p:cNvSpPr>
                <p:nvPr/>
              </p:nvSpPr>
              <p:spPr bwMode="auto">
                <a:xfrm>
                  <a:off x="1823243" y="3387640"/>
                  <a:ext cx="527289" cy="258735"/>
                </a:xfrm>
                <a:prstGeom prst="rect">
                  <a:avLst/>
                </a:prstGeom>
                <a:noFill/>
                <a:ln w="12700">
                  <a:noFill/>
                  <a:miter lim="800000"/>
                  <a:headEnd/>
                  <a:tailEnd/>
                </a:ln>
              </p:spPr>
              <p:txBody>
                <a:bodyPr wrap="none" lIns="90488" tIns="44450" rIns="90488" bIns="44450">
                  <a:spAutoFit/>
                </a:bodyPr>
                <a:lstStyle/>
                <a:p>
                  <a:pPr defTabSz="762000" fontAlgn="auto">
                    <a:spcBef>
                      <a:spcPts val="0"/>
                    </a:spcBef>
                    <a:spcAft>
                      <a:spcPts val="0"/>
                    </a:spcAft>
                    <a:defRPr sz="1100" b="1">
                      <a:solidFill>
                        <a:sysClr val="windowText" lastClr="000000"/>
                      </a:solidFill>
                    </a:defRPr>
                  </a:pPr>
                  <a:r>
                    <a:t>X.X.1</a:t>
                  </a:r>
                </a:p>
              </p:txBody>
            </p:sp>
            <p:sp>
              <p:nvSpPr>
                <p:cNvPr id="38" name="Rectangle 127">
                  <a:extLst>
                    <a:ext uri="{FF2B5EF4-FFF2-40B4-BE49-F238E27FC236}">
                      <a16:creationId xmlns:a16="http://schemas.microsoft.com/office/drawing/2014/main" id="{9D1BF02C-458E-4774-B2E5-F90F9F6AC071}"/>
                    </a:ext>
                  </a:extLst>
                </p:cNvPr>
                <p:cNvSpPr>
                  <a:spLocks noChangeArrowheads="1"/>
                </p:cNvSpPr>
                <p:nvPr/>
              </p:nvSpPr>
              <p:spPr bwMode="auto">
                <a:xfrm>
                  <a:off x="1828007" y="3871776"/>
                  <a:ext cx="606700" cy="258734"/>
                </a:xfrm>
                <a:prstGeom prst="rect">
                  <a:avLst/>
                </a:prstGeom>
                <a:noFill/>
                <a:ln w="12700">
                  <a:noFill/>
                  <a:miter lim="800000"/>
                  <a:headEnd/>
                  <a:tailEnd/>
                </a:ln>
              </p:spPr>
              <p:txBody>
                <a:bodyPr wrap="none" lIns="90488" tIns="44450" rIns="90488" bIns="44450">
                  <a:spAutoFit/>
                </a:bodyPr>
                <a:lstStyle/>
                <a:p>
                  <a:pPr defTabSz="762000" fontAlgn="auto">
                    <a:spcBef>
                      <a:spcPts val="0"/>
                    </a:spcBef>
                    <a:spcAft>
                      <a:spcPts val="0"/>
                    </a:spcAft>
                    <a:defRPr sz="1100" b="1">
                      <a:solidFill>
                        <a:sysClr val="windowText" lastClr="000000"/>
                      </a:solidFill>
                    </a:defRPr>
                  </a:pPr>
                  <a:r>
                    <a:t>X.X.63</a:t>
                  </a:r>
                </a:p>
              </p:txBody>
            </p:sp>
            <p:sp>
              <p:nvSpPr>
                <p:cNvPr id="39" name="Freeform 141">
                  <a:extLst>
                    <a:ext uri="{FF2B5EF4-FFF2-40B4-BE49-F238E27FC236}">
                      <a16:creationId xmlns:a16="http://schemas.microsoft.com/office/drawing/2014/main" id="{35DEF038-AA50-4DA1-A58C-7E54C735F53B}"/>
                    </a:ext>
                  </a:extLst>
                </p:cNvPr>
                <p:cNvSpPr>
                  <a:spLocks/>
                </p:cNvSpPr>
                <p:nvPr/>
              </p:nvSpPr>
              <p:spPr bwMode="auto">
                <a:xfrm>
                  <a:off x="622549" y="2840013"/>
                  <a:ext cx="684522" cy="436514"/>
                </a:xfrm>
                <a:custGeom>
                  <a:avLst/>
                  <a:gdLst>
                    <a:gd name="T0" fmla="*/ 0 w 534"/>
                    <a:gd name="T1" fmla="*/ 0 h 356"/>
                    <a:gd name="T2" fmla="*/ 533 w 534"/>
                    <a:gd name="T3" fmla="*/ 0 h 356"/>
                    <a:gd name="T4" fmla="*/ 533 w 534"/>
                    <a:gd name="T5" fmla="*/ 355 h 356"/>
                    <a:gd name="T6" fmla="*/ 0 w 534"/>
                    <a:gd name="T7" fmla="*/ 355 h 356"/>
                    <a:gd name="T8" fmla="*/ 0 w 534"/>
                    <a:gd name="T9" fmla="*/ 0 h 356"/>
                    <a:gd name="T10" fmla="*/ 0 60000 65536"/>
                    <a:gd name="T11" fmla="*/ 0 60000 65536"/>
                    <a:gd name="T12" fmla="*/ 0 60000 65536"/>
                    <a:gd name="T13" fmla="*/ 0 60000 65536"/>
                    <a:gd name="T14" fmla="*/ 0 60000 65536"/>
                    <a:gd name="T15" fmla="*/ 0 w 534"/>
                    <a:gd name="T16" fmla="*/ 0 h 356"/>
                    <a:gd name="T17" fmla="*/ 534 w 534"/>
                    <a:gd name="T18" fmla="*/ 356 h 356"/>
                  </a:gdLst>
                  <a:ahLst/>
                  <a:cxnLst>
                    <a:cxn ang="T10">
                      <a:pos x="T0" y="T1"/>
                    </a:cxn>
                    <a:cxn ang="T11">
                      <a:pos x="T2" y="T3"/>
                    </a:cxn>
                    <a:cxn ang="T12">
                      <a:pos x="T4" y="T5"/>
                    </a:cxn>
                    <a:cxn ang="T13">
                      <a:pos x="T6" y="T7"/>
                    </a:cxn>
                    <a:cxn ang="T14">
                      <a:pos x="T8" y="T9"/>
                    </a:cxn>
                  </a:cxnLst>
                  <a:rect l="T15" t="T16" r="T17" b="T18"/>
                  <a:pathLst>
                    <a:path w="534" h="356">
                      <a:moveTo>
                        <a:pt x="0" y="0"/>
                      </a:moveTo>
                      <a:lnTo>
                        <a:pt x="533" y="0"/>
                      </a:lnTo>
                      <a:lnTo>
                        <a:pt x="533" y="355"/>
                      </a:lnTo>
                      <a:lnTo>
                        <a:pt x="0" y="355"/>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40" name="Freeform 142">
                  <a:extLst>
                    <a:ext uri="{FF2B5EF4-FFF2-40B4-BE49-F238E27FC236}">
                      <a16:creationId xmlns:a16="http://schemas.microsoft.com/office/drawing/2014/main" id="{B61D3898-8A4C-4C6E-8251-35E314FC78FC}"/>
                    </a:ext>
                  </a:extLst>
                </p:cNvPr>
                <p:cNvSpPr>
                  <a:spLocks/>
                </p:cNvSpPr>
                <p:nvPr/>
              </p:nvSpPr>
              <p:spPr bwMode="auto">
                <a:xfrm>
                  <a:off x="597137" y="2820965"/>
                  <a:ext cx="678169" cy="433340"/>
                </a:xfrm>
                <a:custGeom>
                  <a:avLst/>
                  <a:gdLst>
                    <a:gd name="T0" fmla="*/ 0 w 531"/>
                    <a:gd name="T1" fmla="*/ 0 h 354"/>
                    <a:gd name="T2" fmla="*/ 0 w 531"/>
                    <a:gd name="T3" fmla="*/ 353 h 354"/>
                    <a:gd name="T4" fmla="*/ 530 w 531"/>
                    <a:gd name="T5" fmla="*/ 353 h 354"/>
                    <a:gd name="T6" fmla="*/ 530 w 531"/>
                    <a:gd name="T7" fmla="*/ 0 h 354"/>
                    <a:gd name="T8" fmla="*/ 0 w 531"/>
                    <a:gd name="T9" fmla="*/ 0 h 354"/>
                    <a:gd name="T10" fmla="*/ 0 60000 65536"/>
                    <a:gd name="T11" fmla="*/ 0 60000 65536"/>
                    <a:gd name="T12" fmla="*/ 0 60000 65536"/>
                    <a:gd name="T13" fmla="*/ 0 60000 65536"/>
                    <a:gd name="T14" fmla="*/ 0 60000 65536"/>
                    <a:gd name="T15" fmla="*/ 0 w 531"/>
                    <a:gd name="T16" fmla="*/ 0 h 354"/>
                    <a:gd name="T17" fmla="*/ 531 w 531"/>
                    <a:gd name="T18" fmla="*/ 354 h 354"/>
                  </a:gdLst>
                  <a:ahLst/>
                  <a:cxnLst>
                    <a:cxn ang="T10">
                      <a:pos x="T0" y="T1"/>
                    </a:cxn>
                    <a:cxn ang="T11">
                      <a:pos x="T2" y="T3"/>
                    </a:cxn>
                    <a:cxn ang="T12">
                      <a:pos x="T4" y="T5"/>
                    </a:cxn>
                    <a:cxn ang="T13">
                      <a:pos x="T6" y="T7"/>
                    </a:cxn>
                    <a:cxn ang="T14">
                      <a:pos x="T8" y="T9"/>
                    </a:cxn>
                  </a:cxnLst>
                  <a:rect l="T15" t="T16" r="T17" b="T18"/>
                  <a:pathLst>
                    <a:path w="531" h="354">
                      <a:moveTo>
                        <a:pt x="0" y="0"/>
                      </a:moveTo>
                      <a:lnTo>
                        <a:pt x="0" y="353"/>
                      </a:lnTo>
                      <a:lnTo>
                        <a:pt x="530" y="353"/>
                      </a:lnTo>
                      <a:lnTo>
                        <a:pt x="530" y="0"/>
                      </a:lnTo>
                      <a:lnTo>
                        <a:pt x="0" y="0"/>
                      </a:lnTo>
                    </a:path>
                  </a:pathLst>
                </a:custGeom>
                <a:solidFill>
                  <a:srgbClr val="0C4B9D"/>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41" name="Rectangle 143">
                  <a:extLst>
                    <a:ext uri="{FF2B5EF4-FFF2-40B4-BE49-F238E27FC236}">
                      <a16:creationId xmlns:a16="http://schemas.microsoft.com/office/drawing/2014/main" id="{08118D0B-C7F9-4AB2-8466-710D463DA770}"/>
                    </a:ext>
                  </a:extLst>
                </p:cNvPr>
                <p:cNvSpPr>
                  <a:spLocks noChangeArrowheads="1"/>
                </p:cNvSpPr>
                <p:nvPr/>
              </p:nvSpPr>
              <p:spPr bwMode="auto">
                <a:xfrm>
                  <a:off x="740592" y="2896923"/>
                  <a:ext cx="372067" cy="259017"/>
                </a:xfrm>
                <a:prstGeom prst="rect">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CL</a:t>
                  </a:r>
                </a:p>
              </p:txBody>
            </p:sp>
            <p:sp>
              <p:nvSpPr>
                <p:cNvPr id="42" name="Freeform 149">
                  <a:extLst>
                    <a:ext uri="{FF2B5EF4-FFF2-40B4-BE49-F238E27FC236}">
                      <a16:creationId xmlns:a16="http://schemas.microsoft.com/office/drawing/2014/main" id="{5CBBBF1D-02E1-4AE4-9E57-819687A04443}"/>
                    </a:ext>
                  </a:extLst>
                </p:cNvPr>
                <p:cNvSpPr>
                  <a:spLocks/>
                </p:cNvSpPr>
                <p:nvPr/>
              </p:nvSpPr>
              <p:spPr bwMode="auto">
                <a:xfrm>
                  <a:off x="1157778" y="3317798"/>
                  <a:ext cx="682935" cy="434928"/>
                </a:xfrm>
                <a:custGeom>
                  <a:avLst/>
                  <a:gdLst>
                    <a:gd name="T0" fmla="*/ 0 w 533"/>
                    <a:gd name="T1" fmla="*/ 0 h 354"/>
                    <a:gd name="T2" fmla="*/ 532 w 533"/>
                    <a:gd name="T3" fmla="*/ 0 h 354"/>
                    <a:gd name="T4" fmla="*/ 532 w 533"/>
                    <a:gd name="T5" fmla="*/ 353 h 354"/>
                    <a:gd name="T6" fmla="*/ 0 w 533"/>
                    <a:gd name="T7" fmla="*/ 353 h 354"/>
                    <a:gd name="T8" fmla="*/ 0 w 533"/>
                    <a:gd name="T9" fmla="*/ 0 h 354"/>
                    <a:gd name="T10" fmla="*/ 0 60000 65536"/>
                    <a:gd name="T11" fmla="*/ 0 60000 65536"/>
                    <a:gd name="T12" fmla="*/ 0 60000 65536"/>
                    <a:gd name="T13" fmla="*/ 0 60000 65536"/>
                    <a:gd name="T14" fmla="*/ 0 60000 65536"/>
                    <a:gd name="T15" fmla="*/ 0 w 533"/>
                    <a:gd name="T16" fmla="*/ 0 h 354"/>
                    <a:gd name="T17" fmla="*/ 533 w 533"/>
                    <a:gd name="T18" fmla="*/ 354 h 354"/>
                  </a:gdLst>
                  <a:ahLst/>
                  <a:cxnLst>
                    <a:cxn ang="T10">
                      <a:pos x="T0" y="T1"/>
                    </a:cxn>
                    <a:cxn ang="T11">
                      <a:pos x="T2" y="T3"/>
                    </a:cxn>
                    <a:cxn ang="T12">
                      <a:pos x="T4" y="T5"/>
                    </a:cxn>
                    <a:cxn ang="T13">
                      <a:pos x="T6" y="T7"/>
                    </a:cxn>
                    <a:cxn ang="T14">
                      <a:pos x="T8" y="T9"/>
                    </a:cxn>
                  </a:cxnLst>
                  <a:rect l="T15" t="T16" r="T17" b="T18"/>
                  <a:pathLst>
                    <a:path w="533" h="354">
                      <a:moveTo>
                        <a:pt x="0" y="0"/>
                      </a:moveTo>
                      <a:lnTo>
                        <a:pt x="532" y="0"/>
                      </a:lnTo>
                      <a:lnTo>
                        <a:pt x="532"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43" name="Freeform 150">
                  <a:extLst>
                    <a:ext uri="{FF2B5EF4-FFF2-40B4-BE49-F238E27FC236}">
                      <a16:creationId xmlns:a16="http://schemas.microsoft.com/office/drawing/2014/main" id="{EA52055E-2766-41D1-83B1-D244DB9B71BF}"/>
                    </a:ext>
                  </a:extLst>
                </p:cNvPr>
                <p:cNvSpPr>
                  <a:spLocks/>
                </p:cNvSpPr>
                <p:nvPr/>
              </p:nvSpPr>
              <p:spPr bwMode="auto">
                <a:xfrm>
                  <a:off x="1130779" y="3303513"/>
                  <a:ext cx="681346" cy="430165"/>
                </a:xfrm>
                <a:custGeom>
                  <a:avLst/>
                  <a:gdLst>
                    <a:gd name="T0" fmla="*/ 0 w 531"/>
                    <a:gd name="T1" fmla="*/ 0 h 351"/>
                    <a:gd name="T2" fmla="*/ 0 w 531"/>
                    <a:gd name="T3" fmla="*/ 350 h 351"/>
                    <a:gd name="T4" fmla="*/ 530 w 531"/>
                    <a:gd name="T5" fmla="*/ 350 h 351"/>
                    <a:gd name="T6" fmla="*/ 530 w 531"/>
                    <a:gd name="T7" fmla="*/ 0 h 351"/>
                    <a:gd name="T8" fmla="*/ 0 w 531"/>
                    <a:gd name="T9" fmla="*/ 0 h 351"/>
                    <a:gd name="T10" fmla="*/ 0 60000 65536"/>
                    <a:gd name="T11" fmla="*/ 0 60000 65536"/>
                    <a:gd name="T12" fmla="*/ 0 60000 65536"/>
                    <a:gd name="T13" fmla="*/ 0 60000 65536"/>
                    <a:gd name="T14" fmla="*/ 0 60000 65536"/>
                    <a:gd name="T15" fmla="*/ 0 w 531"/>
                    <a:gd name="T16" fmla="*/ 0 h 351"/>
                    <a:gd name="T17" fmla="*/ 531 w 531"/>
                    <a:gd name="T18" fmla="*/ 351 h 351"/>
                  </a:gdLst>
                  <a:ahLst/>
                  <a:cxnLst>
                    <a:cxn ang="T10">
                      <a:pos x="T0" y="T1"/>
                    </a:cxn>
                    <a:cxn ang="T11">
                      <a:pos x="T2" y="T3"/>
                    </a:cxn>
                    <a:cxn ang="T12">
                      <a:pos x="T4" y="T5"/>
                    </a:cxn>
                    <a:cxn ang="T13">
                      <a:pos x="T6" y="T7"/>
                    </a:cxn>
                    <a:cxn ang="T14">
                      <a:pos x="T8" y="T9"/>
                    </a:cxn>
                  </a:cxnLst>
                  <a:rect l="T15" t="T16" r="T17" b="T18"/>
                  <a:pathLst>
                    <a:path w="531" h="351">
                      <a:moveTo>
                        <a:pt x="0" y="0"/>
                      </a:moveTo>
                      <a:lnTo>
                        <a:pt x="0" y="350"/>
                      </a:lnTo>
                      <a:lnTo>
                        <a:pt x="530" y="350"/>
                      </a:lnTo>
                      <a:lnTo>
                        <a:pt x="530"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44" name="Rectangle 151">
                  <a:extLst>
                    <a:ext uri="{FF2B5EF4-FFF2-40B4-BE49-F238E27FC236}">
                      <a16:creationId xmlns:a16="http://schemas.microsoft.com/office/drawing/2014/main" id="{2107E702-DA19-453E-B237-7D7A0247930F}"/>
                    </a:ext>
                  </a:extLst>
                </p:cNvPr>
                <p:cNvSpPr>
                  <a:spLocks noChangeArrowheads="1"/>
                </p:cNvSpPr>
                <p:nvPr/>
              </p:nvSpPr>
              <p:spPr bwMode="auto">
                <a:xfrm>
                  <a:off x="1193420" y="3378465"/>
                  <a:ext cx="561306" cy="259017"/>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Pt1</a:t>
                  </a:r>
                </a:p>
              </p:txBody>
            </p:sp>
            <p:sp>
              <p:nvSpPr>
                <p:cNvPr id="45" name="Freeform 153">
                  <a:extLst>
                    <a:ext uri="{FF2B5EF4-FFF2-40B4-BE49-F238E27FC236}">
                      <a16:creationId xmlns:a16="http://schemas.microsoft.com/office/drawing/2014/main" id="{53C00FDE-E9C8-4192-96C7-4C6242203383}"/>
                    </a:ext>
                  </a:extLst>
                </p:cNvPr>
                <p:cNvSpPr>
                  <a:spLocks/>
                </p:cNvSpPr>
                <p:nvPr/>
              </p:nvSpPr>
              <p:spPr bwMode="auto">
                <a:xfrm>
                  <a:off x="1160955" y="3803520"/>
                  <a:ext cx="681347" cy="433341"/>
                </a:xfrm>
                <a:custGeom>
                  <a:avLst/>
                  <a:gdLst>
                    <a:gd name="T0" fmla="*/ 0 w 533"/>
                    <a:gd name="T1" fmla="*/ 0 h 354"/>
                    <a:gd name="T2" fmla="*/ 532 w 533"/>
                    <a:gd name="T3" fmla="*/ 0 h 354"/>
                    <a:gd name="T4" fmla="*/ 532 w 533"/>
                    <a:gd name="T5" fmla="*/ 353 h 354"/>
                    <a:gd name="T6" fmla="*/ 0 w 533"/>
                    <a:gd name="T7" fmla="*/ 353 h 354"/>
                    <a:gd name="T8" fmla="*/ 0 w 533"/>
                    <a:gd name="T9" fmla="*/ 0 h 354"/>
                    <a:gd name="T10" fmla="*/ 0 60000 65536"/>
                    <a:gd name="T11" fmla="*/ 0 60000 65536"/>
                    <a:gd name="T12" fmla="*/ 0 60000 65536"/>
                    <a:gd name="T13" fmla="*/ 0 60000 65536"/>
                    <a:gd name="T14" fmla="*/ 0 60000 65536"/>
                    <a:gd name="T15" fmla="*/ 0 w 533"/>
                    <a:gd name="T16" fmla="*/ 0 h 354"/>
                    <a:gd name="T17" fmla="*/ 533 w 533"/>
                    <a:gd name="T18" fmla="*/ 354 h 354"/>
                  </a:gdLst>
                  <a:ahLst/>
                  <a:cxnLst>
                    <a:cxn ang="T10">
                      <a:pos x="T0" y="T1"/>
                    </a:cxn>
                    <a:cxn ang="T11">
                      <a:pos x="T2" y="T3"/>
                    </a:cxn>
                    <a:cxn ang="T12">
                      <a:pos x="T4" y="T5"/>
                    </a:cxn>
                    <a:cxn ang="T13">
                      <a:pos x="T6" y="T7"/>
                    </a:cxn>
                    <a:cxn ang="T14">
                      <a:pos x="T8" y="T9"/>
                    </a:cxn>
                  </a:cxnLst>
                  <a:rect l="T15" t="T16" r="T17" b="T18"/>
                  <a:pathLst>
                    <a:path w="533" h="354">
                      <a:moveTo>
                        <a:pt x="0" y="0"/>
                      </a:moveTo>
                      <a:lnTo>
                        <a:pt x="532" y="0"/>
                      </a:lnTo>
                      <a:lnTo>
                        <a:pt x="532"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grpSp>
              <p:nvGrpSpPr>
                <p:cNvPr id="46" name="Group 154">
                  <a:extLst>
                    <a:ext uri="{FF2B5EF4-FFF2-40B4-BE49-F238E27FC236}">
                      <a16:creationId xmlns:a16="http://schemas.microsoft.com/office/drawing/2014/main" id="{62BC212D-1C3E-4B3C-9A64-FC15715BC2BF}"/>
                    </a:ext>
                  </a:extLst>
                </p:cNvPr>
                <p:cNvGrpSpPr>
                  <a:grpSpLocks/>
                </p:cNvGrpSpPr>
                <p:nvPr/>
              </p:nvGrpSpPr>
              <p:grpSpPr bwMode="auto">
                <a:xfrm>
                  <a:off x="1130518" y="3789363"/>
                  <a:ext cx="698662" cy="425658"/>
                  <a:chOff x="906" y="2139"/>
                  <a:chExt cx="545" cy="348"/>
                </a:xfrm>
              </p:grpSpPr>
              <p:sp>
                <p:nvSpPr>
                  <p:cNvPr id="48" name="Freeform 155">
                    <a:extLst>
                      <a:ext uri="{FF2B5EF4-FFF2-40B4-BE49-F238E27FC236}">
                        <a16:creationId xmlns:a16="http://schemas.microsoft.com/office/drawing/2014/main" id="{B460B53E-EAB7-4332-B4FF-08E8A4EDB7B7}"/>
                      </a:ext>
                    </a:extLst>
                  </p:cNvPr>
                  <p:cNvSpPr>
                    <a:spLocks/>
                  </p:cNvSpPr>
                  <p:nvPr/>
                </p:nvSpPr>
                <p:spPr bwMode="auto">
                  <a:xfrm>
                    <a:off x="906" y="2139"/>
                    <a:ext cx="527" cy="348"/>
                  </a:xfrm>
                  <a:custGeom>
                    <a:avLst/>
                    <a:gdLst>
                      <a:gd name="T0" fmla="*/ 0 w 531"/>
                      <a:gd name="T1" fmla="*/ 0 h 351"/>
                      <a:gd name="T2" fmla="*/ 0 w 531"/>
                      <a:gd name="T3" fmla="*/ 350 h 351"/>
                      <a:gd name="T4" fmla="*/ 530 w 531"/>
                      <a:gd name="T5" fmla="*/ 350 h 351"/>
                      <a:gd name="T6" fmla="*/ 530 w 531"/>
                      <a:gd name="T7" fmla="*/ 0 h 351"/>
                      <a:gd name="T8" fmla="*/ 0 w 531"/>
                      <a:gd name="T9" fmla="*/ 0 h 351"/>
                      <a:gd name="T10" fmla="*/ 0 60000 65536"/>
                      <a:gd name="T11" fmla="*/ 0 60000 65536"/>
                      <a:gd name="T12" fmla="*/ 0 60000 65536"/>
                      <a:gd name="T13" fmla="*/ 0 60000 65536"/>
                      <a:gd name="T14" fmla="*/ 0 60000 65536"/>
                      <a:gd name="T15" fmla="*/ 0 w 531"/>
                      <a:gd name="T16" fmla="*/ 0 h 351"/>
                      <a:gd name="T17" fmla="*/ 531 w 531"/>
                      <a:gd name="T18" fmla="*/ 351 h 351"/>
                    </a:gdLst>
                    <a:ahLst/>
                    <a:cxnLst>
                      <a:cxn ang="T10">
                        <a:pos x="T0" y="T1"/>
                      </a:cxn>
                      <a:cxn ang="T11">
                        <a:pos x="T2" y="T3"/>
                      </a:cxn>
                      <a:cxn ang="T12">
                        <a:pos x="T4" y="T5"/>
                      </a:cxn>
                      <a:cxn ang="T13">
                        <a:pos x="T6" y="T7"/>
                      </a:cxn>
                      <a:cxn ang="T14">
                        <a:pos x="T8" y="T9"/>
                      </a:cxn>
                    </a:cxnLst>
                    <a:rect l="T15" t="T16" r="T17" b="T18"/>
                    <a:pathLst>
                      <a:path w="531" h="351">
                        <a:moveTo>
                          <a:pt x="0" y="0"/>
                        </a:moveTo>
                        <a:lnTo>
                          <a:pt x="0" y="350"/>
                        </a:lnTo>
                        <a:lnTo>
                          <a:pt x="530" y="350"/>
                        </a:lnTo>
                        <a:lnTo>
                          <a:pt x="530"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49" name="Rectangle 156">
                    <a:extLst>
                      <a:ext uri="{FF2B5EF4-FFF2-40B4-BE49-F238E27FC236}">
                        <a16:creationId xmlns:a16="http://schemas.microsoft.com/office/drawing/2014/main" id="{05DCEBE0-ED79-4C2E-A1AB-2C299D1E04A8}"/>
                      </a:ext>
                    </a:extLst>
                  </p:cNvPr>
                  <p:cNvSpPr>
                    <a:spLocks noChangeArrowheads="1"/>
                  </p:cNvSpPr>
                  <p:nvPr/>
                </p:nvSpPr>
                <p:spPr bwMode="auto">
                  <a:xfrm>
                    <a:off x="952" y="2207"/>
                    <a:ext cx="499" cy="212"/>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Pt63</a:t>
                    </a:r>
                  </a:p>
                </p:txBody>
              </p:sp>
            </p:grpSp>
            <p:sp>
              <p:nvSpPr>
                <p:cNvPr id="47" name="Line 251">
                  <a:extLst>
                    <a:ext uri="{FF2B5EF4-FFF2-40B4-BE49-F238E27FC236}">
                      <a16:creationId xmlns:a16="http://schemas.microsoft.com/office/drawing/2014/main" id="{BE869B48-DEB1-4E4F-9793-D1A4F0A7D524}"/>
                    </a:ext>
                  </a:extLst>
                </p:cNvPr>
                <p:cNvSpPr>
                  <a:spLocks noChangeShapeType="1"/>
                </p:cNvSpPr>
                <p:nvPr/>
              </p:nvSpPr>
              <p:spPr bwMode="auto">
                <a:xfrm>
                  <a:off x="946545" y="4017810"/>
                  <a:ext cx="0" cy="1711138"/>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grpSp>
        </p:grpSp>
      </p:grpSp>
      <p:grpSp>
        <p:nvGrpSpPr>
          <p:cNvPr id="50" name="Group 49">
            <a:extLst>
              <a:ext uri="{FF2B5EF4-FFF2-40B4-BE49-F238E27FC236}">
                <a16:creationId xmlns:a16="http://schemas.microsoft.com/office/drawing/2014/main" id="{EAE1F692-4055-45B8-8436-028192461529}"/>
              </a:ext>
            </a:extLst>
          </p:cNvPr>
          <p:cNvGrpSpPr>
            <a:grpSpLocks/>
          </p:cNvGrpSpPr>
          <p:nvPr/>
        </p:nvGrpSpPr>
        <p:grpSpPr bwMode="auto">
          <a:xfrm>
            <a:off x="4449049" y="2620963"/>
            <a:ext cx="1231900" cy="1722437"/>
            <a:chOff x="4944882" y="2606807"/>
            <a:chExt cx="1231857" cy="1722150"/>
          </a:xfrm>
        </p:grpSpPr>
        <p:sp>
          <p:nvSpPr>
            <p:cNvPr id="51" name="Oval 108">
              <a:extLst>
                <a:ext uri="{FF2B5EF4-FFF2-40B4-BE49-F238E27FC236}">
                  <a16:creationId xmlns:a16="http://schemas.microsoft.com/office/drawing/2014/main" id="{9EBBD433-A1A9-4DB6-9400-AC6D0A8F3FA0}"/>
                </a:ext>
              </a:extLst>
            </p:cNvPr>
            <p:cNvSpPr>
              <a:spLocks noChangeArrowheads="1"/>
            </p:cNvSpPr>
            <p:nvPr/>
          </p:nvSpPr>
          <p:spPr bwMode="auto">
            <a:xfrm>
              <a:off x="5971959" y="2614743"/>
              <a:ext cx="20636" cy="19047"/>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sp>
          <p:nvSpPr>
            <p:cNvPr id="52" name="Line 93">
              <a:extLst>
                <a:ext uri="{FF2B5EF4-FFF2-40B4-BE49-F238E27FC236}">
                  <a16:creationId xmlns:a16="http://schemas.microsoft.com/office/drawing/2014/main" id="{DA824790-1C8B-4E75-8D6F-D58CBDF73A03}"/>
                </a:ext>
              </a:extLst>
            </p:cNvPr>
            <p:cNvSpPr>
              <a:spLocks noChangeShapeType="1"/>
            </p:cNvSpPr>
            <p:nvPr/>
          </p:nvSpPr>
          <p:spPr bwMode="auto">
            <a:xfrm>
              <a:off x="5262371" y="3527404"/>
              <a:ext cx="184144"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53" name="Line 94">
              <a:extLst>
                <a:ext uri="{FF2B5EF4-FFF2-40B4-BE49-F238E27FC236}">
                  <a16:creationId xmlns:a16="http://schemas.microsoft.com/office/drawing/2014/main" id="{B21107D8-A988-492B-930D-BEA6A3077A95}"/>
                </a:ext>
              </a:extLst>
            </p:cNvPr>
            <p:cNvSpPr>
              <a:spLocks noChangeShapeType="1"/>
            </p:cNvSpPr>
            <p:nvPr/>
          </p:nvSpPr>
          <p:spPr bwMode="auto">
            <a:xfrm>
              <a:off x="5248084" y="4089285"/>
              <a:ext cx="188905"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54" name="Oval 110">
              <a:extLst>
                <a:ext uri="{FF2B5EF4-FFF2-40B4-BE49-F238E27FC236}">
                  <a16:creationId xmlns:a16="http://schemas.microsoft.com/office/drawing/2014/main" id="{6D45259F-A3E1-4467-B51D-AC09A6568A41}"/>
                </a:ext>
              </a:extLst>
            </p:cNvPr>
            <p:cNvSpPr>
              <a:spLocks noChangeArrowheads="1"/>
            </p:cNvSpPr>
            <p:nvPr/>
          </p:nvSpPr>
          <p:spPr bwMode="auto">
            <a:xfrm>
              <a:off x="5262371" y="2606807"/>
              <a:ext cx="20637" cy="19047"/>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sp>
          <p:nvSpPr>
            <p:cNvPr id="55" name="Line 92">
              <a:extLst>
                <a:ext uri="{FF2B5EF4-FFF2-40B4-BE49-F238E27FC236}">
                  <a16:creationId xmlns:a16="http://schemas.microsoft.com/office/drawing/2014/main" id="{39EF166C-64D1-49DD-931E-C0160CB4925A}"/>
                </a:ext>
              </a:extLst>
            </p:cNvPr>
            <p:cNvSpPr>
              <a:spLocks noChangeShapeType="1"/>
            </p:cNvSpPr>
            <p:nvPr/>
          </p:nvSpPr>
          <p:spPr bwMode="auto">
            <a:xfrm>
              <a:off x="5273484" y="2614743"/>
              <a:ext cx="3175" cy="1504699"/>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56" name="Freeform 97">
              <a:extLst>
                <a:ext uri="{FF2B5EF4-FFF2-40B4-BE49-F238E27FC236}">
                  <a16:creationId xmlns:a16="http://schemas.microsoft.com/office/drawing/2014/main" id="{425C6426-59C3-47DF-A941-433093A7112B}"/>
                </a:ext>
              </a:extLst>
            </p:cNvPr>
            <p:cNvSpPr>
              <a:spLocks/>
            </p:cNvSpPr>
            <p:nvPr/>
          </p:nvSpPr>
          <p:spPr bwMode="auto">
            <a:xfrm>
              <a:off x="4970281" y="2832194"/>
              <a:ext cx="684189" cy="436489"/>
            </a:xfrm>
            <a:custGeom>
              <a:avLst/>
              <a:gdLst>
                <a:gd name="T0" fmla="*/ 0 w 534"/>
                <a:gd name="T1" fmla="*/ 0 h 356"/>
                <a:gd name="T2" fmla="*/ 533 w 534"/>
                <a:gd name="T3" fmla="*/ 0 h 356"/>
                <a:gd name="T4" fmla="*/ 533 w 534"/>
                <a:gd name="T5" fmla="*/ 355 h 356"/>
                <a:gd name="T6" fmla="*/ 0 w 534"/>
                <a:gd name="T7" fmla="*/ 355 h 356"/>
                <a:gd name="T8" fmla="*/ 0 w 534"/>
                <a:gd name="T9" fmla="*/ 0 h 356"/>
                <a:gd name="T10" fmla="*/ 0 60000 65536"/>
                <a:gd name="T11" fmla="*/ 0 60000 65536"/>
                <a:gd name="T12" fmla="*/ 0 60000 65536"/>
                <a:gd name="T13" fmla="*/ 0 60000 65536"/>
                <a:gd name="T14" fmla="*/ 0 60000 65536"/>
                <a:gd name="T15" fmla="*/ 0 w 534"/>
                <a:gd name="T16" fmla="*/ 0 h 356"/>
                <a:gd name="T17" fmla="*/ 534 w 534"/>
                <a:gd name="T18" fmla="*/ 356 h 356"/>
              </a:gdLst>
              <a:ahLst/>
              <a:cxnLst>
                <a:cxn ang="T10">
                  <a:pos x="T0" y="T1"/>
                </a:cxn>
                <a:cxn ang="T11">
                  <a:pos x="T2" y="T3"/>
                </a:cxn>
                <a:cxn ang="T12">
                  <a:pos x="T4" y="T5"/>
                </a:cxn>
                <a:cxn ang="T13">
                  <a:pos x="T6" y="T7"/>
                </a:cxn>
                <a:cxn ang="T14">
                  <a:pos x="T8" y="T9"/>
                </a:cxn>
              </a:cxnLst>
              <a:rect l="T15" t="T16" r="T17" b="T18"/>
              <a:pathLst>
                <a:path w="534" h="356">
                  <a:moveTo>
                    <a:pt x="0" y="0"/>
                  </a:moveTo>
                  <a:lnTo>
                    <a:pt x="533" y="0"/>
                  </a:lnTo>
                  <a:lnTo>
                    <a:pt x="533" y="355"/>
                  </a:lnTo>
                  <a:lnTo>
                    <a:pt x="0" y="355"/>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57" name="Freeform 98">
              <a:extLst>
                <a:ext uri="{FF2B5EF4-FFF2-40B4-BE49-F238E27FC236}">
                  <a16:creationId xmlns:a16="http://schemas.microsoft.com/office/drawing/2014/main" id="{FA457019-A7FA-4E39-9E34-C6D2AC36D0CC}"/>
                </a:ext>
              </a:extLst>
            </p:cNvPr>
            <p:cNvSpPr>
              <a:spLocks/>
            </p:cNvSpPr>
            <p:nvPr/>
          </p:nvSpPr>
          <p:spPr bwMode="auto">
            <a:xfrm>
              <a:off x="4944882" y="2813148"/>
              <a:ext cx="679426" cy="433315"/>
            </a:xfrm>
            <a:custGeom>
              <a:avLst/>
              <a:gdLst>
                <a:gd name="T0" fmla="*/ 0 w 531"/>
                <a:gd name="T1" fmla="*/ 0 h 354"/>
                <a:gd name="T2" fmla="*/ 0 w 531"/>
                <a:gd name="T3" fmla="*/ 353 h 354"/>
                <a:gd name="T4" fmla="*/ 530 w 531"/>
                <a:gd name="T5" fmla="*/ 353 h 354"/>
                <a:gd name="T6" fmla="*/ 530 w 531"/>
                <a:gd name="T7" fmla="*/ 0 h 354"/>
                <a:gd name="T8" fmla="*/ 0 w 531"/>
                <a:gd name="T9" fmla="*/ 0 h 354"/>
                <a:gd name="T10" fmla="*/ 0 60000 65536"/>
                <a:gd name="T11" fmla="*/ 0 60000 65536"/>
                <a:gd name="T12" fmla="*/ 0 60000 65536"/>
                <a:gd name="T13" fmla="*/ 0 60000 65536"/>
                <a:gd name="T14" fmla="*/ 0 60000 65536"/>
                <a:gd name="T15" fmla="*/ 0 w 531"/>
                <a:gd name="T16" fmla="*/ 0 h 354"/>
                <a:gd name="T17" fmla="*/ 531 w 531"/>
                <a:gd name="T18" fmla="*/ 354 h 354"/>
              </a:gdLst>
              <a:ahLst/>
              <a:cxnLst>
                <a:cxn ang="T10">
                  <a:pos x="T0" y="T1"/>
                </a:cxn>
                <a:cxn ang="T11">
                  <a:pos x="T2" y="T3"/>
                </a:cxn>
                <a:cxn ang="T12">
                  <a:pos x="T4" y="T5"/>
                </a:cxn>
                <a:cxn ang="T13">
                  <a:pos x="T6" y="T7"/>
                </a:cxn>
                <a:cxn ang="T14">
                  <a:pos x="T8" y="T9"/>
                </a:cxn>
              </a:cxnLst>
              <a:rect l="T15" t="T16" r="T17" b="T18"/>
              <a:pathLst>
                <a:path w="531" h="354">
                  <a:moveTo>
                    <a:pt x="0" y="0"/>
                  </a:moveTo>
                  <a:lnTo>
                    <a:pt x="0" y="353"/>
                  </a:lnTo>
                  <a:lnTo>
                    <a:pt x="530" y="353"/>
                  </a:lnTo>
                  <a:lnTo>
                    <a:pt x="530" y="0"/>
                  </a:lnTo>
                  <a:lnTo>
                    <a:pt x="0" y="0"/>
                  </a:lnTo>
                </a:path>
              </a:pathLst>
            </a:custGeom>
            <a:solidFill>
              <a:srgbClr val="0C4B9D"/>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58" name="Rectangle 99">
              <a:extLst>
                <a:ext uri="{FF2B5EF4-FFF2-40B4-BE49-F238E27FC236}">
                  <a16:creationId xmlns:a16="http://schemas.microsoft.com/office/drawing/2014/main" id="{F4F6D6C2-DF63-43B4-9A61-B296223CF462}"/>
                </a:ext>
              </a:extLst>
            </p:cNvPr>
            <p:cNvSpPr>
              <a:spLocks noChangeArrowheads="1"/>
            </p:cNvSpPr>
            <p:nvPr/>
          </p:nvSpPr>
          <p:spPr bwMode="auto">
            <a:xfrm>
              <a:off x="5088336" y="2889117"/>
              <a:ext cx="371885" cy="259002"/>
            </a:xfrm>
            <a:prstGeom prst="rect">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CL</a:t>
              </a:r>
            </a:p>
          </p:txBody>
        </p:sp>
        <p:grpSp>
          <p:nvGrpSpPr>
            <p:cNvPr id="59" name="Group 111">
              <a:extLst>
                <a:ext uri="{FF2B5EF4-FFF2-40B4-BE49-F238E27FC236}">
                  <a16:creationId xmlns:a16="http://schemas.microsoft.com/office/drawing/2014/main" id="{9EFD5806-3650-4B4B-96AD-2DB689CF569B}"/>
                </a:ext>
              </a:extLst>
            </p:cNvPr>
            <p:cNvGrpSpPr>
              <a:grpSpLocks/>
            </p:cNvGrpSpPr>
            <p:nvPr/>
          </p:nvGrpSpPr>
          <p:grpSpPr bwMode="auto">
            <a:xfrm>
              <a:off x="5465564" y="3295782"/>
              <a:ext cx="711175" cy="449262"/>
              <a:chOff x="3655" y="1743"/>
              <a:chExt cx="554" cy="366"/>
            </a:xfrm>
          </p:grpSpPr>
          <p:sp>
            <p:nvSpPr>
              <p:cNvPr id="67" name="Freeform 112">
                <a:extLst>
                  <a:ext uri="{FF2B5EF4-FFF2-40B4-BE49-F238E27FC236}">
                    <a16:creationId xmlns:a16="http://schemas.microsoft.com/office/drawing/2014/main" id="{3C20F827-ED85-4D4E-8561-89CA15F8999D}"/>
                  </a:ext>
                </a:extLst>
              </p:cNvPr>
              <p:cNvSpPr>
                <a:spLocks/>
              </p:cNvSpPr>
              <p:nvPr/>
            </p:nvSpPr>
            <p:spPr bwMode="auto">
              <a:xfrm>
                <a:off x="3676" y="1755"/>
                <a:ext cx="533" cy="354"/>
              </a:xfrm>
              <a:custGeom>
                <a:avLst/>
                <a:gdLst>
                  <a:gd name="T0" fmla="*/ 0 w 533"/>
                  <a:gd name="T1" fmla="*/ 0 h 354"/>
                  <a:gd name="T2" fmla="*/ 532 w 533"/>
                  <a:gd name="T3" fmla="*/ 0 h 354"/>
                  <a:gd name="T4" fmla="*/ 532 w 533"/>
                  <a:gd name="T5" fmla="*/ 353 h 354"/>
                  <a:gd name="T6" fmla="*/ 0 w 533"/>
                  <a:gd name="T7" fmla="*/ 353 h 354"/>
                  <a:gd name="T8" fmla="*/ 0 w 533"/>
                  <a:gd name="T9" fmla="*/ 0 h 354"/>
                  <a:gd name="T10" fmla="*/ 0 60000 65536"/>
                  <a:gd name="T11" fmla="*/ 0 60000 65536"/>
                  <a:gd name="T12" fmla="*/ 0 60000 65536"/>
                  <a:gd name="T13" fmla="*/ 0 60000 65536"/>
                  <a:gd name="T14" fmla="*/ 0 60000 65536"/>
                  <a:gd name="T15" fmla="*/ 0 w 533"/>
                  <a:gd name="T16" fmla="*/ 0 h 354"/>
                  <a:gd name="T17" fmla="*/ 533 w 533"/>
                  <a:gd name="T18" fmla="*/ 354 h 354"/>
                </a:gdLst>
                <a:ahLst/>
                <a:cxnLst>
                  <a:cxn ang="T10">
                    <a:pos x="T0" y="T1"/>
                  </a:cxn>
                  <a:cxn ang="T11">
                    <a:pos x="T2" y="T3"/>
                  </a:cxn>
                  <a:cxn ang="T12">
                    <a:pos x="T4" y="T5"/>
                  </a:cxn>
                  <a:cxn ang="T13">
                    <a:pos x="T6" y="T7"/>
                  </a:cxn>
                  <a:cxn ang="T14">
                    <a:pos x="T8" y="T9"/>
                  </a:cxn>
                </a:cxnLst>
                <a:rect l="T15" t="T16" r="T17" b="T18"/>
                <a:pathLst>
                  <a:path w="533" h="354">
                    <a:moveTo>
                      <a:pt x="0" y="0"/>
                    </a:moveTo>
                    <a:lnTo>
                      <a:pt x="532" y="0"/>
                    </a:lnTo>
                    <a:lnTo>
                      <a:pt x="532"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68" name="Freeform 113">
                <a:extLst>
                  <a:ext uri="{FF2B5EF4-FFF2-40B4-BE49-F238E27FC236}">
                    <a16:creationId xmlns:a16="http://schemas.microsoft.com/office/drawing/2014/main" id="{8083BA96-1EE9-42AD-9EDB-C6161B79F301}"/>
                  </a:ext>
                </a:extLst>
              </p:cNvPr>
              <p:cNvSpPr>
                <a:spLocks/>
              </p:cNvSpPr>
              <p:nvPr/>
            </p:nvSpPr>
            <p:spPr bwMode="auto">
              <a:xfrm>
                <a:off x="3655" y="1743"/>
                <a:ext cx="531" cy="350"/>
              </a:xfrm>
              <a:custGeom>
                <a:avLst/>
                <a:gdLst>
                  <a:gd name="T0" fmla="*/ 0 w 531"/>
                  <a:gd name="T1" fmla="*/ 0 h 351"/>
                  <a:gd name="T2" fmla="*/ 0 w 531"/>
                  <a:gd name="T3" fmla="*/ 350 h 351"/>
                  <a:gd name="T4" fmla="*/ 530 w 531"/>
                  <a:gd name="T5" fmla="*/ 350 h 351"/>
                  <a:gd name="T6" fmla="*/ 530 w 531"/>
                  <a:gd name="T7" fmla="*/ 0 h 351"/>
                  <a:gd name="T8" fmla="*/ 0 w 531"/>
                  <a:gd name="T9" fmla="*/ 0 h 351"/>
                  <a:gd name="T10" fmla="*/ 0 60000 65536"/>
                  <a:gd name="T11" fmla="*/ 0 60000 65536"/>
                  <a:gd name="T12" fmla="*/ 0 60000 65536"/>
                  <a:gd name="T13" fmla="*/ 0 60000 65536"/>
                  <a:gd name="T14" fmla="*/ 0 60000 65536"/>
                  <a:gd name="T15" fmla="*/ 0 w 531"/>
                  <a:gd name="T16" fmla="*/ 0 h 351"/>
                  <a:gd name="T17" fmla="*/ 531 w 531"/>
                  <a:gd name="T18" fmla="*/ 351 h 351"/>
                </a:gdLst>
                <a:ahLst/>
                <a:cxnLst>
                  <a:cxn ang="T10">
                    <a:pos x="T0" y="T1"/>
                  </a:cxn>
                  <a:cxn ang="T11">
                    <a:pos x="T2" y="T3"/>
                  </a:cxn>
                  <a:cxn ang="T12">
                    <a:pos x="T4" y="T5"/>
                  </a:cxn>
                  <a:cxn ang="T13">
                    <a:pos x="T6" y="T7"/>
                  </a:cxn>
                  <a:cxn ang="T14">
                    <a:pos x="T8" y="T9"/>
                  </a:cxn>
                </a:cxnLst>
                <a:rect l="T15" t="T16" r="T17" b="T18"/>
                <a:pathLst>
                  <a:path w="531" h="351">
                    <a:moveTo>
                      <a:pt x="0" y="0"/>
                    </a:moveTo>
                    <a:lnTo>
                      <a:pt x="0" y="350"/>
                    </a:lnTo>
                    <a:lnTo>
                      <a:pt x="530" y="350"/>
                    </a:lnTo>
                    <a:lnTo>
                      <a:pt x="530"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69" name="Rectangle 114">
                <a:extLst>
                  <a:ext uri="{FF2B5EF4-FFF2-40B4-BE49-F238E27FC236}">
                    <a16:creationId xmlns:a16="http://schemas.microsoft.com/office/drawing/2014/main" id="{2E84E71F-E4F4-43D8-B209-3C98A1B8941C}"/>
                  </a:ext>
                </a:extLst>
              </p:cNvPr>
              <p:cNvSpPr>
                <a:spLocks noChangeArrowheads="1"/>
              </p:cNvSpPr>
              <p:nvPr/>
            </p:nvSpPr>
            <p:spPr bwMode="auto">
              <a:xfrm>
                <a:off x="3702" y="1804"/>
                <a:ext cx="437"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DVC1</a:t>
                </a:r>
              </a:p>
            </p:txBody>
          </p:sp>
        </p:grpSp>
        <p:grpSp>
          <p:nvGrpSpPr>
            <p:cNvPr id="60" name="Group 115">
              <a:extLst>
                <a:ext uri="{FF2B5EF4-FFF2-40B4-BE49-F238E27FC236}">
                  <a16:creationId xmlns:a16="http://schemas.microsoft.com/office/drawing/2014/main" id="{A1269E46-4687-40F6-8E5B-6FB96080CBC1}"/>
                </a:ext>
              </a:extLst>
            </p:cNvPr>
            <p:cNvGrpSpPr>
              <a:grpSpLocks/>
            </p:cNvGrpSpPr>
            <p:nvPr/>
          </p:nvGrpSpPr>
          <p:grpSpPr bwMode="auto">
            <a:xfrm>
              <a:off x="5459780" y="3881282"/>
              <a:ext cx="712762" cy="447675"/>
              <a:chOff x="3660" y="3417"/>
              <a:chExt cx="556" cy="366"/>
            </a:xfrm>
          </p:grpSpPr>
          <p:sp>
            <p:nvSpPr>
              <p:cNvPr id="63" name="Freeform 116">
                <a:extLst>
                  <a:ext uri="{FF2B5EF4-FFF2-40B4-BE49-F238E27FC236}">
                    <a16:creationId xmlns:a16="http://schemas.microsoft.com/office/drawing/2014/main" id="{F3644342-381C-4B8C-9432-6B2DDE0A9A91}"/>
                  </a:ext>
                </a:extLst>
              </p:cNvPr>
              <p:cNvSpPr>
                <a:spLocks/>
              </p:cNvSpPr>
              <p:nvPr/>
            </p:nvSpPr>
            <p:spPr bwMode="auto">
              <a:xfrm>
                <a:off x="3683" y="3429"/>
                <a:ext cx="530" cy="354"/>
              </a:xfrm>
              <a:custGeom>
                <a:avLst/>
                <a:gdLst>
                  <a:gd name="T0" fmla="*/ 0 w 533"/>
                  <a:gd name="T1" fmla="*/ 0 h 354"/>
                  <a:gd name="T2" fmla="*/ 532 w 533"/>
                  <a:gd name="T3" fmla="*/ 0 h 354"/>
                  <a:gd name="T4" fmla="*/ 532 w 533"/>
                  <a:gd name="T5" fmla="*/ 353 h 354"/>
                  <a:gd name="T6" fmla="*/ 0 w 533"/>
                  <a:gd name="T7" fmla="*/ 353 h 354"/>
                  <a:gd name="T8" fmla="*/ 0 w 533"/>
                  <a:gd name="T9" fmla="*/ 0 h 354"/>
                  <a:gd name="T10" fmla="*/ 0 60000 65536"/>
                  <a:gd name="T11" fmla="*/ 0 60000 65536"/>
                  <a:gd name="T12" fmla="*/ 0 60000 65536"/>
                  <a:gd name="T13" fmla="*/ 0 60000 65536"/>
                  <a:gd name="T14" fmla="*/ 0 60000 65536"/>
                  <a:gd name="T15" fmla="*/ 0 w 533"/>
                  <a:gd name="T16" fmla="*/ 0 h 354"/>
                  <a:gd name="T17" fmla="*/ 533 w 533"/>
                  <a:gd name="T18" fmla="*/ 354 h 354"/>
                </a:gdLst>
                <a:ahLst/>
                <a:cxnLst>
                  <a:cxn ang="T10">
                    <a:pos x="T0" y="T1"/>
                  </a:cxn>
                  <a:cxn ang="T11">
                    <a:pos x="T2" y="T3"/>
                  </a:cxn>
                  <a:cxn ang="T12">
                    <a:pos x="T4" y="T5"/>
                  </a:cxn>
                  <a:cxn ang="T13">
                    <a:pos x="T6" y="T7"/>
                  </a:cxn>
                  <a:cxn ang="T14">
                    <a:pos x="T8" y="T9"/>
                  </a:cxn>
                </a:cxnLst>
                <a:rect l="T15" t="T16" r="T17" b="T18"/>
                <a:pathLst>
                  <a:path w="533" h="354">
                    <a:moveTo>
                      <a:pt x="0" y="0"/>
                    </a:moveTo>
                    <a:lnTo>
                      <a:pt x="532" y="0"/>
                    </a:lnTo>
                    <a:lnTo>
                      <a:pt x="532"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grpSp>
            <p:nvGrpSpPr>
              <p:cNvPr id="64" name="Group 117">
                <a:extLst>
                  <a:ext uri="{FF2B5EF4-FFF2-40B4-BE49-F238E27FC236}">
                    <a16:creationId xmlns:a16="http://schemas.microsoft.com/office/drawing/2014/main" id="{3CA8B6E3-75D6-48C3-9959-9582FFC13DB7}"/>
                  </a:ext>
                </a:extLst>
              </p:cNvPr>
              <p:cNvGrpSpPr>
                <a:grpSpLocks/>
              </p:cNvGrpSpPr>
              <p:nvPr/>
            </p:nvGrpSpPr>
            <p:grpSpPr bwMode="auto">
              <a:xfrm>
                <a:off x="3660" y="3417"/>
                <a:ext cx="531" cy="348"/>
                <a:chOff x="3660" y="3417"/>
                <a:chExt cx="531" cy="348"/>
              </a:xfrm>
            </p:grpSpPr>
            <p:sp>
              <p:nvSpPr>
                <p:cNvPr id="65" name="Freeform 118">
                  <a:extLst>
                    <a:ext uri="{FF2B5EF4-FFF2-40B4-BE49-F238E27FC236}">
                      <a16:creationId xmlns:a16="http://schemas.microsoft.com/office/drawing/2014/main" id="{717EC0A7-C741-4572-9C4F-5E9EEB24D4A8}"/>
                    </a:ext>
                  </a:extLst>
                </p:cNvPr>
                <p:cNvSpPr>
                  <a:spLocks/>
                </p:cNvSpPr>
                <p:nvPr/>
              </p:nvSpPr>
              <p:spPr bwMode="auto">
                <a:xfrm>
                  <a:off x="3660" y="3417"/>
                  <a:ext cx="531" cy="348"/>
                </a:xfrm>
                <a:custGeom>
                  <a:avLst/>
                  <a:gdLst>
                    <a:gd name="T0" fmla="*/ 0 w 531"/>
                    <a:gd name="T1" fmla="*/ 0 h 351"/>
                    <a:gd name="T2" fmla="*/ 0 w 531"/>
                    <a:gd name="T3" fmla="*/ 350 h 351"/>
                    <a:gd name="T4" fmla="*/ 530 w 531"/>
                    <a:gd name="T5" fmla="*/ 350 h 351"/>
                    <a:gd name="T6" fmla="*/ 530 w 531"/>
                    <a:gd name="T7" fmla="*/ 0 h 351"/>
                    <a:gd name="T8" fmla="*/ 0 w 531"/>
                    <a:gd name="T9" fmla="*/ 0 h 351"/>
                    <a:gd name="T10" fmla="*/ 0 60000 65536"/>
                    <a:gd name="T11" fmla="*/ 0 60000 65536"/>
                    <a:gd name="T12" fmla="*/ 0 60000 65536"/>
                    <a:gd name="T13" fmla="*/ 0 60000 65536"/>
                    <a:gd name="T14" fmla="*/ 0 60000 65536"/>
                    <a:gd name="T15" fmla="*/ 0 w 531"/>
                    <a:gd name="T16" fmla="*/ 0 h 351"/>
                    <a:gd name="T17" fmla="*/ 531 w 531"/>
                    <a:gd name="T18" fmla="*/ 351 h 351"/>
                  </a:gdLst>
                  <a:ahLst/>
                  <a:cxnLst>
                    <a:cxn ang="T10">
                      <a:pos x="T0" y="T1"/>
                    </a:cxn>
                    <a:cxn ang="T11">
                      <a:pos x="T2" y="T3"/>
                    </a:cxn>
                    <a:cxn ang="T12">
                      <a:pos x="T4" y="T5"/>
                    </a:cxn>
                    <a:cxn ang="T13">
                      <a:pos x="T6" y="T7"/>
                    </a:cxn>
                    <a:cxn ang="T14">
                      <a:pos x="T8" y="T9"/>
                    </a:cxn>
                  </a:cxnLst>
                  <a:rect l="T15" t="T16" r="T17" b="T18"/>
                  <a:pathLst>
                    <a:path w="531" h="351">
                      <a:moveTo>
                        <a:pt x="0" y="0"/>
                      </a:moveTo>
                      <a:lnTo>
                        <a:pt x="0" y="350"/>
                      </a:lnTo>
                      <a:lnTo>
                        <a:pt x="530" y="350"/>
                      </a:lnTo>
                      <a:lnTo>
                        <a:pt x="530"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66" name="Rectangle 119">
                  <a:extLst>
                    <a:ext uri="{FF2B5EF4-FFF2-40B4-BE49-F238E27FC236}">
                      <a16:creationId xmlns:a16="http://schemas.microsoft.com/office/drawing/2014/main" id="{38EC5682-4A49-4FB4-9198-EE6862D831C8}"/>
                    </a:ext>
                  </a:extLst>
                </p:cNvPr>
                <p:cNvSpPr>
                  <a:spLocks noChangeArrowheads="1"/>
                </p:cNvSpPr>
                <p:nvPr/>
              </p:nvSpPr>
              <p:spPr bwMode="auto">
                <a:xfrm>
                  <a:off x="3669" y="3485"/>
                  <a:ext cx="499" cy="212"/>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Pt63</a:t>
                  </a:r>
                </a:p>
              </p:txBody>
            </p:sp>
          </p:grpSp>
        </p:grpSp>
        <p:sp>
          <p:nvSpPr>
            <p:cNvPr id="61" name="Oval 121">
              <a:extLst>
                <a:ext uri="{FF2B5EF4-FFF2-40B4-BE49-F238E27FC236}">
                  <a16:creationId xmlns:a16="http://schemas.microsoft.com/office/drawing/2014/main" id="{536CC8F8-3C93-48E6-B03D-7797DD36B2F7}"/>
                </a:ext>
              </a:extLst>
            </p:cNvPr>
            <p:cNvSpPr>
              <a:spLocks noChangeArrowheads="1"/>
            </p:cNvSpPr>
            <p:nvPr/>
          </p:nvSpPr>
          <p:spPr bwMode="auto">
            <a:xfrm>
              <a:off x="5263959" y="3517880"/>
              <a:ext cx="20636" cy="19047"/>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sp>
          <p:nvSpPr>
            <p:cNvPr id="62" name="Oval 121">
              <a:extLst>
                <a:ext uri="{FF2B5EF4-FFF2-40B4-BE49-F238E27FC236}">
                  <a16:creationId xmlns:a16="http://schemas.microsoft.com/office/drawing/2014/main" id="{CF9EEC75-B688-403E-8A5D-0F0B1AAC783D}"/>
                </a:ext>
              </a:extLst>
            </p:cNvPr>
            <p:cNvSpPr>
              <a:spLocks noChangeArrowheads="1"/>
            </p:cNvSpPr>
            <p:nvPr/>
          </p:nvSpPr>
          <p:spPr bwMode="auto">
            <a:xfrm>
              <a:off x="5256021" y="4089285"/>
              <a:ext cx="20637" cy="19047"/>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grpSp>
      <p:grpSp>
        <p:nvGrpSpPr>
          <p:cNvPr id="70" name="Group 69">
            <a:extLst>
              <a:ext uri="{FF2B5EF4-FFF2-40B4-BE49-F238E27FC236}">
                <a16:creationId xmlns:a16="http://schemas.microsoft.com/office/drawing/2014/main" id="{8B854EB7-4E31-4781-9964-0022ED8C2DFB}"/>
              </a:ext>
            </a:extLst>
          </p:cNvPr>
          <p:cNvGrpSpPr>
            <a:grpSpLocks/>
          </p:cNvGrpSpPr>
          <p:nvPr/>
        </p:nvGrpSpPr>
        <p:grpSpPr bwMode="auto">
          <a:xfrm>
            <a:off x="2221787" y="2636838"/>
            <a:ext cx="1231900" cy="1722437"/>
            <a:chOff x="4944882" y="2606807"/>
            <a:chExt cx="1231857" cy="1722150"/>
          </a:xfrm>
        </p:grpSpPr>
        <p:sp>
          <p:nvSpPr>
            <p:cNvPr id="71" name="Line 93">
              <a:extLst>
                <a:ext uri="{FF2B5EF4-FFF2-40B4-BE49-F238E27FC236}">
                  <a16:creationId xmlns:a16="http://schemas.microsoft.com/office/drawing/2014/main" id="{90BC2BBA-FBBB-464C-9B98-99A994C09B25}"/>
                </a:ext>
              </a:extLst>
            </p:cNvPr>
            <p:cNvSpPr>
              <a:spLocks noChangeShapeType="1"/>
            </p:cNvSpPr>
            <p:nvPr/>
          </p:nvSpPr>
          <p:spPr bwMode="auto">
            <a:xfrm>
              <a:off x="5262371" y="3527404"/>
              <a:ext cx="184144"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72" name="Line 94">
              <a:extLst>
                <a:ext uri="{FF2B5EF4-FFF2-40B4-BE49-F238E27FC236}">
                  <a16:creationId xmlns:a16="http://schemas.microsoft.com/office/drawing/2014/main" id="{0C23F7F2-48DD-469A-B32C-D8868BBA4245}"/>
                </a:ext>
              </a:extLst>
            </p:cNvPr>
            <p:cNvSpPr>
              <a:spLocks noChangeShapeType="1"/>
            </p:cNvSpPr>
            <p:nvPr/>
          </p:nvSpPr>
          <p:spPr bwMode="auto">
            <a:xfrm>
              <a:off x="5248083" y="4089285"/>
              <a:ext cx="188906"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73" name="Oval 110">
              <a:extLst>
                <a:ext uri="{FF2B5EF4-FFF2-40B4-BE49-F238E27FC236}">
                  <a16:creationId xmlns:a16="http://schemas.microsoft.com/office/drawing/2014/main" id="{B049C198-106A-4B53-A604-373EA05BF580}"/>
                </a:ext>
              </a:extLst>
            </p:cNvPr>
            <p:cNvSpPr>
              <a:spLocks noChangeArrowheads="1"/>
            </p:cNvSpPr>
            <p:nvPr/>
          </p:nvSpPr>
          <p:spPr bwMode="auto">
            <a:xfrm>
              <a:off x="5262371" y="2606807"/>
              <a:ext cx="20636" cy="19047"/>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sp>
          <p:nvSpPr>
            <p:cNvPr id="74" name="Line 92">
              <a:extLst>
                <a:ext uri="{FF2B5EF4-FFF2-40B4-BE49-F238E27FC236}">
                  <a16:creationId xmlns:a16="http://schemas.microsoft.com/office/drawing/2014/main" id="{9972FD77-DD08-4CAF-97F6-22DBDEDD5096}"/>
                </a:ext>
              </a:extLst>
            </p:cNvPr>
            <p:cNvSpPr>
              <a:spLocks noChangeShapeType="1"/>
            </p:cNvSpPr>
            <p:nvPr/>
          </p:nvSpPr>
          <p:spPr bwMode="auto">
            <a:xfrm>
              <a:off x="5273483" y="2614743"/>
              <a:ext cx="3175" cy="1504699"/>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75" name="Freeform 97">
              <a:extLst>
                <a:ext uri="{FF2B5EF4-FFF2-40B4-BE49-F238E27FC236}">
                  <a16:creationId xmlns:a16="http://schemas.microsoft.com/office/drawing/2014/main" id="{76DE69F3-205E-41B5-B124-C62FA8D1028B}"/>
                </a:ext>
              </a:extLst>
            </p:cNvPr>
            <p:cNvSpPr>
              <a:spLocks/>
            </p:cNvSpPr>
            <p:nvPr/>
          </p:nvSpPr>
          <p:spPr bwMode="auto">
            <a:xfrm>
              <a:off x="4970281" y="2832194"/>
              <a:ext cx="684188" cy="436489"/>
            </a:xfrm>
            <a:custGeom>
              <a:avLst/>
              <a:gdLst>
                <a:gd name="T0" fmla="*/ 0 w 534"/>
                <a:gd name="T1" fmla="*/ 0 h 356"/>
                <a:gd name="T2" fmla="*/ 533 w 534"/>
                <a:gd name="T3" fmla="*/ 0 h 356"/>
                <a:gd name="T4" fmla="*/ 533 w 534"/>
                <a:gd name="T5" fmla="*/ 355 h 356"/>
                <a:gd name="T6" fmla="*/ 0 w 534"/>
                <a:gd name="T7" fmla="*/ 355 h 356"/>
                <a:gd name="T8" fmla="*/ 0 w 534"/>
                <a:gd name="T9" fmla="*/ 0 h 356"/>
                <a:gd name="T10" fmla="*/ 0 60000 65536"/>
                <a:gd name="T11" fmla="*/ 0 60000 65536"/>
                <a:gd name="T12" fmla="*/ 0 60000 65536"/>
                <a:gd name="T13" fmla="*/ 0 60000 65536"/>
                <a:gd name="T14" fmla="*/ 0 60000 65536"/>
                <a:gd name="T15" fmla="*/ 0 w 534"/>
                <a:gd name="T16" fmla="*/ 0 h 356"/>
                <a:gd name="T17" fmla="*/ 534 w 534"/>
                <a:gd name="T18" fmla="*/ 356 h 356"/>
              </a:gdLst>
              <a:ahLst/>
              <a:cxnLst>
                <a:cxn ang="T10">
                  <a:pos x="T0" y="T1"/>
                </a:cxn>
                <a:cxn ang="T11">
                  <a:pos x="T2" y="T3"/>
                </a:cxn>
                <a:cxn ang="T12">
                  <a:pos x="T4" y="T5"/>
                </a:cxn>
                <a:cxn ang="T13">
                  <a:pos x="T6" y="T7"/>
                </a:cxn>
                <a:cxn ang="T14">
                  <a:pos x="T8" y="T9"/>
                </a:cxn>
              </a:cxnLst>
              <a:rect l="T15" t="T16" r="T17" b="T18"/>
              <a:pathLst>
                <a:path w="534" h="356">
                  <a:moveTo>
                    <a:pt x="0" y="0"/>
                  </a:moveTo>
                  <a:lnTo>
                    <a:pt x="533" y="0"/>
                  </a:lnTo>
                  <a:lnTo>
                    <a:pt x="533" y="355"/>
                  </a:lnTo>
                  <a:lnTo>
                    <a:pt x="0" y="355"/>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76" name="Freeform 98">
              <a:extLst>
                <a:ext uri="{FF2B5EF4-FFF2-40B4-BE49-F238E27FC236}">
                  <a16:creationId xmlns:a16="http://schemas.microsoft.com/office/drawing/2014/main" id="{7123F7B1-CAD3-44EF-8A00-E7912DA9B891}"/>
                </a:ext>
              </a:extLst>
            </p:cNvPr>
            <p:cNvSpPr>
              <a:spLocks/>
            </p:cNvSpPr>
            <p:nvPr/>
          </p:nvSpPr>
          <p:spPr bwMode="auto">
            <a:xfrm>
              <a:off x="4944882" y="2813148"/>
              <a:ext cx="679426" cy="433315"/>
            </a:xfrm>
            <a:custGeom>
              <a:avLst/>
              <a:gdLst>
                <a:gd name="T0" fmla="*/ 0 w 531"/>
                <a:gd name="T1" fmla="*/ 0 h 354"/>
                <a:gd name="T2" fmla="*/ 0 w 531"/>
                <a:gd name="T3" fmla="*/ 353 h 354"/>
                <a:gd name="T4" fmla="*/ 530 w 531"/>
                <a:gd name="T5" fmla="*/ 353 h 354"/>
                <a:gd name="T6" fmla="*/ 530 w 531"/>
                <a:gd name="T7" fmla="*/ 0 h 354"/>
                <a:gd name="T8" fmla="*/ 0 w 531"/>
                <a:gd name="T9" fmla="*/ 0 h 354"/>
                <a:gd name="T10" fmla="*/ 0 60000 65536"/>
                <a:gd name="T11" fmla="*/ 0 60000 65536"/>
                <a:gd name="T12" fmla="*/ 0 60000 65536"/>
                <a:gd name="T13" fmla="*/ 0 60000 65536"/>
                <a:gd name="T14" fmla="*/ 0 60000 65536"/>
                <a:gd name="T15" fmla="*/ 0 w 531"/>
                <a:gd name="T16" fmla="*/ 0 h 354"/>
                <a:gd name="T17" fmla="*/ 531 w 531"/>
                <a:gd name="T18" fmla="*/ 354 h 354"/>
              </a:gdLst>
              <a:ahLst/>
              <a:cxnLst>
                <a:cxn ang="T10">
                  <a:pos x="T0" y="T1"/>
                </a:cxn>
                <a:cxn ang="T11">
                  <a:pos x="T2" y="T3"/>
                </a:cxn>
                <a:cxn ang="T12">
                  <a:pos x="T4" y="T5"/>
                </a:cxn>
                <a:cxn ang="T13">
                  <a:pos x="T6" y="T7"/>
                </a:cxn>
                <a:cxn ang="T14">
                  <a:pos x="T8" y="T9"/>
                </a:cxn>
              </a:cxnLst>
              <a:rect l="T15" t="T16" r="T17" b="T18"/>
              <a:pathLst>
                <a:path w="531" h="354">
                  <a:moveTo>
                    <a:pt x="0" y="0"/>
                  </a:moveTo>
                  <a:lnTo>
                    <a:pt x="0" y="353"/>
                  </a:lnTo>
                  <a:lnTo>
                    <a:pt x="530" y="353"/>
                  </a:lnTo>
                  <a:lnTo>
                    <a:pt x="530" y="0"/>
                  </a:lnTo>
                  <a:lnTo>
                    <a:pt x="0" y="0"/>
                  </a:lnTo>
                </a:path>
              </a:pathLst>
            </a:custGeom>
            <a:solidFill>
              <a:srgbClr val="0C4B9D"/>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77" name="Rectangle 99">
              <a:extLst>
                <a:ext uri="{FF2B5EF4-FFF2-40B4-BE49-F238E27FC236}">
                  <a16:creationId xmlns:a16="http://schemas.microsoft.com/office/drawing/2014/main" id="{6D7D6989-78B9-449A-BA0F-917DDD6D0BE8}"/>
                </a:ext>
              </a:extLst>
            </p:cNvPr>
            <p:cNvSpPr>
              <a:spLocks noChangeArrowheads="1"/>
            </p:cNvSpPr>
            <p:nvPr/>
          </p:nvSpPr>
          <p:spPr bwMode="auto">
            <a:xfrm>
              <a:off x="5088336" y="2889117"/>
              <a:ext cx="371885" cy="259002"/>
            </a:xfrm>
            <a:prstGeom prst="rect">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CL</a:t>
              </a:r>
            </a:p>
          </p:txBody>
        </p:sp>
        <p:grpSp>
          <p:nvGrpSpPr>
            <p:cNvPr id="78" name="Group 111">
              <a:extLst>
                <a:ext uri="{FF2B5EF4-FFF2-40B4-BE49-F238E27FC236}">
                  <a16:creationId xmlns:a16="http://schemas.microsoft.com/office/drawing/2014/main" id="{02D2FA9F-BB43-4C61-9525-2A53B5DCD801}"/>
                </a:ext>
              </a:extLst>
            </p:cNvPr>
            <p:cNvGrpSpPr>
              <a:grpSpLocks/>
            </p:cNvGrpSpPr>
            <p:nvPr/>
          </p:nvGrpSpPr>
          <p:grpSpPr bwMode="auto">
            <a:xfrm>
              <a:off x="5465564" y="3295782"/>
              <a:ext cx="711175" cy="449262"/>
              <a:chOff x="3655" y="1743"/>
              <a:chExt cx="554" cy="366"/>
            </a:xfrm>
          </p:grpSpPr>
          <p:sp>
            <p:nvSpPr>
              <p:cNvPr id="86" name="Freeform 112">
                <a:extLst>
                  <a:ext uri="{FF2B5EF4-FFF2-40B4-BE49-F238E27FC236}">
                    <a16:creationId xmlns:a16="http://schemas.microsoft.com/office/drawing/2014/main" id="{B106352F-8757-48B8-B681-1CFC2A4B6457}"/>
                  </a:ext>
                </a:extLst>
              </p:cNvPr>
              <p:cNvSpPr>
                <a:spLocks/>
              </p:cNvSpPr>
              <p:nvPr/>
            </p:nvSpPr>
            <p:spPr bwMode="auto">
              <a:xfrm>
                <a:off x="3676" y="1755"/>
                <a:ext cx="533" cy="354"/>
              </a:xfrm>
              <a:custGeom>
                <a:avLst/>
                <a:gdLst>
                  <a:gd name="T0" fmla="*/ 0 w 533"/>
                  <a:gd name="T1" fmla="*/ 0 h 354"/>
                  <a:gd name="T2" fmla="*/ 532 w 533"/>
                  <a:gd name="T3" fmla="*/ 0 h 354"/>
                  <a:gd name="T4" fmla="*/ 532 w 533"/>
                  <a:gd name="T5" fmla="*/ 353 h 354"/>
                  <a:gd name="T6" fmla="*/ 0 w 533"/>
                  <a:gd name="T7" fmla="*/ 353 h 354"/>
                  <a:gd name="T8" fmla="*/ 0 w 533"/>
                  <a:gd name="T9" fmla="*/ 0 h 354"/>
                  <a:gd name="T10" fmla="*/ 0 60000 65536"/>
                  <a:gd name="T11" fmla="*/ 0 60000 65536"/>
                  <a:gd name="T12" fmla="*/ 0 60000 65536"/>
                  <a:gd name="T13" fmla="*/ 0 60000 65536"/>
                  <a:gd name="T14" fmla="*/ 0 60000 65536"/>
                  <a:gd name="T15" fmla="*/ 0 w 533"/>
                  <a:gd name="T16" fmla="*/ 0 h 354"/>
                  <a:gd name="T17" fmla="*/ 533 w 533"/>
                  <a:gd name="T18" fmla="*/ 354 h 354"/>
                </a:gdLst>
                <a:ahLst/>
                <a:cxnLst>
                  <a:cxn ang="T10">
                    <a:pos x="T0" y="T1"/>
                  </a:cxn>
                  <a:cxn ang="T11">
                    <a:pos x="T2" y="T3"/>
                  </a:cxn>
                  <a:cxn ang="T12">
                    <a:pos x="T4" y="T5"/>
                  </a:cxn>
                  <a:cxn ang="T13">
                    <a:pos x="T6" y="T7"/>
                  </a:cxn>
                  <a:cxn ang="T14">
                    <a:pos x="T8" y="T9"/>
                  </a:cxn>
                </a:cxnLst>
                <a:rect l="T15" t="T16" r="T17" b="T18"/>
                <a:pathLst>
                  <a:path w="533" h="354">
                    <a:moveTo>
                      <a:pt x="0" y="0"/>
                    </a:moveTo>
                    <a:lnTo>
                      <a:pt x="532" y="0"/>
                    </a:lnTo>
                    <a:lnTo>
                      <a:pt x="532"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87" name="Freeform 113">
                <a:extLst>
                  <a:ext uri="{FF2B5EF4-FFF2-40B4-BE49-F238E27FC236}">
                    <a16:creationId xmlns:a16="http://schemas.microsoft.com/office/drawing/2014/main" id="{5BC887EC-CB2C-4A7A-8E9B-E9E9C2C90046}"/>
                  </a:ext>
                </a:extLst>
              </p:cNvPr>
              <p:cNvSpPr>
                <a:spLocks/>
              </p:cNvSpPr>
              <p:nvPr/>
            </p:nvSpPr>
            <p:spPr bwMode="auto">
              <a:xfrm>
                <a:off x="3655" y="1743"/>
                <a:ext cx="531" cy="350"/>
              </a:xfrm>
              <a:custGeom>
                <a:avLst/>
                <a:gdLst>
                  <a:gd name="T0" fmla="*/ 0 w 531"/>
                  <a:gd name="T1" fmla="*/ 0 h 351"/>
                  <a:gd name="T2" fmla="*/ 0 w 531"/>
                  <a:gd name="T3" fmla="*/ 350 h 351"/>
                  <a:gd name="T4" fmla="*/ 530 w 531"/>
                  <a:gd name="T5" fmla="*/ 350 h 351"/>
                  <a:gd name="T6" fmla="*/ 530 w 531"/>
                  <a:gd name="T7" fmla="*/ 0 h 351"/>
                  <a:gd name="T8" fmla="*/ 0 w 531"/>
                  <a:gd name="T9" fmla="*/ 0 h 351"/>
                  <a:gd name="T10" fmla="*/ 0 60000 65536"/>
                  <a:gd name="T11" fmla="*/ 0 60000 65536"/>
                  <a:gd name="T12" fmla="*/ 0 60000 65536"/>
                  <a:gd name="T13" fmla="*/ 0 60000 65536"/>
                  <a:gd name="T14" fmla="*/ 0 60000 65536"/>
                  <a:gd name="T15" fmla="*/ 0 w 531"/>
                  <a:gd name="T16" fmla="*/ 0 h 351"/>
                  <a:gd name="T17" fmla="*/ 531 w 531"/>
                  <a:gd name="T18" fmla="*/ 351 h 351"/>
                </a:gdLst>
                <a:ahLst/>
                <a:cxnLst>
                  <a:cxn ang="T10">
                    <a:pos x="T0" y="T1"/>
                  </a:cxn>
                  <a:cxn ang="T11">
                    <a:pos x="T2" y="T3"/>
                  </a:cxn>
                  <a:cxn ang="T12">
                    <a:pos x="T4" y="T5"/>
                  </a:cxn>
                  <a:cxn ang="T13">
                    <a:pos x="T6" y="T7"/>
                  </a:cxn>
                  <a:cxn ang="T14">
                    <a:pos x="T8" y="T9"/>
                  </a:cxn>
                </a:cxnLst>
                <a:rect l="T15" t="T16" r="T17" b="T18"/>
                <a:pathLst>
                  <a:path w="531" h="351">
                    <a:moveTo>
                      <a:pt x="0" y="0"/>
                    </a:moveTo>
                    <a:lnTo>
                      <a:pt x="0" y="350"/>
                    </a:lnTo>
                    <a:lnTo>
                      <a:pt x="530" y="350"/>
                    </a:lnTo>
                    <a:lnTo>
                      <a:pt x="530"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88" name="Rectangle 114">
                <a:extLst>
                  <a:ext uri="{FF2B5EF4-FFF2-40B4-BE49-F238E27FC236}">
                    <a16:creationId xmlns:a16="http://schemas.microsoft.com/office/drawing/2014/main" id="{D1B2054B-72BB-4264-8853-F1DBBC604600}"/>
                  </a:ext>
                </a:extLst>
              </p:cNvPr>
              <p:cNvSpPr>
                <a:spLocks noChangeArrowheads="1"/>
              </p:cNvSpPr>
              <p:nvPr/>
            </p:nvSpPr>
            <p:spPr bwMode="auto">
              <a:xfrm>
                <a:off x="3702" y="1804"/>
                <a:ext cx="437"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Pt1</a:t>
                </a:r>
              </a:p>
            </p:txBody>
          </p:sp>
        </p:grpSp>
        <p:grpSp>
          <p:nvGrpSpPr>
            <p:cNvPr id="79" name="Group 115">
              <a:extLst>
                <a:ext uri="{FF2B5EF4-FFF2-40B4-BE49-F238E27FC236}">
                  <a16:creationId xmlns:a16="http://schemas.microsoft.com/office/drawing/2014/main" id="{6912EF91-D4DA-4FB8-8B14-C33C8126B8E4}"/>
                </a:ext>
              </a:extLst>
            </p:cNvPr>
            <p:cNvGrpSpPr>
              <a:grpSpLocks/>
            </p:cNvGrpSpPr>
            <p:nvPr/>
          </p:nvGrpSpPr>
          <p:grpSpPr bwMode="auto">
            <a:xfrm>
              <a:off x="5459780" y="3881282"/>
              <a:ext cx="712762" cy="447675"/>
              <a:chOff x="3660" y="3417"/>
              <a:chExt cx="556" cy="366"/>
            </a:xfrm>
          </p:grpSpPr>
          <p:sp>
            <p:nvSpPr>
              <p:cNvPr id="82" name="Freeform 116">
                <a:extLst>
                  <a:ext uri="{FF2B5EF4-FFF2-40B4-BE49-F238E27FC236}">
                    <a16:creationId xmlns:a16="http://schemas.microsoft.com/office/drawing/2014/main" id="{6DD110FA-DB79-4661-B9B4-1CFD78AD8D7C}"/>
                  </a:ext>
                </a:extLst>
              </p:cNvPr>
              <p:cNvSpPr>
                <a:spLocks/>
              </p:cNvSpPr>
              <p:nvPr/>
            </p:nvSpPr>
            <p:spPr bwMode="auto">
              <a:xfrm>
                <a:off x="3683" y="3429"/>
                <a:ext cx="530" cy="354"/>
              </a:xfrm>
              <a:custGeom>
                <a:avLst/>
                <a:gdLst>
                  <a:gd name="T0" fmla="*/ 0 w 533"/>
                  <a:gd name="T1" fmla="*/ 0 h 354"/>
                  <a:gd name="T2" fmla="*/ 532 w 533"/>
                  <a:gd name="T3" fmla="*/ 0 h 354"/>
                  <a:gd name="T4" fmla="*/ 532 w 533"/>
                  <a:gd name="T5" fmla="*/ 353 h 354"/>
                  <a:gd name="T6" fmla="*/ 0 w 533"/>
                  <a:gd name="T7" fmla="*/ 353 h 354"/>
                  <a:gd name="T8" fmla="*/ 0 w 533"/>
                  <a:gd name="T9" fmla="*/ 0 h 354"/>
                  <a:gd name="T10" fmla="*/ 0 60000 65536"/>
                  <a:gd name="T11" fmla="*/ 0 60000 65536"/>
                  <a:gd name="T12" fmla="*/ 0 60000 65536"/>
                  <a:gd name="T13" fmla="*/ 0 60000 65536"/>
                  <a:gd name="T14" fmla="*/ 0 60000 65536"/>
                  <a:gd name="T15" fmla="*/ 0 w 533"/>
                  <a:gd name="T16" fmla="*/ 0 h 354"/>
                  <a:gd name="T17" fmla="*/ 533 w 533"/>
                  <a:gd name="T18" fmla="*/ 354 h 354"/>
                </a:gdLst>
                <a:ahLst/>
                <a:cxnLst>
                  <a:cxn ang="T10">
                    <a:pos x="T0" y="T1"/>
                  </a:cxn>
                  <a:cxn ang="T11">
                    <a:pos x="T2" y="T3"/>
                  </a:cxn>
                  <a:cxn ang="T12">
                    <a:pos x="T4" y="T5"/>
                  </a:cxn>
                  <a:cxn ang="T13">
                    <a:pos x="T6" y="T7"/>
                  </a:cxn>
                  <a:cxn ang="T14">
                    <a:pos x="T8" y="T9"/>
                  </a:cxn>
                </a:cxnLst>
                <a:rect l="T15" t="T16" r="T17" b="T18"/>
                <a:pathLst>
                  <a:path w="533" h="354">
                    <a:moveTo>
                      <a:pt x="0" y="0"/>
                    </a:moveTo>
                    <a:lnTo>
                      <a:pt x="532" y="0"/>
                    </a:lnTo>
                    <a:lnTo>
                      <a:pt x="532"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grpSp>
            <p:nvGrpSpPr>
              <p:cNvPr id="83" name="Group 117">
                <a:extLst>
                  <a:ext uri="{FF2B5EF4-FFF2-40B4-BE49-F238E27FC236}">
                    <a16:creationId xmlns:a16="http://schemas.microsoft.com/office/drawing/2014/main" id="{93512A47-5427-4045-A679-116929B5F83F}"/>
                  </a:ext>
                </a:extLst>
              </p:cNvPr>
              <p:cNvGrpSpPr>
                <a:grpSpLocks/>
              </p:cNvGrpSpPr>
              <p:nvPr/>
            </p:nvGrpSpPr>
            <p:grpSpPr bwMode="auto">
              <a:xfrm>
                <a:off x="3660" y="3417"/>
                <a:ext cx="531" cy="348"/>
                <a:chOff x="3660" y="3417"/>
                <a:chExt cx="531" cy="348"/>
              </a:xfrm>
            </p:grpSpPr>
            <p:sp>
              <p:nvSpPr>
                <p:cNvPr id="84" name="Freeform 118">
                  <a:extLst>
                    <a:ext uri="{FF2B5EF4-FFF2-40B4-BE49-F238E27FC236}">
                      <a16:creationId xmlns:a16="http://schemas.microsoft.com/office/drawing/2014/main" id="{FA51E57D-B266-4E89-970D-2EF1A9B43C39}"/>
                    </a:ext>
                  </a:extLst>
                </p:cNvPr>
                <p:cNvSpPr>
                  <a:spLocks/>
                </p:cNvSpPr>
                <p:nvPr/>
              </p:nvSpPr>
              <p:spPr bwMode="auto">
                <a:xfrm>
                  <a:off x="3660" y="3417"/>
                  <a:ext cx="531" cy="348"/>
                </a:xfrm>
                <a:custGeom>
                  <a:avLst/>
                  <a:gdLst>
                    <a:gd name="T0" fmla="*/ 0 w 531"/>
                    <a:gd name="T1" fmla="*/ 0 h 351"/>
                    <a:gd name="T2" fmla="*/ 0 w 531"/>
                    <a:gd name="T3" fmla="*/ 350 h 351"/>
                    <a:gd name="T4" fmla="*/ 530 w 531"/>
                    <a:gd name="T5" fmla="*/ 350 h 351"/>
                    <a:gd name="T6" fmla="*/ 530 w 531"/>
                    <a:gd name="T7" fmla="*/ 0 h 351"/>
                    <a:gd name="T8" fmla="*/ 0 w 531"/>
                    <a:gd name="T9" fmla="*/ 0 h 351"/>
                    <a:gd name="T10" fmla="*/ 0 60000 65536"/>
                    <a:gd name="T11" fmla="*/ 0 60000 65536"/>
                    <a:gd name="T12" fmla="*/ 0 60000 65536"/>
                    <a:gd name="T13" fmla="*/ 0 60000 65536"/>
                    <a:gd name="T14" fmla="*/ 0 60000 65536"/>
                    <a:gd name="T15" fmla="*/ 0 w 531"/>
                    <a:gd name="T16" fmla="*/ 0 h 351"/>
                    <a:gd name="T17" fmla="*/ 531 w 531"/>
                    <a:gd name="T18" fmla="*/ 351 h 351"/>
                  </a:gdLst>
                  <a:ahLst/>
                  <a:cxnLst>
                    <a:cxn ang="T10">
                      <a:pos x="T0" y="T1"/>
                    </a:cxn>
                    <a:cxn ang="T11">
                      <a:pos x="T2" y="T3"/>
                    </a:cxn>
                    <a:cxn ang="T12">
                      <a:pos x="T4" y="T5"/>
                    </a:cxn>
                    <a:cxn ang="T13">
                      <a:pos x="T6" y="T7"/>
                    </a:cxn>
                    <a:cxn ang="T14">
                      <a:pos x="T8" y="T9"/>
                    </a:cxn>
                  </a:cxnLst>
                  <a:rect l="T15" t="T16" r="T17" b="T18"/>
                  <a:pathLst>
                    <a:path w="531" h="351">
                      <a:moveTo>
                        <a:pt x="0" y="0"/>
                      </a:moveTo>
                      <a:lnTo>
                        <a:pt x="0" y="350"/>
                      </a:lnTo>
                      <a:lnTo>
                        <a:pt x="530" y="350"/>
                      </a:lnTo>
                      <a:lnTo>
                        <a:pt x="530"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85" name="Rectangle 119">
                  <a:extLst>
                    <a:ext uri="{FF2B5EF4-FFF2-40B4-BE49-F238E27FC236}">
                      <a16:creationId xmlns:a16="http://schemas.microsoft.com/office/drawing/2014/main" id="{5F6BDF51-F0B6-4A1C-9109-6B73E8EE0E3A}"/>
                    </a:ext>
                  </a:extLst>
                </p:cNvPr>
                <p:cNvSpPr>
                  <a:spLocks noChangeArrowheads="1"/>
                </p:cNvSpPr>
                <p:nvPr/>
              </p:nvSpPr>
              <p:spPr bwMode="auto">
                <a:xfrm>
                  <a:off x="3669" y="3485"/>
                  <a:ext cx="499" cy="212"/>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Pt63</a:t>
                  </a:r>
                </a:p>
              </p:txBody>
            </p:sp>
          </p:grpSp>
        </p:grpSp>
        <p:sp>
          <p:nvSpPr>
            <p:cNvPr id="80" name="Oval 121">
              <a:extLst>
                <a:ext uri="{FF2B5EF4-FFF2-40B4-BE49-F238E27FC236}">
                  <a16:creationId xmlns:a16="http://schemas.microsoft.com/office/drawing/2014/main" id="{B968A37B-A36F-4D5B-BE23-98452B81BB3E}"/>
                </a:ext>
              </a:extLst>
            </p:cNvPr>
            <p:cNvSpPr>
              <a:spLocks noChangeArrowheads="1"/>
            </p:cNvSpPr>
            <p:nvPr/>
          </p:nvSpPr>
          <p:spPr bwMode="auto">
            <a:xfrm>
              <a:off x="5263958" y="3517880"/>
              <a:ext cx="20637" cy="19047"/>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sp>
          <p:nvSpPr>
            <p:cNvPr id="81" name="Oval 121">
              <a:extLst>
                <a:ext uri="{FF2B5EF4-FFF2-40B4-BE49-F238E27FC236}">
                  <a16:creationId xmlns:a16="http://schemas.microsoft.com/office/drawing/2014/main" id="{6672FD3D-4199-448E-B0AE-5EA46105A129}"/>
                </a:ext>
              </a:extLst>
            </p:cNvPr>
            <p:cNvSpPr>
              <a:spLocks noChangeArrowheads="1"/>
            </p:cNvSpPr>
            <p:nvPr/>
          </p:nvSpPr>
          <p:spPr bwMode="auto">
            <a:xfrm>
              <a:off x="5256021" y="4089285"/>
              <a:ext cx="20636" cy="19047"/>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grpSp>
      <p:grpSp>
        <p:nvGrpSpPr>
          <p:cNvPr id="89" name="Group 88">
            <a:extLst>
              <a:ext uri="{FF2B5EF4-FFF2-40B4-BE49-F238E27FC236}">
                <a16:creationId xmlns:a16="http://schemas.microsoft.com/office/drawing/2014/main" id="{5F80F40B-3B5C-4E83-AE4C-A4C3C679B153}"/>
              </a:ext>
            </a:extLst>
          </p:cNvPr>
          <p:cNvGrpSpPr>
            <a:grpSpLocks/>
          </p:cNvGrpSpPr>
          <p:nvPr/>
        </p:nvGrpSpPr>
        <p:grpSpPr bwMode="auto">
          <a:xfrm>
            <a:off x="440612" y="4381500"/>
            <a:ext cx="4956175" cy="1612900"/>
            <a:chOff x="579917" y="4380868"/>
            <a:chExt cx="4955196" cy="1614174"/>
          </a:xfrm>
        </p:grpSpPr>
        <p:grpSp>
          <p:nvGrpSpPr>
            <p:cNvPr id="90" name="Group 2">
              <a:extLst>
                <a:ext uri="{FF2B5EF4-FFF2-40B4-BE49-F238E27FC236}">
                  <a16:creationId xmlns:a16="http://schemas.microsoft.com/office/drawing/2014/main" id="{65D25A31-17CD-4864-B3E8-A418912AD18C}"/>
                </a:ext>
              </a:extLst>
            </p:cNvPr>
            <p:cNvGrpSpPr>
              <a:grpSpLocks/>
            </p:cNvGrpSpPr>
            <p:nvPr/>
          </p:nvGrpSpPr>
          <p:grpSpPr bwMode="auto">
            <a:xfrm>
              <a:off x="579917" y="4380868"/>
              <a:ext cx="4955196" cy="1614174"/>
              <a:chOff x="597148" y="4364038"/>
              <a:chExt cx="4955196" cy="1614174"/>
            </a:xfrm>
          </p:grpSpPr>
          <p:sp>
            <p:nvSpPr>
              <p:cNvPr id="97" name="Oval 236">
                <a:extLst>
                  <a:ext uri="{FF2B5EF4-FFF2-40B4-BE49-F238E27FC236}">
                    <a16:creationId xmlns:a16="http://schemas.microsoft.com/office/drawing/2014/main" id="{7A984859-FF09-4E12-BA84-A50C62A6A00B}"/>
                  </a:ext>
                </a:extLst>
              </p:cNvPr>
              <p:cNvSpPr>
                <a:spLocks noChangeArrowheads="1"/>
              </p:cNvSpPr>
              <p:nvPr/>
            </p:nvSpPr>
            <p:spPr bwMode="auto">
              <a:xfrm>
                <a:off x="935286" y="4373837"/>
                <a:ext cx="20510" cy="19598"/>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pPr>
                <a:endParaRPr sz="1100" kern="0">
                  <a:solidFill>
                    <a:srgbClr val="000000"/>
                  </a:solidFill>
                  <a:latin typeface="Arial"/>
                  <a:ea typeface="+mn-ea"/>
                  <a:cs typeface="Arial"/>
                </a:endParaRPr>
              </a:p>
            </p:txBody>
          </p:sp>
          <p:grpSp>
            <p:nvGrpSpPr>
              <p:cNvPr id="98" name="Group 260">
                <a:extLst>
                  <a:ext uri="{FF2B5EF4-FFF2-40B4-BE49-F238E27FC236}">
                    <a16:creationId xmlns:a16="http://schemas.microsoft.com/office/drawing/2014/main" id="{EAC600BB-1CBB-4500-80AC-052FF6FC6869}"/>
                  </a:ext>
                </a:extLst>
              </p:cNvPr>
              <p:cNvGrpSpPr>
                <a:grpSpLocks/>
              </p:cNvGrpSpPr>
              <p:nvPr/>
            </p:nvGrpSpPr>
            <p:grpSpPr bwMode="auto">
              <a:xfrm>
                <a:off x="960202" y="4364038"/>
                <a:ext cx="3067535" cy="1603375"/>
                <a:chOff x="689" y="2609"/>
                <a:chExt cx="2393" cy="1309"/>
              </a:xfrm>
            </p:grpSpPr>
            <p:sp>
              <p:nvSpPr>
                <p:cNvPr id="146" name="Line 235">
                  <a:extLst>
                    <a:ext uri="{FF2B5EF4-FFF2-40B4-BE49-F238E27FC236}">
                      <a16:creationId xmlns:a16="http://schemas.microsoft.com/office/drawing/2014/main" id="{EDC135A0-9819-442D-8D27-0EB5A7A818AD}"/>
                    </a:ext>
                  </a:extLst>
                </p:cNvPr>
                <p:cNvSpPr>
                  <a:spLocks noChangeShapeType="1"/>
                </p:cNvSpPr>
                <p:nvPr/>
              </p:nvSpPr>
              <p:spPr bwMode="auto">
                <a:xfrm rot="5400000" flipH="1">
                  <a:off x="1305" y="2005"/>
                  <a:ext cx="4" cy="1236"/>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grpSp>
              <p:nvGrpSpPr>
                <p:cNvPr id="147" name="Group 239">
                  <a:extLst>
                    <a:ext uri="{FF2B5EF4-FFF2-40B4-BE49-F238E27FC236}">
                      <a16:creationId xmlns:a16="http://schemas.microsoft.com/office/drawing/2014/main" id="{82EC667E-2543-49F5-9D7A-3A71B9705C54}"/>
                    </a:ext>
                  </a:extLst>
                </p:cNvPr>
                <p:cNvGrpSpPr>
                  <a:grpSpLocks/>
                </p:cNvGrpSpPr>
                <p:nvPr/>
              </p:nvGrpSpPr>
              <p:grpSpPr bwMode="auto">
                <a:xfrm>
                  <a:off x="1653" y="2609"/>
                  <a:ext cx="1429" cy="1309"/>
                  <a:chOff x="1653" y="2609"/>
                  <a:chExt cx="1429" cy="1309"/>
                </a:xfrm>
              </p:grpSpPr>
              <p:grpSp>
                <p:nvGrpSpPr>
                  <p:cNvPr id="148" name="Group 212">
                    <a:extLst>
                      <a:ext uri="{FF2B5EF4-FFF2-40B4-BE49-F238E27FC236}">
                        <a16:creationId xmlns:a16="http://schemas.microsoft.com/office/drawing/2014/main" id="{34A9106C-CF73-4F21-86D5-108A4DF2D355}"/>
                      </a:ext>
                    </a:extLst>
                  </p:cNvPr>
                  <p:cNvGrpSpPr>
                    <a:grpSpLocks/>
                  </p:cNvGrpSpPr>
                  <p:nvPr/>
                </p:nvGrpSpPr>
                <p:grpSpPr bwMode="auto">
                  <a:xfrm>
                    <a:off x="1653" y="2619"/>
                    <a:ext cx="1429" cy="1299"/>
                    <a:chOff x="1560" y="2637"/>
                    <a:chExt cx="1429" cy="1299"/>
                  </a:xfrm>
                </p:grpSpPr>
                <p:sp>
                  <p:nvSpPr>
                    <p:cNvPr id="150" name="Line 210">
                      <a:extLst>
                        <a:ext uri="{FF2B5EF4-FFF2-40B4-BE49-F238E27FC236}">
                          <a16:creationId xmlns:a16="http://schemas.microsoft.com/office/drawing/2014/main" id="{F3B1451B-FC0E-4BAD-95AB-E84BA17029C5}"/>
                        </a:ext>
                      </a:extLst>
                    </p:cNvPr>
                    <p:cNvSpPr>
                      <a:spLocks noChangeShapeType="1"/>
                    </p:cNvSpPr>
                    <p:nvPr/>
                  </p:nvSpPr>
                  <p:spPr bwMode="auto">
                    <a:xfrm>
                      <a:off x="1827" y="2637"/>
                      <a:ext cx="0" cy="1134"/>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151" name="Rectangle 189">
                      <a:extLst>
                        <a:ext uri="{FF2B5EF4-FFF2-40B4-BE49-F238E27FC236}">
                          <a16:creationId xmlns:a16="http://schemas.microsoft.com/office/drawing/2014/main" id="{BB886A7C-19E8-4648-9C43-76BBB9A868A6}"/>
                        </a:ext>
                      </a:extLst>
                    </p:cNvPr>
                    <p:cNvSpPr>
                      <a:spLocks noChangeArrowheads="1"/>
                    </p:cNvSpPr>
                    <p:nvPr/>
                  </p:nvSpPr>
                  <p:spPr bwMode="auto">
                    <a:xfrm>
                      <a:off x="2455" y="3248"/>
                      <a:ext cx="534"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X.X.129</a:t>
                      </a:r>
                    </a:p>
                  </p:txBody>
                </p:sp>
                <p:sp>
                  <p:nvSpPr>
                    <p:cNvPr id="152" name="Rectangle 190">
                      <a:extLst>
                        <a:ext uri="{FF2B5EF4-FFF2-40B4-BE49-F238E27FC236}">
                          <a16:creationId xmlns:a16="http://schemas.microsoft.com/office/drawing/2014/main" id="{C028539E-C9D9-49BF-9E39-DA120EFDEE20}"/>
                        </a:ext>
                      </a:extLst>
                    </p:cNvPr>
                    <p:cNvSpPr>
                      <a:spLocks noChangeArrowheads="1"/>
                    </p:cNvSpPr>
                    <p:nvPr/>
                  </p:nvSpPr>
                  <p:spPr bwMode="auto">
                    <a:xfrm>
                      <a:off x="2455" y="3638"/>
                      <a:ext cx="534"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X.X.191</a:t>
                      </a:r>
                    </a:p>
                  </p:txBody>
                </p:sp>
                <p:sp>
                  <p:nvSpPr>
                    <p:cNvPr id="153" name="Rectangle 191">
                      <a:extLst>
                        <a:ext uri="{FF2B5EF4-FFF2-40B4-BE49-F238E27FC236}">
                          <a16:creationId xmlns:a16="http://schemas.microsoft.com/office/drawing/2014/main" id="{CD13AC0C-1526-4747-A719-76A19CCE67EF}"/>
                        </a:ext>
                      </a:extLst>
                    </p:cNvPr>
                    <p:cNvSpPr>
                      <a:spLocks noChangeArrowheads="1"/>
                    </p:cNvSpPr>
                    <p:nvPr/>
                  </p:nvSpPr>
                  <p:spPr bwMode="auto">
                    <a:xfrm>
                      <a:off x="2112" y="2795"/>
                      <a:ext cx="534"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X.X.128</a:t>
                      </a:r>
                    </a:p>
                  </p:txBody>
                </p:sp>
                <p:sp>
                  <p:nvSpPr>
                    <p:cNvPr id="154" name="Line 192">
                      <a:extLst>
                        <a:ext uri="{FF2B5EF4-FFF2-40B4-BE49-F238E27FC236}">
                          <a16:creationId xmlns:a16="http://schemas.microsoft.com/office/drawing/2014/main" id="{6EB7CC93-468A-4045-9E43-2422966D430A}"/>
                        </a:ext>
                      </a:extLst>
                    </p:cNvPr>
                    <p:cNvSpPr>
                      <a:spLocks noChangeShapeType="1"/>
                    </p:cNvSpPr>
                    <p:nvPr/>
                  </p:nvSpPr>
                  <p:spPr bwMode="auto">
                    <a:xfrm>
                      <a:off x="1858" y="3362"/>
                      <a:ext cx="114"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155" name="Line 193">
                      <a:extLst>
                        <a:ext uri="{FF2B5EF4-FFF2-40B4-BE49-F238E27FC236}">
                          <a16:creationId xmlns:a16="http://schemas.microsoft.com/office/drawing/2014/main" id="{E74EDCD9-6375-4D08-9267-14B97122DD35}"/>
                        </a:ext>
                      </a:extLst>
                    </p:cNvPr>
                    <p:cNvSpPr>
                      <a:spLocks noChangeShapeType="1"/>
                    </p:cNvSpPr>
                    <p:nvPr/>
                  </p:nvSpPr>
                  <p:spPr bwMode="auto">
                    <a:xfrm>
                      <a:off x="1848" y="3752"/>
                      <a:ext cx="119"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grpSp>
                  <p:nvGrpSpPr>
                    <p:cNvPr id="156" name="Group 194">
                      <a:extLst>
                        <a:ext uri="{FF2B5EF4-FFF2-40B4-BE49-F238E27FC236}">
                          <a16:creationId xmlns:a16="http://schemas.microsoft.com/office/drawing/2014/main" id="{657F6BC6-6FEE-427D-8F3C-77BC3CFE3AB3}"/>
                        </a:ext>
                      </a:extLst>
                    </p:cNvPr>
                    <p:cNvGrpSpPr>
                      <a:grpSpLocks/>
                    </p:cNvGrpSpPr>
                    <p:nvPr/>
                  </p:nvGrpSpPr>
                  <p:grpSpPr bwMode="auto">
                    <a:xfrm>
                      <a:off x="1560" y="2729"/>
                      <a:ext cx="554" cy="369"/>
                      <a:chOff x="480" y="2576"/>
                      <a:chExt cx="554" cy="369"/>
                    </a:xfrm>
                  </p:grpSpPr>
                  <p:sp>
                    <p:nvSpPr>
                      <p:cNvPr id="168" name="Freeform 195">
                        <a:extLst>
                          <a:ext uri="{FF2B5EF4-FFF2-40B4-BE49-F238E27FC236}">
                            <a16:creationId xmlns:a16="http://schemas.microsoft.com/office/drawing/2014/main" id="{47902A52-B561-4F16-B0A2-B6C580D0D04C}"/>
                          </a:ext>
                        </a:extLst>
                      </p:cNvPr>
                      <p:cNvSpPr>
                        <a:spLocks/>
                      </p:cNvSpPr>
                      <p:nvPr/>
                    </p:nvSpPr>
                    <p:spPr bwMode="auto">
                      <a:xfrm>
                        <a:off x="498" y="2589"/>
                        <a:ext cx="523" cy="353"/>
                      </a:xfrm>
                      <a:custGeom>
                        <a:avLst/>
                        <a:gdLst>
                          <a:gd name="T0" fmla="*/ 0 w 534"/>
                          <a:gd name="T1" fmla="*/ 0 h 356"/>
                          <a:gd name="T2" fmla="*/ 533 w 534"/>
                          <a:gd name="T3" fmla="*/ 0 h 356"/>
                          <a:gd name="T4" fmla="*/ 533 w 534"/>
                          <a:gd name="T5" fmla="*/ 355 h 356"/>
                          <a:gd name="T6" fmla="*/ 0 w 534"/>
                          <a:gd name="T7" fmla="*/ 355 h 356"/>
                          <a:gd name="T8" fmla="*/ 0 w 534"/>
                          <a:gd name="T9" fmla="*/ 0 h 356"/>
                          <a:gd name="T10" fmla="*/ 0 60000 65536"/>
                          <a:gd name="T11" fmla="*/ 0 60000 65536"/>
                          <a:gd name="T12" fmla="*/ 0 60000 65536"/>
                          <a:gd name="T13" fmla="*/ 0 60000 65536"/>
                          <a:gd name="T14" fmla="*/ 0 60000 65536"/>
                          <a:gd name="T15" fmla="*/ 0 w 534"/>
                          <a:gd name="T16" fmla="*/ 0 h 356"/>
                          <a:gd name="T17" fmla="*/ 534 w 534"/>
                          <a:gd name="T18" fmla="*/ 356 h 356"/>
                        </a:gdLst>
                        <a:ahLst/>
                        <a:cxnLst>
                          <a:cxn ang="T10">
                            <a:pos x="T0" y="T1"/>
                          </a:cxn>
                          <a:cxn ang="T11">
                            <a:pos x="T2" y="T3"/>
                          </a:cxn>
                          <a:cxn ang="T12">
                            <a:pos x="T4" y="T5"/>
                          </a:cxn>
                          <a:cxn ang="T13">
                            <a:pos x="T6" y="T7"/>
                          </a:cxn>
                          <a:cxn ang="T14">
                            <a:pos x="T8" y="T9"/>
                          </a:cxn>
                        </a:cxnLst>
                        <a:rect l="T15" t="T16" r="T17" b="T18"/>
                        <a:pathLst>
                          <a:path w="534" h="356">
                            <a:moveTo>
                              <a:pt x="0" y="0"/>
                            </a:moveTo>
                            <a:lnTo>
                              <a:pt x="533" y="0"/>
                            </a:lnTo>
                            <a:lnTo>
                              <a:pt x="533" y="355"/>
                            </a:lnTo>
                            <a:lnTo>
                              <a:pt x="0" y="355"/>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169" name="Freeform 196">
                        <a:extLst>
                          <a:ext uri="{FF2B5EF4-FFF2-40B4-BE49-F238E27FC236}">
                            <a16:creationId xmlns:a16="http://schemas.microsoft.com/office/drawing/2014/main" id="{15CD2BBC-4040-4282-ABAA-01F61A5EED26}"/>
                          </a:ext>
                        </a:extLst>
                      </p:cNvPr>
                      <p:cNvSpPr>
                        <a:spLocks/>
                      </p:cNvSpPr>
                      <p:nvPr/>
                    </p:nvSpPr>
                    <p:spPr bwMode="auto">
                      <a:xfrm>
                        <a:off x="480" y="2576"/>
                        <a:ext cx="530" cy="353"/>
                      </a:xfrm>
                      <a:custGeom>
                        <a:avLst/>
                        <a:gdLst>
                          <a:gd name="T0" fmla="*/ 0 w 531"/>
                          <a:gd name="T1" fmla="*/ 0 h 354"/>
                          <a:gd name="T2" fmla="*/ 0 w 531"/>
                          <a:gd name="T3" fmla="*/ 353 h 354"/>
                          <a:gd name="T4" fmla="*/ 530 w 531"/>
                          <a:gd name="T5" fmla="*/ 353 h 354"/>
                          <a:gd name="T6" fmla="*/ 530 w 531"/>
                          <a:gd name="T7" fmla="*/ 0 h 354"/>
                          <a:gd name="T8" fmla="*/ 0 w 531"/>
                          <a:gd name="T9" fmla="*/ 0 h 354"/>
                          <a:gd name="T10" fmla="*/ 0 60000 65536"/>
                          <a:gd name="T11" fmla="*/ 0 60000 65536"/>
                          <a:gd name="T12" fmla="*/ 0 60000 65536"/>
                          <a:gd name="T13" fmla="*/ 0 60000 65536"/>
                          <a:gd name="T14" fmla="*/ 0 60000 65536"/>
                          <a:gd name="T15" fmla="*/ 0 w 531"/>
                          <a:gd name="T16" fmla="*/ 0 h 354"/>
                          <a:gd name="T17" fmla="*/ 531 w 531"/>
                          <a:gd name="T18" fmla="*/ 354 h 354"/>
                        </a:gdLst>
                        <a:ahLst/>
                        <a:cxnLst>
                          <a:cxn ang="T10">
                            <a:pos x="T0" y="T1"/>
                          </a:cxn>
                          <a:cxn ang="T11">
                            <a:pos x="T2" y="T3"/>
                          </a:cxn>
                          <a:cxn ang="T12">
                            <a:pos x="T4" y="T5"/>
                          </a:cxn>
                          <a:cxn ang="T13">
                            <a:pos x="T6" y="T7"/>
                          </a:cxn>
                          <a:cxn ang="T14">
                            <a:pos x="T8" y="T9"/>
                          </a:cxn>
                        </a:cxnLst>
                        <a:rect l="T15" t="T16" r="T17" b="T18"/>
                        <a:pathLst>
                          <a:path w="531" h="354">
                            <a:moveTo>
                              <a:pt x="0" y="0"/>
                            </a:moveTo>
                            <a:lnTo>
                              <a:pt x="0" y="353"/>
                            </a:lnTo>
                            <a:lnTo>
                              <a:pt x="530" y="353"/>
                            </a:lnTo>
                            <a:lnTo>
                              <a:pt x="530" y="0"/>
                            </a:lnTo>
                            <a:lnTo>
                              <a:pt x="0" y="0"/>
                            </a:lnTo>
                          </a:path>
                        </a:pathLst>
                      </a:custGeom>
                      <a:solidFill>
                        <a:srgbClr val="808485"/>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grpSp>
                <p:grpSp>
                  <p:nvGrpSpPr>
                    <p:cNvPr id="157" name="Group 198">
                      <a:extLst>
                        <a:ext uri="{FF2B5EF4-FFF2-40B4-BE49-F238E27FC236}">
                          <a16:creationId xmlns:a16="http://schemas.microsoft.com/office/drawing/2014/main" id="{CB8C4DB0-A6FD-4537-B55E-D63C942F39BC}"/>
                        </a:ext>
                      </a:extLst>
                    </p:cNvPr>
                    <p:cNvGrpSpPr>
                      <a:grpSpLocks/>
                    </p:cNvGrpSpPr>
                    <p:nvPr/>
                  </p:nvGrpSpPr>
                  <p:grpSpPr bwMode="auto">
                    <a:xfrm>
                      <a:off x="1914" y="3180"/>
                      <a:ext cx="578" cy="366"/>
                      <a:chOff x="897" y="3027"/>
                      <a:chExt cx="578" cy="366"/>
                    </a:xfrm>
                  </p:grpSpPr>
                  <p:sp>
                    <p:nvSpPr>
                      <p:cNvPr id="164" name="Freeform 199">
                        <a:extLst>
                          <a:ext uri="{FF2B5EF4-FFF2-40B4-BE49-F238E27FC236}">
                            <a16:creationId xmlns:a16="http://schemas.microsoft.com/office/drawing/2014/main" id="{E60F7B46-F873-4F54-ACE2-CB9200B0B12C}"/>
                          </a:ext>
                        </a:extLst>
                      </p:cNvPr>
                      <p:cNvSpPr>
                        <a:spLocks/>
                      </p:cNvSpPr>
                      <p:nvPr/>
                    </p:nvSpPr>
                    <p:spPr bwMode="auto">
                      <a:xfrm>
                        <a:off x="930" y="3037"/>
                        <a:ext cx="545" cy="353"/>
                      </a:xfrm>
                      <a:custGeom>
                        <a:avLst/>
                        <a:gdLst>
                          <a:gd name="T0" fmla="*/ 0 w 551"/>
                          <a:gd name="T1" fmla="*/ 0 h 354"/>
                          <a:gd name="T2" fmla="*/ 550 w 551"/>
                          <a:gd name="T3" fmla="*/ 0 h 354"/>
                          <a:gd name="T4" fmla="*/ 550 w 551"/>
                          <a:gd name="T5" fmla="*/ 353 h 354"/>
                          <a:gd name="T6" fmla="*/ 0 w 551"/>
                          <a:gd name="T7" fmla="*/ 353 h 354"/>
                          <a:gd name="T8" fmla="*/ 0 w 551"/>
                          <a:gd name="T9" fmla="*/ 0 h 354"/>
                          <a:gd name="T10" fmla="*/ 0 60000 65536"/>
                          <a:gd name="T11" fmla="*/ 0 60000 65536"/>
                          <a:gd name="T12" fmla="*/ 0 60000 65536"/>
                          <a:gd name="T13" fmla="*/ 0 60000 65536"/>
                          <a:gd name="T14" fmla="*/ 0 60000 65536"/>
                          <a:gd name="T15" fmla="*/ 0 w 551"/>
                          <a:gd name="T16" fmla="*/ 0 h 354"/>
                          <a:gd name="T17" fmla="*/ 551 w 551"/>
                          <a:gd name="T18" fmla="*/ 354 h 354"/>
                        </a:gdLst>
                        <a:ahLst/>
                        <a:cxnLst>
                          <a:cxn ang="T10">
                            <a:pos x="T0" y="T1"/>
                          </a:cxn>
                          <a:cxn ang="T11">
                            <a:pos x="T2" y="T3"/>
                          </a:cxn>
                          <a:cxn ang="T12">
                            <a:pos x="T4" y="T5"/>
                          </a:cxn>
                          <a:cxn ang="T13">
                            <a:pos x="T6" y="T7"/>
                          </a:cxn>
                          <a:cxn ang="T14">
                            <a:pos x="T8" y="T9"/>
                          </a:cxn>
                        </a:cxnLst>
                        <a:rect l="T15" t="T16" r="T17" b="T18"/>
                        <a:pathLst>
                          <a:path w="551" h="354">
                            <a:moveTo>
                              <a:pt x="0" y="0"/>
                            </a:moveTo>
                            <a:lnTo>
                              <a:pt x="550" y="0"/>
                            </a:lnTo>
                            <a:lnTo>
                              <a:pt x="550"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grpSp>
                    <p:nvGrpSpPr>
                      <p:cNvPr id="165" name="Group 200">
                        <a:extLst>
                          <a:ext uri="{FF2B5EF4-FFF2-40B4-BE49-F238E27FC236}">
                            <a16:creationId xmlns:a16="http://schemas.microsoft.com/office/drawing/2014/main" id="{807361B7-5182-41CA-83D6-C816D182C463}"/>
                          </a:ext>
                        </a:extLst>
                      </p:cNvPr>
                      <p:cNvGrpSpPr>
                        <a:grpSpLocks/>
                      </p:cNvGrpSpPr>
                      <p:nvPr/>
                    </p:nvGrpSpPr>
                    <p:grpSpPr bwMode="auto">
                      <a:xfrm>
                        <a:off x="897" y="3027"/>
                        <a:ext cx="560" cy="345"/>
                        <a:chOff x="897" y="3027"/>
                        <a:chExt cx="560" cy="345"/>
                      </a:xfrm>
                    </p:grpSpPr>
                    <p:sp>
                      <p:nvSpPr>
                        <p:cNvPr id="166" name="Freeform 201">
                          <a:extLst>
                            <a:ext uri="{FF2B5EF4-FFF2-40B4-BE49-F238E27FC236}">
                              <a16:creationId xmlns:a16="http://schemas.microsoft.com/office/drawing/2014/main" id="{24E9337A-0DAA-44CC-92CC-AB8C3AA01D8E}"/>
                            </a:ext>
                          </a:extLst>
                        </p:cNvPr>
                        <p:cNvSpPr>
                          <a:spLocks/>
                        </p:cNvSpPr>
                        <p:nvPr/>
                      </p:nvSpPr>
                      <p:spPr bwMode="auto">
                        <a:xfrm>
                          <a:off x="907" y="3027"/>
                          <a:ext cx="550" cy="345"/>
                        </a:xfrm>
                        <a:custGeom>
                          <a:avLst/>
                          <a:gdLst>
                            <a:gd name="T0" fmla="*/ 0 w 550"/>
                            <a:gd name="T1" fmla="*/ 0 h 351"/>
                            <a:gd name="T2" fmla="*/ 0 w 550"/>
                            <a:gd name="T3" fmla="*/ 350 h 351"/>
                            <a:gd name="T4" fmla="*/ 549 w 550"/>
                            <a:gd name="T5" fmla="*/ 350 h 351"/>
                            <a:gd name="T6" fmla="*/ 549 w 550"/>
                            <a:gd name="T7" fmla="*/ 0 h 351"/>
                            <a:gd name="T8" fmla="*/ 0 w 550"/>
                            <a:gd name="T9" fmla="*/ 0 h 351"/>
                            <a:gd name="T10" fmla="*/ 0 60000 65536"/>
                            <a:gd name="T11" fmla="*/ 0 60000 65536"/>
                            <a:gd name="T12" fmla="*/ 0 60000 65536"/>
                            <a:gd name="T13" fmla="*/ 0 60000 65536"/>
                            <a:gd name="T14" fmla="*/ 0 60000 65536"/>
                            <a:gd name="T15" fmla="*/ 0 w 550"/>
                            <a:gd name="T16" fmla="*/ 0 h 351"/>
                            <a:gd name="T17" fmla="*/ 550 w 550"/>
                            <a:gd name="T18" fmla="*/ 351 h 351"/>
                          </a:gdLst>
                          <a:ahLst/>
                          <a:cxnLst>
                            <a:cxn ang="T10">
                              <a:pos x="T0" y="T1"/>
                            </a:cxn>
                            <a:cxn ang="T11">
                              <a:pos x="T2" y="T3"/>
                            </a:cxn>
                            <a:cxn ang="T12">
                              <a:pos x="T4" y="T5"/>
                            </a:cxn>
                            <a:cxn ang="T13">
                              <a:pos x="T6" y="T7"/>
                            </a:cxn>
                            <a:cxn ang="T14">
                              <a:pos x="T8" y="T9"/>
                            </a:cxn>
                          </a:cxnLst>
                          <a:rect l="T15" t="T16" r="T17" b="T18"/>
                          <a:pathLst>
                            <a:path w="550" h="351">
                              <a:moveTo>
                                <a:pt x="0" y="0"/>
                              </a:moveTo>
                              <a:lnTo>
                                <a:pt x="0" y="350"/>
                              </a:lnTo>
                              <a:lnTo>
                                <a:pt x="549" y="350"/>
                              </a:lnTo>
                              <a:lnTo>
                                <a:pt x="549"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167" name="Rectangle 202">
                          <a:extLst>
                            <a:ext uri="{FF2B5EF4-FFF2-40B4-BE49-F238E27FC236}">
                              <a16:creationId xmlns:a16="http://schemas.microsoft.com/office/drawing/2014/main" id="{120A5DDC-778C-4A86-AB3C-88BF47DF8B79}"/>
                            </a:ext>
                          </a:extLst>
                        </p:cNvPr>
                        <p:cNvSpPr>
                          <a:spLocks noChangeArrowheads="1"/>
                        </p:cNvSpPr>
                        <p:nvPr/>
                      </p:nvSpPr>
                      <p:spPr bwMode="auto">
                        <a:xfrm>
                          <a:off x="897" y="3095"/>
                          <a:ext cx="541" cy="205"/>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050" b="1">
                              <a:solidFill>
                                <a:srgbClr val="000000"/>
                              </a:solidFill>
                              <a:ea typeface="+mn-ea"/>
                            </a:defRPr>
                          </a:pPr>
                          <a:r>
                            <a:rPr>
                              <a:latin typeface="Arial"/>
                              <a:cs typeface="Arial"/>
                            </a:rPr>
                            <a:t>Pt</a:t>
                          </a:r>
                          <a:r>
                            <a:rPr>
                              <a:latin typeface="Arial" charset="0"/>
                              <a:cs typeface="Arial" charset="0"/>
                            </a:rPr>
                            <a:t>129</a:t>
                          </a:r>
                        </a:p>
                      </p:txBody>
                    </p:sp>
                  </p:grpSp>
                </p:grpSp>
                <p:grpSp>
                  <p:nvGrpSpPr>
                    <p:cNvPr id="158" name="Group 203">
                      <a:extLst>
                        <a:ext uri="{FF2B5EF4-FFF2-40B4-BE49-F238E27FC236}">
                          <a16:creationId xmlns:a16="http://schemas.microsoft.com/office/drawing/2014/main" id="{16974DF8-B983-4884-AD38-963B19935F63}"/>
                        </a:ext>
                      </a:extLst>
                    </p:cNvPr>
                    <p:cNvGrpSpPr>
                      <a:grpSpLocks/>
                    </p:cNvGrpSpPr>
                    <p:nvPr/>
                  </p:nvGrpSpPr>
                  <p:grpSpPr bwMode="auto">
                    <a:xfrm>
                      <a:off x="1924" y="3573"/>
                      <a:ext cx="568" cy="363"/>
                      <a:chOff x="907" y="3420"/>
                      <a:chExt cx="568" cy="363"/>
                    </a:xfrm>
                  </p:grpSpPr>
                  <p:sp>
                    <p:nvSpPr>
                      <p:cNvPr id="161" name="Freeform 204">
                        <a:extLst>
                          <a:ext uri="{FF2B5EF4-FFF2-40B4-BE49-F238E27FC236}">
                            <a16:creationId xmlns:a16="http://schemas.microsoft.com/office/drawing/2014/main" id="{9C790B71-5D8B-481A-945D-90F24903F8E1}"/>
                          </a:ext>
                        </a:extLst>
                      </p:cNvPr>
                      <p:cNvSpPr>
                        <a:spLocks/>
                      </p:cNvSpPr>
                      <p:nvPr/>
                    </p:nvSpPr>
                    <p:spPr bwMode="auto">
                      <a:xfrm>
                        <a:off x="930" y="3429"/>
                        <a:ext cx="545" cy="354"/>
                      </a:xfrm>
                      <a:custGeom>
                        <a:avLst/>
                        <a:gdLst>
                          <a:gd name="T0" fmla="*/ 0 w 548"/>
                          <a:gd name="T1" fmla="*/ 0 h 354"/>
                          <a:gd name="T2" fmla="*/ 547 w 548"/>
                          <a:gd name="T3" fmla="*/ 0 h 354"/>
                          <a:gd name="T4" fmla="*/ 547 w 548"/>
                          <a:gd name="T5" fmla="*/ 353 h 354"/>
                          <a:gd name="T6" fmla="*/ 0 w 548"/>
                          <a:gd name="T7" fmla="*/ 353 h 354"/>
                          <a:gd name="T8" fmla="*/ 0 w 548"/>
                          <a:gd name="T9" fmla="*/ 0 h 354"/>
                          <a:gd name="T10" fmla="*/ 0 60000 65536"/>
                          <a:gd name="T11" fmla="*/ 0 60000 65536"/>
                          <a:gd name="T12" fmla="*/ 0 60000 65536"/>
                          <a:gd name="T13" fmla="*/ 0 60000 65536"/>
                          <a:gd name="T14" fmla="*/ 0 60000 65536"/>
                          <a:gd name="T15" fmla="*/ 0 w 548"/>
                          <a:gd name="T16" fmla="*/ 0 h 354"/>
                          <a:gd name="T17" fmla="*/ 548 w 548"/>
                          <a:gd name="T18" fmla="*/ 354 h 354"/>
                        </a:gdLst>
                        <a:ahLst/>
                        <a:cxnLst>
                          <a:cxn ang="T10">
                            <a:pos x="T0" y="T1"/>
                          </a:cxn>
                          <a:cxn ang="T11">
                            <a:pos x="T2" y="T3"/>
                          </a:cxn>
                          <a:cxn ang="T12">
                            <a:pos x="T4" y="T5"/>
                          </a:cxn>
                          <a:cxn ang="T13">
                            <a:pos x="T6" y="T7"/>
                          </a:cxn>
                          <a:cxn ang="T14">
                            <a:pos x="T8" y="T9"/>
                          </a:cxn>
                        </a:cxnLst>
                        <a:rect l="T15" t="T16" r="T17" b="T18"/>
                        <a:pathLst>
                          <a:path w="548" h="354">
                            <a:moveTo>
                              <a:pt x="0" y="0"/>
                            </a:moveTo>
                            <a:lnTo>
                              <a:pt x="547" y="0"/>
                            </a:lnTo>
                            <a:lnTo>
                              <a:pt x="547"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162" name="Freeform 205">
                        <a:extLst>
                          <a:ext uri="{FF2B5EF4-FFF2-40B4-BE49-F238E27FC236}">
                            <a16:creationId xmlns:a16="http://schemas.microsoft.com/office/drawing/2014/main" id="{365AD942-09F5-4E1A-AF86-A2EA7B6D74C8}"/>
                          </a:ext>
                        </a:extLst>
                      </p:cNvPr>
                      <p:cNvSpPr>
                        <a:spLocks/>
                      </p:cNvSpPr>
                      <p:nvPr/>
                    </p:nvSpPr>
                    <p:spPr bwMode="auto">
                      <a:xfrm>
                        <a:off x="907" y="3420"/>
                        <a:ext cx="546" cy="348"/>
                      </a:xfrm>
                      <a:custGeom>
                        <a:avLst/>
                        <a:gdLst>
                          <a:gd name="T0" fmla="*/ 0 w 546"/>
                          <a:gd name="T1" fmla="*/ 0 h 351"/>
                          <a:gd name="T2" fmla="*/ 0 w 546"/>
                          <a:gd name="T3" fmla="*/ 350 h 351"/>
                          <a:gd name="T4" fmla="*/ 545 w 546"/>
                          <a:gd name="T5" fmla="*/ 350 h 351"/>
                          <a:gd name="T6" fmla="*/ 545 w 546"/>
                          <a:gd name="T7" fmla="*/ 0 h 351"/>
                          <a:gd name="T8" fmla="*/ 0 w 546"/>
                          <a:gd name="T9" fmla="*/ 0 h 351"/>
                          <a:gd name="T10" fmla="*/ 0 60000 65536"/>
                          <a:gd name="T11" fmla="*/ 0 60000 65536"/>
                          <a:gd name="T12" fmla="*/ 0 60000 65536"/>
                          <a:gd name="T13" fmla="*/ 0 60000 65536"/>
                          <a:gd name="T14" fmla="*/ 0 60000 65536"/>
                          <a:gd name="T15" fmla="*/ 0 w 546"/>
                          <a:gd name="T16" fmla="*/ 0 h 351"/>
                          <a:gd name="T17" fmla="*/ 546 w 546"/>
                          <a:gd name="T18" fmla="*/ 351 h 351"/>
                        </a:gdLst>
                        <a:ahLst/>
                        <a:cxnLst>
                          <a:cxn ang="T10">
                            <a:pos x="T0" y="T1"/>
                          </a:cxn>
                          <a:cxn ang="T11">
                            <a:pos x="T2" y="T3"/>
                          </a:cxn>
                          <a:cxn ang="T12">
                            <a:pos x="T4" y="T5"/>
                          </a:cxn>
                          <a:cxn ang="T13">
                            <a:pos x="T6" y="T7"/>
                          </a:cxn>
                          <a:cxn ang="T14">
                            <a:pos x="T8" y="T9"/>
                          </a:cxn>
                        </a:cxnLst>
                        <a:rect l="T15" t="T16" r="T17" b="T18"/>
                        <a:pathLst>
                          <a:path w="546" h="351">
                            <a:moveTo>
                              <a:pt x="0" y="0"/>
                            </a:moveTo>
                            <a:lnTo>
                              <a:pt x="0" y="350"/>
                            </a:lnTo>
                            <a:lnTo>
                              <a:pt x="545" y="350"/>
                            </a:lnTo>
                            <a:lnTo>
                              <a:pt x="545"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163" name="Rectangle 206">
                        <a:extLst>
                          <a:ext uri="{FF2B5EF4-FFF2-40B4-BE49-F238E27FC236}">
                            <a16:creationId xmlns:a16="http://schemas.microsoft.com/office/drawing/2014/main" id="{4C5BD1C5-C950-4637-9EE9-FC8648744711}"/>
                          </a:ext>
                        </a:extLst>
                      </p:cNvPr>
                      <p:cNvSpPr>
                        <a:spLocks noChangeArrowheads="1"/>
                      </p:cNvSpPr>
                      <p:nvPr/>
                    </p:nvSpPr>
                    <p:spPr bwMode="auto">
                      <a:xfrm>
                        <a:off x="919" y="3485"/>
                        <a:ext cx="539" cy="205"/>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lIns="90488" tIns="44450" rIns="90488" bIns="44450">
                        <a:spAutoFit/>
                      </a:bodyPr>
                      <a:lstStyle/>
                      <a:p>
                        <a:pPr defTabSz="762000" fontAlgn="auto">
                          <a:spcBef>
                            <a:spcPts val="0"/>
                          </a:spcBef>
                          <a:spcAft>
                            <a:spcPts val="0"/>
                          </a:spcAft>
                          <a:defRPr sz="1050" b="1">
                            <a:solidFill>
                              <a:srgbClr val="000000"/>
                            </a:solidFill>
                            <a:ea typeface="+mn-ea"/>
                          </a:defRPr>
                        </a:pPr>
                        <a:r>
                          <a:rPr>
                            <a:latin typeface="Arial"/>
                            <a:cs typeface="Arial"/>
                          </a:rPr>
                          <a:t>Pt</a:t>
                        </a:r>
                        <a:r>
                          <a:rPr>
                            <a:latin typeface="Arial" charset="0"/>
                            <a:cs typeface="Arial" charset="0"/>
                          </a:rPr>
                          <a:t>191</a:t>
                        </a:r>
                      </a:p>
                    </p:txBody>
                  </p:sp>
                </p:grpSp>
                <p:sp>
                  <p:nvSpPr>
                    <p:cNvPr id="159" name="Oval 208">
                      <a:extLst>
                        <a:ext uri="{FF2B5EF4-FFF2-40B4-BE49-F238E27FC236}">
                          <a16:creationId xmlns:a16="http://schemas.microsoft.com/office/drawing/2014/main" id="{3207F492-DAD3-4FD4-A454-7188999E9FA4}"/>
                        </a:ext>
                      </a:extLst>
                    </p:cNvPr>
                    <p:cNvSpPr>
                      <a:spLocks noChangeArrowheads="1"/>
                    </p:cNvSpPr>
                    <p:nvPr/>
                  </p:nvSpPr>
                  <p:spPr bwMode="auto">
                    <a:xfrm>
                      <a:off x="1830" y="3735"/>
                      <a:ext cx="16" cy="16"/>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pPr>
                      <a:endParaRPr sz="1100" kern="0">
                        <a:solidFill>
                          <a:srgbClr val="000000"/>
                        </a:solidFill>
                        <a:latin typeface="Arial"/>
                        <a:ea typeface="+mn-ea"/>
                        <a:cs typeface="Arial"/>
                      </a:endParaRPr>
                    </a:p>
                  </p:txBody>
                </p:sp>
                <p:sp>
                  <p:nvSpPr>
                    <p:cNvPr id="160" name="Oval 209">
                      <a:extLst>
                        <a:ext uri="{FF2B5EF4-FFF2-40B4-BE49-F238E27FC236}">
                          <a16:creationId xmlns:a16="http://schemas.microsoft.com/office/drawing/2014/main" id="{3DBAB469-E81C-47CF-99B9-5A4F945CE130}"/>
                        </a:ext>
                      </a:extLst>
                    </p:cNvPr>
                    <p:cNvSpPr>
                      <a:spLocks noChangeArrowheads="1"/>
                    </p:cNvSpPr>
                    <p:nvPr/>
                  </p:nvSpPr>
                  <p:spPr bwMode="auto">
                    <a:xfrm>
                      <a:off x="1830" y="3348"/>
                      <a:ext cx="16" cy="16"/>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pPr>
                      <a:endParaRPr sz="1100" kern="0">
                        <a:solidFill>
                          <a:srgbClr val="000000"/>
                        </a:solidFill>
                        <a:latin typeface="Arial"/>
                        <a:ea typeface="+mn-ea"/>
                        <a:cs typeface="Arial"/>
                      </a:endParaRPr>
                    </a:p>
                  </p:txBody>
                </p:sp>
              </p:grpSp>
              <p:sp>
                <p:nvSpPr>
                  <p:cNvPr id="149" name="Oval 237">
                    <a:extLst>
                      <a:ext uri="{FF2B5EF4-FFF2-40B4-BE49-F238E27FC236}">
                        <a16:creationId xmlns:a16="http://schemas.microsoft.com/office/drawing/2014/main" id="{8429FCA7-571A-4313-B213-D330743C884F}"/>
                      </a:ext>
                    </a:extLst>
                  </p:cNvPr>
                  <p:cNvSpPr>
                    <a:spLocks noChangeArrowheads="1"/>
                  </p:cNvSpPr>
                  <p:nvPr/>
                </p:nvSpPr>
                <p:spPr bwMode="auto">
                  <a:xfrm>
                    <a:off x="1917" y="2609"/>
                    <a:ext cx="16" cy="16"/>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pPr>
                    <a:endParaRPr sz="1100" kern="0">
                      <a:solidFill>
                        <a:srgbClr val="000000"/>
                      </a:solidFill>
                      <a:latin typeface="Arial"/>
                      <a:ea typeface="+mn-ea"/>
                      <a:cs typeface="Arial"/>
                    </a:endParaRPr>
                  </a:p>
                </p:txBody>
              </p:sp>
            </p:grpSp>
          </p:grpSp>
          <p:grpSp>
            <p:nvGrpSpPr>
              <p:cNvPr id="99" name="Group 211">
                <a:extLst>
                  <a:ext uri="{FF2B5EF4-FFF2-40B4-BE49-F238E27FC236}">
                    <a16:creationId xmlns:a16="http://schemas.microsoft.com/office/drawing/2014/main" id="{7E5AB325-8211-4196-92FF-2726675188D8}"/>
                  </a:ext>
                </a:extLst>
              </p:cNvPr>
              <p:cNvGrpSpPr>
                <a:grpSpLocks/>
              </p:cNvGrpSpPr>
              <p:nvPr/>
            </p:nvGrpSpPr>
            <p:grpSpPr bwMode="auto">
              <a:xfrm>
                <a:off x="597148" y="4483370"/>
                <a:ext cx="1819275" cy="1485630"/>
                <a:chOff x="81" y="2723"/>
                <a:chExt cx="1420" cy="1213"/>
              </a:xfrm>
            </p:grpSpPr>
            <p:sp>
              <p:nvSpPr>
                <p:cNvPr id="126" name="Rectangle 128">
                  <a:extLst>
                    <a:ext uri="{FF2B5EF4-FFF2-40B4-BE49-F238E27FC236}">
                      <a16:creationId xmlns:a16="http://schemas.microsoft.com/office/drawing/2014/main" id="{470E2C85-D376-4EB5-91AA-0B990D531AB5}"/>
                    </a:ext>
                  </a:extLst>
                </p:cNvPr>
                <p:cNvSpPr>
                  <a:spLocks noChangeArrowheads="1"/>
                </p:cNvSpPr>
                <p:nvPr/>
              </p:nvSpPr>
              <p:spPr bwMode="auto">
                <a:xfrm>
                  <a:off x="967" y="3248"/>
                  <a:ext cx="473"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X.X.65</a:t>
                  </a:r>
                </a:p>
              </p:txBody>
            </p:sp>
            <p:sp>
              <p:nvSpPr>
                <p:cNvPr id="127" name="Rectangle 129">
                  <a:extLst>
                    <a:ext uri="{FF2B5EF4-FFF2-40B4-BE49-F238E27FC236}">
                      <a16:creationId xmlns:a16="http://schemas.microsoft.com/office/drawing/2014/main" id="{D8E9BA1B-996A-490A-96E2-03465860EC8F}"/>
                    </a:ext>
                  </a:extLst>
                </p:cNvPr>
                <p:cNvSpPr>
                  <a:spLocks noChangeArrowheads="1"/>
                </p:cNvSpPr>
                <p:nvPr/>
              </p:nvSpPr>
              <p:spPr bwMode="auto">
                <a:xfrm>
                  <a:off x="967" y="3638"/>
                  <a:ext cx="534"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X.X.127</a:t>
                  </a:r>
                </a:p>
              </p:txBody>
            </p:sp>
            <p:sp>
              <p:nvSpPr>
                <p:cNvPr id="128" name="Rectangle 130">
                  <a:extLst>
                    <a:ext uri="{FF2B5EF4-FFF2-40B4-BE49-F238E27FC236}">
                      <a16:creationId xmlns:a16="http://schemas.microsoft.com/office/drawing/2014/main" id="{49BB66B2-97B6-4793-AA62-98F34A92193D}"/>
                    </a:ext>
                  </a:extLst>
                </p:cNvPr>
                <p:cNvSpPr>
                  <a:spLocks noChangeArrowheads="1"/>
                </p:cNvSpPr>
                <p:nvPr/>
              </p:nvSpPr>
              <p:spPr bwMode="auto">
                <a:xfrm>
                  <a:off x="719" y="2795"/>
                  <a:ext cx="473"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X.X.64</a:t>
                  </a:r>
                </a:p>
              </p:txBody>
            </p:sp>
            <p:sp>
              <p:nvSpPr>
                <p:cNvPr id="129" name="Line 132">
                  <a:extLst>
                    <a:ext uri="{FF2B5EF4-FFF2-40B4-BE49-F238E27FC236}">
                      <a16:creationId xmlns:a16="http://schemas.microsoft.com/office/drawing/2014/main" id="{7DB53B66-4BCD-4778-94C4-BB81C8DC6D28}"/>
                    </a:ext>
                  </a:extLst>
                </p:cNvPr>
                <p:cNvSpPr>
                  <a:spLocks noChangeShapeType="1"/>
                </p:cNvSpPr>
                <p:nvPr/>
              </p:nvSpPr>
              <p:spPr bwMode="auto">
                <a:xfrm>
                  <a:off x="378" y="3362"/>
                  <a:ext cx="115"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130" name="Line 133">
                  <a:extLst>
                    <a:ext uri="{FF2B5EF4-FFF2-40B4-BE49-F238E27FC236}">
                      <a16:creationId xmlns:a16="http://schemas.microsoft.com/office/drawing/2014/main" id="{0ECBB86D-9656-4823-B0EC-328B31AF063E}"/>
                    </a:ext>
                  </a:extLst>
                </p:cNvPr>
                <p:cNvSpPr>
                  <a:spLocks noChangeShapeType="1"/>
                </p:cNvSpPr>
                <p:nvPr/>
              </p:nvSpPr>
              <p:spPr bwMode="auto">
                <a:xfrm>
                  <a:off x="371" y="3752"/>
                  <a:ext cx="120"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grpSp>
              <p:nvGrpSpPr>
                <p:cNvPr id="131" name="Group 144">
                  <a:extLst>
                    <a:ext uri="{FF2B5EF4-FFF2-40B4-BE49-F238E27FC236}">
                      <a16:creationId xmlns:a16="http://schemas.microsoft.com/office/drawing/2014/main" id="{CB115A53-BA55-416D-A006-31EBFA7BBCC3}"/>
                    </a:ext>
                  </a:extLst>
                </p:cNvPr>
                <p:cNvGrpSpPr>
                  <a:grpSpLocks/>
                </p:cNvGrpSpPr>
                <p:nvPr/>
              </p:nvGrpSpPr>
              <p:grpSpPr bwMode="auto">
                <a:xfrm>
                  <a:off x="81" y="2723"/>
                  <a:ext cx="554" cy="372"/>
                  <a:chOff x="480" y="2570"/>
                  <a:chExt cx="554" cy="372"/>
                </a:xfrm>
              </p:grpSpPr>
              <p:sp>
                <p:nvSpPr>
                  <p:cNvPr id="143" name="Freeform 145">
                    <a:extLst>
                      <a:ext uri="{FF2B5EF4-FFF2-40B4-BE49-F238E27FC236}">
                        <a16:creationId xmlns:a16="http://schemas.microsoft.com/office/drawing/2014/main" id="{0B0D64AB-6691-4245-9C30-AC8E7B83AD92}"/>
                      </a:ext>
                    </a:extLst>
                  </p:cNvPr>
                  <p:cNvSpPr>
                    <a:spLocks/>
                  </p:cNvSpPr>
                  <p:nvPr/>
                </p:nvSpPr>
                <p:spPr bwMode="auto">
                  <a:xfrm>
                    <a:off x="500" y="2588"/>
                    <a:ext cx="534" cy="354"/>
                  </a:xfrm>
                  <a:custGeom>
                    <a:avLst/>
                    <a:gdLst>
                      <a:gd name="T0" fmla="*/ 0 w 534"/>
                      <a:gd name="T1" fmla="*/ 0 h 356"/>
                      <a:gd name="T2" fmla="*/ 533 w 534"/>
                      <a:gd name="T3" fmla="*/ 0 h 356"/>
                      <a:gd name="T4" fmla="*/ 533 w 534"/>
                      <a:gd name="T5" fmla="*/ 355 h 356"/>
                      <a:gd name="T6" fmla="*/ 0 w 534"/>
                      <a:gd name="T7" fmla="*/ 355 h 356"/>
                      <a:gd name="T8" fmla="*/ 0 w 534"/>
                      <a:gd name="T9" fmla="*/ 0 h 356"/>
                      <a:gd name="T10" fmla="*/ 0 60000 65536"/>
                      <a:gd name="T11" fmla="*/ 0 60000 65536"/>
                      <a:gd name="T12" fmla="*/ 0 60000 65536"/>
                      <a:gd name="T13" fmla="*/ 0 60000 65536"/>
                      <a:gd name="T14" fmla="*/ 0 60000 65536"/>
                      <a:gd name="T15" fmla="*/ 0 w 534"/>
                      <a:gd name="T16" fmla="*/ 0 h 356"/>
                      <a:gd name="T17" fmla="*/ 534 w 534"/>
                      <a:gd name="T18" fmla="*/ 356 h 356"/>
                    </a:gdLst>
                    <a:ahLst/>
                    <a:cxnLst>
                      <a:cxn ang="T10">
                        <a:pos x="T0" y="T1"/>
                      </a:cxn>
                      <a:cxn ang="T11">
                        <a:pos x="T2" y="T3"/>
                      </a:cxn>
                      <a:cxn ang="T12">
                        <a:pos x="T4" y="T5"/>
                      </a:cxn>
                      <a:cxn ang="T13">
                        <a:pos x="T6" y="T7"/>
                      </a:cxn>
                      <a:cxn ang="T14">
                        <a:pos x="T8" y="T9"/>
                      </a:cxn>
                    </a:cxnLst>
                    <a:rect l="T15" t="T16" r="T17" b="T18"/>
                    <a:pathLst>
                      <a:path w="534" h="356">
                        <a:moveTo>
                          <a:pt x="0" y="0"/>
                        </a:moveTo>
                        <a:lnTo>
                          <a:pt x="533" y="0"/>
                        </a:lnTo>
                        <a:lnTo>
                          <a:pt x="533" y="355"/>
                        </a:lnTo>
                        <a:lnTo>
                          <a:pt x="0" y="355"/>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144" name="Freeform 146">
                    <a:extLst>
                      <a:ext uri="{FF2B5EF4-FFF2-40B4-BE49-F238E27FC236}">
                        <a16:creationId xmlns:a16="http://schemas.microsoft.com/office/drawing/2014/main" id="{05F7322C-2EBE-48C8-928F-BC82B00939F4}"/>
                      </a:ext>
                    </a:extLst>
                  </p:cNvPr>
                  <p:cNvSpPr>
                    <a:spLocks/>
                  </p:cNvSpPr>
                  <p:nvPr/>
                </p:nvSpPr>
                <p:spPr bwMode="auto">
                  <a:xfrm>
                    <a:off x="480" y="2570"/>
                    <a:ext cx="530" cy="355"/>
                  </a:xfrm>
                  <a:custGeom>
                    <a:avLst/>
                    <a:gdLst>
                      <a:gd name="T0" fmla="*/ 0 w 531"/>
                      <a:gd name="T1" fmla="*/ 0 h 354"/>
                      <a:gd name="T2" fmla="*/ 0 w 531"/>
                      <a:gd name="T3" fmla="*/ 353 h 354"/>
                      <a:gd name="T4" fmla="*/ 530 w 531"/>
                      <a:gd name="T5" fmla="*/ 353 h 354"/>
                      <a:gd name="T6" fmla="*/ 530 w 531"/>
                      <a:gd name="T7" fmla="*/ 0 h 354"/>
                      <a:gd name="T8" fmla="*/ 0 w 531"/>
                      <a:gd name="T9" fmla="*/ 0 h 354"/>
                      <a:gd name="T10" fmla="*/ 0 60000 65536"/>
                      <a:gd name="T11" fmla="*/ 0 60000 65536"/>
                      <a:gd name="T12" fmla="*/ 0 60000 65536"/>
                      <a:gd name="T13" fmla="*/ 0 60000 65536"/>
                      <a:gd name="T14" fmla="*/ 0 60000 65536"/>
                      <a:gd name="T15" fmla="*/ 0 w 531"/>
                      <a:gd name="T16" fmla="*/ 0 h 354"/>
                      <a:gd name="T17" fmla="*/ 531 w 531"/>
                      <a:gd name="T18" fmla="*/ 354 h 354"/>
                    </a:gdLst>
                    <a:ahLst/>
                    <a:cxnLst>
                      <a:cxn ang="T10">
                        <a:pos x="T0" y="T1"/>
                      </a:cxn>
                      <a:cxn ang="T11">
                        <a:pos x="T2" y="T3"/>
                      </a:cxn>
                      <a:cxn ang="T12">
                        <a:pos x="T4" y="T5"/>
                      </a:cxn>
                      <a:cxn ang="T13">
                        <a:pos x="T6" y="T7"/>
                      </a:cxn>
                      <a:cxn ang="T14">
                        <a:pos x="T8" y="T9"/>
                      </a:cxn>
                    </a:cxnLst>
                    <a:rect l="T15" t="T16" r="T17" b="T18"/>
                    <a:pathLst>
                      <a:path w="531" h="354">
                        <a:moveTo>
                          <a:pt x="0" y="0"/>
                        </a:moveTo>
                        <a:lnTo>
                          <a:pt x="0" y="353"/>
                        </a:lnTo>
                        <a:lnTo>
                          <a:pt x="530" y="353"/>
                        </a:lnTo>
                        <a:lnTo>
                          <a:pt x="530" y="0"/>
                        </a:lnTo>
                        <a:lnTo>
                          <a:pt x="0" y="0"/>
                        </a:lnTo>
                      </a:path>
                    </a:pathLst>
                  </a:custGeom>
                  <a:solidFill>
                    <a:srgbClr val="808485"/>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145" name="Rectangle 147">
                    <a:extLst>
                      <a:ext uri="{FF2B5EF4-FFF2-40B4-BE49-F238E27FC236}">
                        <a16:creationId xmlns:a16="http://schemas.microsoft.com/office/drawing/2014/main" id="{B86BA92B-28FD-4E4A-B8BC-53936098BDE8}"/>
                      </a:ext>
                    </a:extLst>
                  </p:cNvPr>
                  <p:cNvSpPr>
                    <a:spLocks noChangeArrowheads="1"/>
                  </p:cNvSpPr>
                  <p:nvPr/>
                </p:nvSpPr>
                <p:spPr bwMode="auto">
                  <a:xfrm>
                    <a:off x="560" y="2650"/>
                    <a:ext cx="389" cy="212"/>
                  </a:xfrm>
                  <a:prstGeom prst="rect">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90488" tIns="44450" rIns="90488" bIns="44450">
                    <a:spAutoFit/>
                  </a:bodyPr>
                  <a:lstStyle/>
                  <a:p>
                    <a:pPr algn="ctr" defTabSz="762000" fontAlgn="auto">
                      <a:spcBef>
                        <a:spcPts val="0"/>
                      </a:spcBef>
                      <a:spcAft>
                        <a:spcPts val="0"/>
                      </a:spcAft>
                      <a:defRPr sz="1100" b="1">
                        <a:solidFill>
                          <a:srgbClr val="000000"/>
                        </a:solidFill>
                        <a:latin typeface="Arial"/>
                        <a:ea typeface="+mn-ea"/>
                        <a:cs typeface="Arial"/>
                      </a:defRPr>
                    </a:pPr>
                    <a:r>
                      <a:t>RL</a:t>
                    </a:r>
                  </a:p>
                </p:txBody>
              </p:sp>
            </p:grpSp>
            <p:grpSp>
              <p:nvGrpSpPr>
                <p:cNvPr id="132" name="Group 157">
                  <a:extLst>
                    <a:ext uri="{FF2B5EF4-FFF2-40B4-BE49-F238E27FC236}">
                      <a16:creationId xmlns:a16="http://schemas.microsoft.com/office/drawing/2014/main" id="{7ED1F919-AFDC-42A3-ABEA-CFBE621474A2}"/>
                    </a:ext>
                  </a:extLst>
                </p:cNvPr>
                <p:cNvGrpSpPr>
                  <a:grpSpLocks/>
                </p:cNvGrpSpPr>
                <p:nvPr/>
              </p:nvGrpSpPr>
              <p:grpSpPr bwMode="auto">
                <a:xfrm>
                  <a:off x="423" y="3174"/>
                  <a:ext cx="587" cy="369"/>
                  <a:chOff x="894" y="3021"/>
                  <a:chExt cx="587" cy="369"/>
                </a:xfrm>
              </p:grpSpPr>
              <p:sp>
                <p:nvSpPr>
                  <p:cNvPr id="139" name="Freeform 158">
                    <a:extLst>
                      <a:ext uri="{FF2B5EF4-FFF2-40B4-BE49-F238E27FC236}">
                        <a16:creationId xmlns:a16="http://schemas.microsoft.com/office/drawing/2014/main" id="{27A72CDE-6FFC-40A6-A928-88F1CDD3D0D3}"/>
                      </a:ext>
                    </a:extLst>
                  </p:cNvPr>
                  <p:cNvSpPr>
                    <a:spLocks/>
                  </p:cNvSpPr>
                  <p:nvPr/>
                </p:nvSpPr>
                <p:spPr bwMode="auto">
                  <a:xfrm>
                    <a:off x="930" y="3038"/>
                    <a:ext cx="551" cy="352"/>
                  </a:xfrm>
                  <a:custGeom>
                    <a:avLst/>
                    <a:gdLst>
                      <a:gd name="T0" fmla="*/ 0 w 551"/>
                      <a:gd name="T1" fmla="*/ 0 h 354"/>
                      <a:gd name="T2" fmla="*/ 550 w 551"/>
                      <a:gd name="T3" fmla="*/ 0 h 354"/>
                      <a:gd name="T4" fmla="*/ 550 w 551"/>
                      <a:gd name="T5" fmla="*/ 353 h 354"/>
                      <a:gd name="T6" fmla="*/ 0 w 551"/>
                      <a:gd name="T7" fmla="*/ 353 h 354"/>
                      <a:gd name="T8" fmla="*/ 0 w 551"/>
                      <a:gd name="T9" fmla="*/ 0 h 354"/>
                      <a:gd name="T10" fmla="*/ 0 60000 65536"/>
                      <a:gd name="T11" fmla="*/ 0 60000 65536"/>
                      <a:gd name="T12" fmla="*/ 0 60000 65536"/>
                      <a:gd name="T13" fmla="*/ 0 60000 65536"/>
                      <a:gd name="T14" fmla="*/ 0 60000 65536"/>
                      <a:gd name="T15" fmla="*/ 0 w 551"/>
                      <a:gd name="T16" fmla="*/ 0 h 354"/>
                      <a:gd name="T17" fmla="*/ 551 w 551"/>
                      <a:gd name="T18" fmla="*/ 354 h 354"/>
                    </a:gdLst>
                    <a:ahLst/>
                    <a:cxnLst>
                      <a:cxn ang="T10">
                        <a:pos x="T0" y="T1"/>
                      </a:cxn>
                      <a:cxn ang="T11">
                        <a:pos x="T2" y="T3"/>
                      </a:cxn>
                      <a:cxn ang="T12">
                        <a:pos x="T4" y="T5"/>
                      </a:cxn>
                      <a:cxn ang="T13">
                        <a:pos x="T6" y="T7"/>
                      </a:cxn>
                      <a:cxn ang="T14">
                        <a:pos x="T8" y="T9"/>
                      </a:cxn>
                    </a:cxnLst>
                    <a:rect l="T15" t="T16" r="T17" b="T18"/>
                    <a:pathLst>
                      <a:path w="551" h="354">
                        <a:moveTo>
                          <a:pt x="0" y="0"/>
                        </a:moveTo>
                        <a:lnTo>
                          <a:pt x="550" y="0"/>
                        </a:lnTo>
                        <a:lnTo>
                          <a:pt x="550"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grpSp>
                <p:nvGrpSpPr>
                  <p:cNvPr id="140" name="Group 159">
                    <a:extLst>
                      <a:ext uri="{FF2B5EF4-FFF2-40B4-BE49-F238E27FC236}">
                        <a16:creationId xmlns:a16="http://schemas.microsoft.com/office/drawing/2014/main" id="{B36DC380-4585-4EC3-85BA-83C99D536301}"/>
                      </a:ext>
                    </a:extLst>
                  </p:cNvPr>
                  <p:cNvGrpSpPr>
                    <a:grpSpLocks/>
                  </p:cNvGrpSpPr>
                  <p:nvPr/>
                </p:nvGrpSpPr>
                <p:grpSpPr bwMode="auto">
                  <a:xfrm>
                    <a:off x="894" y="3021"/>
                    <a:ext cx="569" cy="348"/>
                    <a:chOff x="894" y="3021"/>
                    <a:chExt cx="569" cy="348"/>
                  </a:xfrm>
                </p:grpSpPr>
                <p:sp>
                  <p:nvSpPr>
                    <p:cNvPr id="141" name="Freeform 160">
                      <a:extLst>
                        <a:ext uri="{FF2B5EF4-FFF2-40B4-BE49-F238E27FC236}">
                          <a16:creationId xmlns:a16="http://schemas.microsoft.com/office/drawing/2014/main" id="{F73FB14B-B2BD-4B35-95B4-8BD9872C1A4B}"/>
                        </a:ext>
                      </a:extLst>
                    </p:cNvPr>
                    <p:cNvSpPr>
                      <a:spLocks/>
                    </p:cNvSpPr>
                    <p:nvPr/>
                  </p:nvSpPr>
                  <p:spPr bwMode="auto">
                    <a:xfrm>
                      <a:off x="908" y="3021"/>
                      <a:ext cx="555" cy="348"/>
                    </a:xfrm>
                    <a:custGeom>
                      <a:avLst/>
                      <a:gdLst>
                        <a:gd name="T0" fmla="*/ 0 w 550"/>
                        <a:gd name="T1" fmla="*/ 0 h 351"/>
                        <a:gd name="T2" fmla="*/ 0 w 550"/>
                        <a:gd name="T3" fmla="*/ 350 h 351"/>
                        <a:gd name="T4" fmla="*/ 549 w 550"/>
                        <a:gd name="T5" fmla="*/ 350 h 351"/>
                        <a:gd name="T6" fmla="*/ 549 w 550"/>
                        <a:gd name="T7" fmla="*/ 0 h 351"/>
                        <a:gd name="T8" fmla="*/ 0 w 550"/>
                        <a:gd name="T9" fmla="*/ 0 h 351"/>
                        <a:gd name="T10" fmla="*/ 0 60000 65536"/>
                        <a:gd name="T11" fmla="*/ 0 60000 65536"/>
                        <a:gd name="T12" fmla="*/ 0 60000 65536"/>
                        <a:gd name="T13" fmla="*/ 0 60000 65536"/>
                        <a:gd name="T14" fmla="*/ 0 60000 65536"/>
                        <a:gd name="T15" fmla="*/ 0 w 550"/>
                        <a:gd name="T16" fmla="*/ 0 h 351"/>
                        <a:gd name="T17" fmla="*/ 550 w 550"/>
                        <a:gd name="T18" fmla="*/ 351 h 351"/>
                      </a:gdLst>
                      <a:ahLst/>
                      <a:cxnLst>
                        <a:cxn ang="T10">
                          <a:pos x="T0" y="T1"/>
                        </a:cxn>
                        <a:cxn ang="T11">
                          <a:pos x="T2" y="T3"/>
                        </a:cxn>
                        <a:cxn ang="T12">
                          <a:pos x="T4" y="T5"/>
                        </a:cxn>
                        <a:cxn ang="T13">
                          <a:pos x="T6" y="T7"/>
                        </a:cxn>
                        <a:cxn ang="T14">
                          <a:pos x="T8" y="T9"/>
                        </a:cxn>
                      </a:cxnLst>
                      <a:rect l="T15" t="T16" r="T17" b="T18"/>
                      <a:pathLst>
                        <a:path w="550" h="351">
                          <a:moveTo>
                            <a:pt x="0" y="0"/>
                          </a:moveTo>
                          <a:lnTo>
                            <a:pt x="0" y="350"/>
                          </a:lnTo>
                          <a:lnTo>
                            <a:pt x="549" y="350"/>
                          </a:lnTo>
                          <a:lnTo>
                            <a:pt x="549"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142" name="Rectangle 161">
                      <a:extLst>
                        <a:ext uri="{FF2B5EF4-FFF2-40B4-BE49-F238E27FC236}">
                          <a16:creationId xmlns:a16="http://schemas.microsoft.com/office/drawing/2014/main" id="{4113E0C2-D279-4869-8E4E-F2CA4820C59F}"/>
                        </a:ext>
                      </a:extLst>
                    </p:cNvPr>
                    <p:cNvSpPr>
                      <a:spLocks noChangeArrowheads="1"/>
                    </p:cNvSpPr>
                    <p:nvPr/>
                  </p:nvSpPr>
                  <p:spPr bwMode="auto">
                    <a:xfrm>
                      <a:off x="894" y="3095"/>
                      <a:ext cx="483" cy="205"/>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050" b="1">
                          <a:solidFill>
                            <a:srgbClr val="000000"/>
                          </a:solidFill>
                          <a:ea typeface="+mn-ea"/>
                        </a:defRPr>
                      </a:pPr>
                      <a:r>
                        <a:rPr>
                          <a:latin typeface="Arial"/>
                          <a:cs typeface="Arial"/>
                        </a:rPr>
                        <a:t>Pt</a:t>
                      </a:r>
                      <a:r>
                        <a:rPr>
                          <a:latin typeface="Arial" charset="0"/>
                          <a:cs typeface="Arial" charset="0"/>
                        </a:rPr>
                        <a:t>65</a:t>
                      </a:r>
                    </a:p>
                  </p:txBody>
                </p:sp>
              </p:grpSp>
            </p:grpSp>
            <p:grpSp>
              <p:nvGrpSpPr>
                <p:cNvPr id="133" name="Group 162">
                  <a:extLst>
                    <a:ext uri="{FF2B5EF4-FFF2-40B4-BE49-F238E27FC236}">
                      <a16:creationId xmlns:a16="http://schemas.microsoft.com/office/drawing/2014/main" id="{F86AD7CE-0F7E-457D-9F48-0F71FFE733B4}"/>
                    </a:ext>
                  </a:extLst>
                </p:cNvPr>
                <p:cNvGrpSpPr>
                  <a:grpSpLocks/>
                </p:cNvGrpSpPr>
                <p:nvPr/>
              </p:nvGrpSpPr>
              <p:grpSpPr bwMode="auto">
                <a:xfrm>
                  <a:off x="434" y="3567"/>
                  <a:ext cx="573" cy="369"/>
                  <a:chOff x="905" y="3414"/>
                  <a:chExt cx="573" cy="369"/>
                </a:xfrm>
              </p:grpSpPr>
              <p:sp>
                <p:nvSpPr>
                  <p:cNvPr id="136" name="Freeform 163">
                    <a:extLst>
                      <a:ext uri="{FF2B5EF4-FFF2-40B4-BE49-F238E27FC236}">
                        <a16:creationId xmlns:a16="http://schemas.microsoft.com/office/drawing/2014/main" id="{6DCDD435-737D-4E63-9412-D75A094AEF2D}"/>
                      </a:ext>
                    </a:extLst>
                  </p:cNvPr>
                  <p:cNvSpPr>
                    <a:spLocks/>
                  </p:cNvSpPr>
                  <p:nvPr/>
                </p:nvSpPr>
                <p:spPr bwMode="auto">
                  <a:xfrm>
                    <a:off x="930" y="3430"/>
                    <a:ext cx="548" cy="353"/>
                  </a:xfrm>
                  <a:custGeom>
                    <a:avLst/>
                    <a:gdLst>
                      <a:gd name="T0" fmla="*/ 0 w 548"/>
                      <a:gd name="T1" fmla="*/ 0 h 354"/>
                      <a:gd name="T2" fmla="*/ 547 w 548"/>
                      <a:gd name="T3" fmla="*/ 0 h 354"/>
                      <a:gd name="T4" fmla="*/ 547 w 548"/>
                      <a:gd name="T5" fmla="*/ 353 h 354"/>
                      <a:gd name="T6" fmla="*/ 0 w 548"/>
                      <a:gd name="T7" fmla="*/ 353 h 354"/>
                      <a:gd name="T8" fmla="*/ 0 w 548"/>
                      <a:gd name="T9" fmla="*/ 0 h 354"/>
                      <a:gd name="T10" fmla="*/ 0 60000 65536"/>
                      <a:gd name="T11" fmla="*/ 0 60000 65536"/>
                      <a:gd name="T12" fmla="*/ 0 60000 65536"/>
                      <a:gd name="T13" fmla="*/ 0 60000 65536"/>
                      <a:gd name="T14" fmla="*/ 0 60000 65536"/>
                      <a:gd name="T15" fmla="*/ 0 w 548"/>
                      <a:gd name="T16" fmla="*/ 0 h 354"/>
                      <a:gd name="T17" fmla="*/ 548 w 548"/>
                      <a:gd name="T18" fmla="*/ 354 h 354"/>
                    </a:gdLst>
                    <a:ahLst/>
                    <a:cxnLst>
                      <a:cxn ang="T10">
                        <a:pos x="T0" y="T1"/>
                      </a:cxn>
                      <a:cxn ang="T11">
                        <a:pos x="T2" y="T3"/>
                      </a:cxn>
                      <a:cxn ang="T12">
                        <a:pos x="T4" y="T5"/>
                      </a:cxn>
                      <a:cxn ang="T13">
                        <a:pos x="T6" y="T7"/>
                      </a:cxn>
                      <a:cxn ang="T14">
                        <a:pos x="T8" y="T9"/>
                      </a:cxn>
                    </a:cxnLst>
                    <a:rect l="T15" t="T16" r="T17" b="T18"/>
                    <a:pathLst>
                      <a:path w="548" h="354">
                        <a:moveTo>
                          <a:pt x="0" y="0"/>
                        </a:moveTo>
                        <a:lnTo>
                          <a:pt x="547" y="0"/>
                        </a:lnTo>
                        <a:lnTo>
                          <a:pt x="547"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137" name="Freeform 164">
                    <a:extLst>
                      <a:ext uri="{FF2B5EF4-FFF2-40B4-BE49-F238E27FC236}">
                        <a16:creationId xmlns:a16="http://schemas.microsoft.com/office/drawing/2014/main" id="{D698473E-2B02-44DB-9990-F19515A809F9}"/>
                      </a:ext>
                    </a:extLst>
                  </p:cNvPr>
                  <p:cNvSpPr>
                    <a:spLocks/>
                  </p:cNvSpPr>
                  <p:nvPr/>
                </p:nvSpPr>
                <p:spPr bwMode="auto">
                  <a:xfrm>
                    <a:off x="905" y="3414"/>
                    <a:ext cx="544" cy="353"/>
                  </a:xfrm>
                  <a:custGeom>
                    <a:avLst/>
                    <a:gdLst>
                      <a:gd name="T0" fmla="*/ 0 w 546"/>
                      <a:gd name="T1" fmla="*/ 0 h 351"/>
                      <a:gd name="T2" fmla="*/ 0 w 546"/>
                      <a:gd name="T3" fmla="*/ 350 h 351"/>
                      <a:gd name="T4" fmla="*/ 545 w 546"/>
                      <a:gd name="T5" fmla="*/ 350 h 351"/>
                      <a:gd name="T6" fmla="*/ 545 w 546"/>
                      <a:gd name="T7" fmla="*/ 0 h 351"/>
                      <a:gd name="T8" fmla="*/ 0 w 546"/>
                      <a:gd name="T9" fmla="*/ 0 h 351"/>
                      <a:gd name="T10" fmla="*/ 0 60000 65536"/>
                      <a:gd name="T11" fmla="*/ 0 60000 65536"/>
                      <a:gd name="T12" fmla="*/ 0 60000 65536"/>
                      <a:gd name="T13" fmla="*/ 0 60000 65536"/>
                      <a:gd name="T14" fmla="*/ 0 60000 65536"/>
                      <a:gd name="T15" fmla="*/ 0 w 546"/>
                      <a:gd name="T16" fmla="*/ 0 h 351"/>
                      <a:gd name="T17" fmla="*/ 546 w 546"/>
                      <a:gd name="T18" fmla="*/ 351 h 351"/>
                    </a:gdLst>
                    <a:ahLst/>
                    <a:cxnLst>
                      <a:cxn ang="T10">
                        <a:pos x="T0" y="T1"/>
                      </a:cxn>
                      <a:cxn ang="T11">
                        <a:pos x="T2" y="T3"/>
                      </a:cxn>
                      <a:cxn ang="T12">
                        <a:pos x="T4" y="T5"/>
                      </a:cxn>
                      <a:cxn ang="T13">
                        <a:pos x="T6" y="T7"/>
                      </a:cxn>
                      <a:cxn ang="T14">
                        <a:pos x="T8" y="T9"/>
                      </a:cxn>
                    </a:cxnLst>
                    <a:rect l="T15" t="T16" r="T17" b="T18"/>
                    <a:pathLst>
                      <a:path w="546" h="351">
                        <a:moveTo>
                          <a:pt x="0" y="0"/>
                        </a:moveTo>
                        <a:lnTo>
                          <a:pt x="0" y="350"/>
                        </a:lnTo>
                        <a:lnTo>
                          <a:pt x="545" y="350"/>
                        </a:lnTo>
                        <a:lnTo>
                          <a:pt x="545"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138" name="Rectangle 165">
                    <a:extLst>
                      <a:ext uri="{FF2B5EF4-FFF2-40B4-BE49-F238E27FC236}">
                        <a16:creationId xmlns:a16="http://schemas.microsoft.com/office/drawing/2014/main" id="{AE8AAA1A-44CA-424D-83AC-11869DF81338}"/>
                      </a:ext>
                    </a:extLst>
                  </p:cNvPr>
                  <p:cNvSpPr>
                    <a:spLocks noChangeArrowheads="1"/>
                  </p:cNvSpPr>
                  <p:nvPr/>
                </p:nvSpPr>
                <p:spPr bwMode="auto">
                  <a:xfrm>
                    <a:off x="905" y="3485"/>
                    <a:ext cx="573" cy="205"/>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lIns="90488" tIns="44450" rIns="90488" bIns="44450">
                    <a:spAutoFit/>
                  </a:bodyPr>
                  <a:lstStyle/>
                  <a:p>
                    <a:pPr defTabSz="762000" fontAlgn="auto">
                      <a:spcBef>
                        <a:spcPts val="0"/>
                      </a:spcBef>
                      <a:spcAft>
                        <a:spcPts val="0"/>
                      </a:spcAft>
                      <a:defRPr sz="1050" b="1">
                        <a:solidFill>
                          <a:srgbClr val="000000"/>
                        </a:solidFill>
                        <a:ea typeface="+mn-ea"/>
                      </a:defRPr>
                    </a:pPr>
                    <a:r>
                      <a:rPr>
                        <a:latin typeface="Arial"/>
                        <a:cs typeface="Arial"/>
                      </a:rPr>
                      <a:t>Pt</a:t>
                    </a:r>
                    <a:r>
                      <a:rPr>
                        <a:latin typeface="Arial" charset="0"/>
                        <a:cs typeface="Arial" charset="0"/>
                      </a:rPr>
                      <a:t>127</a:t>
                    </a:r>
                  </a:p>
                </p:txBody>
              </p:sp>
            </p:grpSp>
            <p:sp>
              <p:nvSpPr>
                <p:cNvPr id="134" name="Oval 168">
                  <a:extLst>
                    <a:ext uri="{FF2B5EF4-FFF2-40B4-BE49-F238E27FC236}">
                      <a16:creationId xmlns:a16="http://schemas.microsoft.com/office/drawing/2014/main" id="{2578154F-910D-4656-AA7C-9B536347D4E2}"/>
                    </a:ext>
                  </a:extLst>
                </p:cNvPr>
                <p:cNvSpPr>
                  <a:spLocks noChangeArrowheads="1"/>
                </p:cNvSpPr>
                <p:nvPr/>
              </p:nvSpPr>
              <p:spPr bwMode="auto">
                <a:xfrm>
                  <a:off x="345" y="3354"/>
                  <a:ext cx="16" cy="16"/>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pPr>
                  <a:endParaRPr sz="1100" kern="0">
                    <a:solidFill>
                      <a:srgbClr val="000000"/>
                    </a:solidFill>
                    <a:latin typeface="Arial"/>
                    <a:ea typeface="+mn-ea"/>
                    <a:cs typeface="Arial"/>
                  </a:endParaRPr>
                </a:p>
              </p:txBody>
            </p:sp>
            <p:sp>
              <p:nvSpPr>
                <p:cNvPr id="135" name="Oval 169">
                  <a:extLst>
                    <a:ext uri="{FF2B5EF4-FFF2-40B4-BE49-F238E27FC236}">
                      <a16:creationId xmlns:a16="http://schemas.microsoft.com/office/drawing/2014/main" id="{2E89784B-A3DA-4819-A2E2-FE793F5622AD}"/>
                    </a:ext>
                  </a:extLst>
                </p:cNvPr>
                <p:cNvSpPr>
                  <a:spLocks noChangeArrowheads="1"/>
                </p:cNvSpPr>
                <p:nvPr/>
              </p:nvSpPr>
              <p:spPr bwMode="auto">
                <a:xfrm>
                  <a:off x="345" y="3744"/>
                  <a:ext cx="16" cy="16"/>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pPr>
                  <a:endParaRPr sz="1100" kern="0">
                    <a:solidFill>
                      <a:srgbClr val="000000"/>
                    </a:solidFill>
                    <a:latin typeface="Arial"/>
                    <a:ea typeface="+mn-ea"/>
                    <a:cs typeface="Arial"/>
                  </a:endParaRPr>
                </a:p>
              </p:txBody>
            </p:sp>
          </p:grpSp>
          <p:grpSp>
            <p:nvGrpSpPr>
              <p:cNvPr id="100" name="Group 240">
                <a:extLst>
                  <a:ext uri="{FF2B5EF4-FFF2-40B4-BE49-F238E27FC236}">
                    <a16:creationId xmlns:a16="http://schemas.microsoft.com/office/drawing/2014/main" id="{7FC70319-E960-4AAF-B26E-3EDDF7C48219}"/>
                  </a:ext>
                </a:extLst>
              </p:cNvPr>
              <p:cNvGrpSpPr>
                <a:grpSpLocks/>
              </p:cNvGrpSpPr>
              <p:nvPr/>
            </p:nvGrpSpPr>
            <p:grpSpPr bwMode="auto">
              <a:xfrm>
                <a:off x="3719996" y="4374837"/>
                <a:ext cx="1832348" cy="1603375"/>
                <a:chOff x="3063" y="2609"/>
                <a:chExt cx="1429" cy="1309"/>
              </a:xfrm>
            </p:grpSpPr>
            <p:grpSp>
              <p:nvGrpSpPr>
                <p:cNvPr id="104" name="Group 213">
                  <a:extLst>
                    <a:ext uri="{FF2B5EF4-FFF2-40B4-BE49-F238E27FC236}">
                      <a16:creationId xmlns:a16="http://schemas.microsoft.com/office/drawing/2014/main" id="{AA152057-17D9-45E7-A7F1-BF23D4B40EB6}"/>
                    </a:ext>
                  </a:extLst>
                </p:cNvPr>
                <p:cNvGrpSpPr>
                  <a:grpSpLocks/>
                </p:cNvGrpSpPr>
                <p:nvPr/>
              </p:nvGrpSpPr>
              <p:grpSpPr bwMode="auto">
                <a:xfrm>
                  <a:off x="3063" y="2622"/>
                  <a:ext cx="1429" cy="1296"/>
                  <a:chOff x="1560" y="2640"/>
                  <a:chExt cx="1429" cy="1296"/>
                </a:xfrm>
              </p:grpSpPr>
              <p:sp>
                <p:nvSpPr>
                  <p:cNvPr id="106" name="Line 214">
                    <a:extLst>
                      <a:ext uri="{FF2B5EF4-FFF2-40B4-BE49-F238E27FC236}">
                        <a16:creationId xmlns:a16="http://schemas.microsoft.com/office/drawing/2014/main" id="{620B247F-3375-4A4E-8028-80C2B0428D06}"/>
                      </a:ext>
                    </a:extLst>
                  </p:cNvPr>
                  <p:cNvSpPr>
                    <a:spLocks noChangeShapeType="1"/>
                  </p:cNvSpPr>
                  <p:nvPr/>
                </p:nvSpPr>
                <p:spPr bwMode="auto">
                  <a:xfrm>
                    <a:off x="1829" y="2640"/>
                    <a:ext cx="0" cy="1132"/>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107" name="Rectangle 215">
                    <a:extLst>
                      <a:ext uri="{FF2B5EF4-FFF2-40B4-BE49-F238E27FC236}">
                        <a16:creationId xmlns:a16="http://schemas.microsoft.com/office/drawing/2014/main" id="{F4A5A48E-E552-4455-9E79-5A4103EDB724}"/>
                      </a:ext>
                    </a:extLst>
                  </p:cNvPr>
                  <p:cNvSpPr>
                    <a:spLocks noChangeArrowheads="1"/>
                  </p:cNvSpPr>
                  <p:nvPr/>
                </p:nvSpPr>
                <p:spPr bwMode="auto">
                  <a:xfrm>
                    <a:off x="2455" y="3248"/>
                    <a:ext cx="534"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X.X.193</a:t>
                    </a:r>
                  </a:p>
                </p:txBody>
              </p:sp>
              <p:sp>
                <p:nvSpPr>
                  <p:cNvPr id="108" name="Rectangle 216">
                    <a:extLst>
                      <a:ext uri="{FF2B5EF4-FFF2-40B4-BE49-F238E27FC236}">
                        <a16:creationId xmlns:a16="http://schemas.microsoft.com/office/drawing/2014/main" id="{49F8F15D-C7E0-4FBD-A020-CEA5F34CF53F}"/>
                      </a:ext>
                    </a:extLst>
                  </p:cNvPr>
                  <p:cNvSpPr>
                    <a:spLocks noChangeArrowheads="1"/>
                  </p:cNvSpPr>
                  <p:nvPr/>
                </p:nvSpPr>
                <p:spPr bwMode="auto">
                  <a:xfrm>
                    <a:off x="2455" y="3638"/>
                    <a:ext cx="534"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X.X.255</a:t>
                    </a:r>
                  </a:p>
                </p:txBody>
              </p:sp>
              <p:sp>
                <p:nvSpPr>
                  <p:cNvPr id="109" name="Rectangle 217">
                    <a:extLst>
                      <a:ext uri="{FF2B5EF4-FFF2-40B4-BE49-F238E27FC236}">
                        <a16:creationId xmlns:a16="http://schemas.microsoft.com/office/drawing/2014/main" id="{4D83CD40-213C-46C5-9DF0-E794DF831BCF}"/>
                      </a:ext>
                    </a:extLst>
                  </p:cNvPr>
                  <p:cNvSpPr>
                    <a:spLocks noChangeArrowheads="1"/>
                  </p:cNvSpPr>
                  <p:nvPr/>
                </p:nvSpPr>
                <p:spPr bwMode="auto">
                  <a:xfrm>
                    <a:off x="2112" y="2795"/>
                    <a:ext cx="534"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100" b="1">
                        <a:solidFill>
                          <a:srgbClr val="000000"/>
                        </a:solidFill>
                        <a:latin typeface="Arial"/>
                        <a:ea typeface="+mn-ea"/>
                        <a:cs typeface="Arial"/>
                      </a:defRPr>
                    </a:pPr>
                    <a:r>
                      <a:t>X.X.192</a:t>
                    </a:r>
                  </a:p>
                </p:txBody>
              </p:sp>
              <p:sp>
                <p:nvSpPr>
                  <p:cNvPr id="110" name="Line 218">
                    <a:extLst>
                      <a:ext uri="{FF2B5EF4-FFF2-40B4-BE49-F238E27FC236}">
                        <a16:creationId xmlns:a16="http://schemas.microsoft.com/office/drawing/2014/main" id="{4DC04417-081A-4795-B82F-54C0188C3D0B}"/>
                      </a:ext>
                    </a:extLst>
                  </p:cNvPr>
                  <p:cNvSpPr>
                    <a:spLocks noChangeShapeType="1"/>
                  </p:cNvSpPr>
                  <p:nvPr/>
                </p:nvSpPr>
                <p:spPr bwMode="auto">
                  <a:xfrm>
                    <a:off x="1859" y="3363"/>
                    <a:ext cx="115"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111" name="Line 219">
                    <a:extLst>
                      <a:ext uri="{FF2B5EF4-FFF2-40B4-BE49-F238E27FC236}">
                        <a16:creationId xmlns:a16="http://schemas.microsoft.com/office/drawing/2014/main" id="{71EA13C0-032A-4DCF-8429-2058BB41594B}"/>
                      </a:ext>
                    </a:extLst>
                  </p:cNvPr>
                  <p:cNvSpPr>
                    <a:spLocks noChangeShapeType="1"/>
                  </p:cNvSpPr>
                  <p:nvPr/>
                </p:nvSpPr>
                <p:spPr bwMode="auto">
                  <a:xfrm>
                    <a:off x="1850" y="3752"/>
                    <a:ext cx="120"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grpSp>
                <p:nvGrpSpPr>
                  <p:cNvPr id="112" name="Group 220">
                    <a:extLst>
                      <a:ext uri="{FF2B5EF4-FFF2-40B4-BE49-F238E27FC236}">
                        <a16:creationId xmlns:a16="http://schemas.microsoft.com/office/drawing/2014/main" id="{7C69DA16-1A0D-46FB-AF43-AD3BA9E1F2AF}"/>
                      </a:ext>
                    </a:extLst>
                  </p:cNvPr>
                  <p:cNvGrpSpPr>
                    <a:grpSpLocks/>
                  </p:cNvGrpSpPr>
                  <p:nvPr/>
                </p:nvGrpSpPr>
                <p:grpSpPr bwMode="auto">
                  <a:xfrm>
                    <a:off x="1560" y="2729"/>
                    <a:ext cx="554" cy="369"/>
                    <a:chOff x="480" y="2576"/>
                    <a:chExt cx="554" cy="369"/>
                  </a:xfrm>
                </p:grpSpPr>
                <p:sp>
                  <p:nvSpPr>
                    <p:cNvPr id="124" name="Freeform 221">
                      <a:extLst>
                        <a:ext uri="{FF2B5EF4-FFF2-40B4-BE49-F238E27FC236}">
                          <a16:creationId xmlns:a16="http://schemas.microsoft.com/office/drawing/2014/main" id="{AAF15425-E39F-4F52-A835-1E888B33B4AC}"/>
                        </a:ext>
                      </a:extLst>
                    </p:cNvPr>
                    <p:cNvSpPr>
                      <a:spLocks/>
                    </p:cNvSpPr>
                    <p:nvPr/>
                  </p:nvSpPr>
                  <p:spPr bwMode="auto">
                    <a:xfrm>
                      <a:off x="500" y="2592"/>
                      <a:ext cx="531" cy="353"/>
                    </a:xfrm>
                    <a:custGeom>
                      <a:avLst/>
                      <a:gdLst>
                        <a:gd name="T0" fmla="*/ 0 w 534"/>
                        <a:gd name="T1" fmla="*/ 0 h 356"/>
                        <a:gd name="T2" fmla="*/ 533 w 534"/>
                        <a:gd name="T3" fmla="*/ 0 h 356"/>
                        <a:gd name="T4" fmla="*/ 533 w 534"/>
                        <a:gd name="T5" fmla="*/ 355 h 356"/>
                        <a:gd name="T6" fmla="*/ 0 w 534"/>
                        <a:gd name="T7" fmla="*/ 355 h 356"/>
                        <a:gd name="T8" fmla="*/ 0 w 534"/>
                        <a:gd name="T9" fmla="*/ 0 h 356"/>
                        <a:gd name="T10" fmla="*/ 0 60000 65536"/>
                        <a:gd name="T11" fmla="*/ 0 60000 65536"/>
                        <a:gd name="T12" fmla="*/ 0 60000 65536"/>
                        <a:gd name="T13" fmla="*/ 0 60000 65536"/>
                        <a:gd name="T14" fmla="*/ 0 60000 65536"/>
                        <a:gd name="T15" fmla="*/ 0 w 534"/>
                        <a:gd name="T16" fmla="*/ 0 h 356"/>
                        <a:gd name="T17" fmla="*/ 534 w 534"/>
                        <a:gd name="T18" fmla="*/ 356 h 356"/>
                      </a:gdLst>
                      <a:ahLst/>
                      <a:cxnLst>
                        <a:cxn ang="T10">
                          <a:pos x="T0" y="T1"/>
                        </a:cxn>
                        <a:cxn ang="T11">
                          <a:pos x="T2" y="T3"/>
                        </a:cxn>
                        <a:cxn ang="T12">
                          <a:pos x="T4" y="T5"/>
                        </a:cxn>
                        <a:cxn ang="T13">
                          <a:pos x="T6" y="T7"/>
                        </a:cxn>
                        <a:cxn ang="T14">
                          <a:pos x="T8" y="T9"/>
                        </a:cxn>
                      </a:cxnLst>
                      <a:rect l="T15" t="T16" r="T17" b="T18"/>
                      <a:pathLst>
                        <a:path w="534" h="356">
                          <a:moveTo>
                            <a:pt x="0" y="0"/>
                          </a:moveTo>
                          <a:lnTo>
                            <a:pt x="533" y="0"/>
                          </a:lnTo>
                          <a:lnTo>
                            <a:pt x="533" y="355"/>
                          </a:lnTo>
                          <a:lnTo>
                            <a:pt x="0" y="355"/>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125" name="Freeform 222">
                      <a:extLst>
                        <a:ext uri="{FF2B5EF4-FFF2-40B4-BE49-F238E27FC236}">
                          <a16:creationId xmlns:a16="http://schemas.microsoft.com/office/drawing/2014/main" id="{D5747700-7127-4D11-8973-6DDA1427FB01}"/>
                        </a:ext>
                      </a:extLst>
                    </p:cNvPr>
                    <p:cNvSpPr>
                      <a:spLocks/>
                    </p:cNvSpPr>
                    <p:nvPr/>
                  </p:nvSpPr>
                  <p:spPr bwMode="auto">
                    <a:xfrm>
                      <a:off x="483" y="2579"/>
                      <a:ext cx="527" cy="350"/>
                    </a:xfrm>
                    <a:custGeom>
                      <a:avLst/>
                      <a:gdLst>
                        <a:gd name="T0" fmla="*/ 0 w 531"/>
                        <a:gd name="T1" fmla="*/ 0 h 354"/>
                        <a:gd name="T2" fmla="*/ 0 w 531"/>
                        <a:gd name="T3" fmla="*/ 353 h 354"/>
                        <a:gd name="T4" fmla="*/ 530 w 531"/>
                        <a:gd name="T5" fmla="*/ 353 h 354"/>
                        <a:gd name="T6" fmla="*/ 530 w 531"/>
                        <a:gd name="T7" fmla="*/ 0 h 354"/>
                        <a:gd name="T8" fmla="*/ 0 w 531"/>
                        <a:gd name="T9" fmla="*/ 0 h 354"/>
                        <a:gd name="T10" fmla="*/ 0 60000 65536"/>
                        <a:gd name="T11" fmla="*/ 0 60000 65536"/>
                        <a:gd name="T12" fmla="*/ 0 60000 65536"/>
                        <a:gd name="T13" fmla="*/ 0 60000 65536"/>
                        <a:gd name="T14" fmla="*/ 0 60000 65536"/>
                        <a:gd name="T15" fmla="*/ 0 w 531"/>
                        <a:gd name="T16" fmla="*/ 0 h 354"/>
                        <a:gd name="T17" fmla="*/ 531 w 531"/>
                        <a:gd name="T18" fmla="*/ 354 h 354"/>
                      </a:gdLst>
                      <a:ahLst/>
                      <a:cxnLst>
                        <a:cxn ang="T10">
                          <a:pos x="T0" y="T1"/>
                        </a:cxn>
                        <a:cxn ang="T11">
                          <a:pos x="T2" y="T3"/>
                        </a:cxn>
                        <a:cxn ang="T12">
                          <a:pos x="T4" y="T5"/>
                        </a:cxn>
                        <a:cxn ang="T13">
                          <a:pos x="T6" y="T7"/>
                        </a:cxn>
                        <a:cxn ang="T14">
                          <a:pos x="T8" y="T9"/>
                        </a:cxn>
                      </a:cxnLst>
                      <a:rect l="T15" t="T16" r="T17" b="T18"/>
                      <a:pathLst>
                        <a:path w="531" h="354">
                          <a:moveTo>
                            <a:pt x="0" y="0"/>
                          </a:moveTo>
                          <a:lnTo>
                            <a:pt x="0" y="353"/>
                          </a:lnTo>
                          <a:lnTo>
                            <a:pt x="530" y="353"/>
                          </a:lnTo>
                          <a:lnTo>
                            <a:pt x="530" y="0"/>
                          </a:lnTo>
                          <a:lnTo>
                            <a:pt x="0" y="0"/>
                          </a:lnTo>
                        </a:path>
                      </a:pathLst>
                    </a:custGeom>
                    <a:solidFill>
                      <a:srgbClr val="808485"/>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grpSp>
              <p:grpSp>
                <p:nvGrpSpPr>
                  <p:cNvPr id="113" name="Group 224">
                    <a:extLst>
                      <a:ext uri="{FF2B5EF4-FFF2-40B4-BE49-F238E27FC236}">
                        <a16:creationId xmlns:a16="http://schemas.microsoft.com/office/drawing/2014/main" id="{DD815D6E-FFA8-4A2A-9CF4-DEB4026ACB2B}"/>
                      </a:ext>
                    </a:extLst>
                  </p:cNvPr>
                  <p:cNvGrpSpPr>
                    <a:grpSpLocks/>
                  </p:cNvGrpSpPr>
                  <p:nvPr/>
                </p:nvGrpSpPr>
                <p:grpSpPr bwMode="auto">
                  <a:xfrm>
                    <a:off x="1906" y="3180"/>
                    <a:ext cx="592" cy="366"/>
                    <a:chOff x="889" y="3027"/>
                    <a:chExt cx="592" cy="366"/>
                  </a:xfrm>
                </p:grpSpPr>
                <p:sp>
                  <p:nvSpPr>
                    <p:cNvPr id="120" name="Freeform 225">
                      <a:extLst>
                        <a:ext uri="{FF2B5EF4-FFF2-40B4-BE49-F238E27FC236}">
                          <a16:creationId xmlns:a16="http://schemas.microsoft.com/office/drawing/2014/main" id="{CB9ED69F-B484-4D40-B23A-82480DFA96AA}"/>
                        </a:ext>
                      </a:extLst>
                    </p:cNvPr>
                    <p:cNvSpPr>
                      <a:spLocks/>
                    </p:cNvSpPr>
                    <p:nvPr/>
                  </p:nvSpPr>
                  <p:spPr bwMode="auto">
                    <a:xfrm>
                      <a:off x="931" y="3037"/>
                      <a:ext cx="550" cy="353"/>
                    </a:xfrm>
                    <a:custGeom>
                      <a:avLst/>
                      <a:gdLst>
                        <a:gd name="T0" fmla="*/ 0 w 551"/>
                        <a:gd name="T1" fmla="*/ 0 h 354"/>
                        <a:gd name="T2" fmla="*/ 550 w 551"/>
                        <a:gd name="T3" fmla="*/ 0 h 354"/>
                        <a:gd name="T4" fmla="*/ 550 w 551"/>
                        <a:gd name="T5" fmla="*/ 353 h 354"/>
                        <a:gd name="T6" fmla="*/ 0 w 551"/>
                        <a:gd name="T7" fmla="*/ 353 h 354"/>
                        <a:gd name="T8" fmla="*/ 0 w 551"/>
                        <a:gd name="T9" fmla="*/ 0 h 354"/>
                        <a:gd name="T10" fmla="*/ 0 60000 65536"/>
                        <a:gd name="T11" fmla="*/ 0 60000 65536"/>
                        <a:gd name="T12" fmla="*/ 0 60000 65536"/>
                        <a:gd name="T13" fmla="*/ 0 60000 65536"/>
                        <a:gd name="T14" fmla="*/ 0 60000 65536"/>
                        <a:gd name="T15" fmla="*/ 0 w 551"/>
                        <a:gd name="T16" fmla="*/ 0 h 354"/>
                        <a:gd name="T17" fmla="*/ 551 w 551"/>
                        <a:gd name="T18" fmla="*/ 354 h 354"/>
                      </a:gdLst>
                      <a:ahLst/>
                      <a:cxnLst>
                        <a:cxn ang="T10">
                          <a:pos x="T0" y="T1"/>
                        </a:cxn>
                        <a:cxn ang="T11">
                          <a:pos x="T2" y="T3"/>
                        </a:cxn>
                        <a:cxn ang="T12">
                          <a:pos x="T4" y="T5"/>
                        </a:cxn>
                        <a:cxn ang="T13">
                          <a:pos x="T6" y="T7"/>
                        </a:cxn>
                        <a:cxn ang="T14">
                          <a:pos x="T8" y="T9"/>
                        </a:cxn>
                      </a:cxnLst>
                      <a:rect l="T15" t="T16" r="T17" b="T18"/>
                      <a:pathLst>
                        <a:path w="551" h="354">
                          <a:moveTo>
                            <a:pt x="0" y="0"/>
                          </a:moveTo>
                          <a:lnTo>
                            <a:pt x="550" y="0"/>
                          </a:lnTo>
                          <a:lnTo>
                            <a:pt x="550"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grpSp>
                  <p:nvGrpSpPr>
                    <p:cNvPr id="121" name="Group 226">
                      <a:extLst>
                        <a:ext uri="{FF2B5EF4-FFF2-40B4-BE49-F238E27FC236}">
                          <a16:creationId xmlns:a16="http://schemas.microsoft.com/office/drawing/2014/main" id="{E09228F5-F60D-4E01-B927-067B28BF1152}"/>
                        </a:ext>
                      </a:extLst>
                    </p:cNvPr>
                    <p:cNvGrpSpPr>
                      <a:grpSpLocks/>
                    </p:cNvGrpSpPr>
                    <p:nvPr/>
                  </p:nvGrpSpPr>
                  <p:grpSpPr bwMode="auto">
                    <a:xfrm>
                      <a:off x="889" y="3027"/>
                      <a:ext cx="568" cy="345"/>
                      <a:chOff x="889" y="3027"/>
                      <a:chExt cx="568" cy="345"/>
                    </a:xfrm>
                  </p:grpSpPr>
                  <p:sp>
                    <p:nvSpPr>
                      <p:cNvPr id="122" name="Freeform 227">
                        <a:extLst>
                          <a:ext uri="{FF2B5EF4-FFF2-40B4-BE49-F238E27FC236}">
                            <a16:creationId xmlns:a16="http://schemas.microsoft.com/office/drawing/2014/main" id="{17288949-5A8B-4F98-8D67-1772DED467FD}"/>
                          </a:ext>
                        </a:extLst>
                      </p:cNvPr>
                      <p:cNvSpPr>
                        <a:spLocks/>
                      </p:cNvSpPr>
                      <p:nvPr/>
                    </p:nvSpPr>
                    <p:spPr bwMode="auto">
                      <a:xfrm>
                        <a:off x="907" y="3027"/>
                        <a:ext cx="550" cy="345"/>
                      </a:xfrm>
                      <a:custGeom>
                        <a:avLst/>
                        <a:gdLst>
                          <a:gd name="T0" fmla="*/ 0 w 550"/>
                          <a:gd name="T1" fmla="*/ 0 h 351"/>
                          <a:gd name="T2" fmla="*/ 0 w 550"/>
                          <a:gd name="T3" fmla="*/ 350 h 351"/>
                          <a:gd name="T4" fmla="*/ 549 w 550"/>
                          <a:gd name="T5" fmla="*/ 350 h 351"/>
                          <a:gd name="T6" fmla="*/ 549 w 550"/>
                          <a:gd name="T7" fmla="*/ 0 h 351"/>
                          <a:gd name="T8" fmla="*/ 0 w 550"/>
                          <a:gd name="T9" fmla="*/ 0 h 351"/>
                          <a:gd name="T10" fmla="*/ 0 60000 65536"/>
                          <a:gd name="T11" fmla="*/ 0 60000 65536"/>
                          <a:gd name="T12" fmla="*/ 0 60000 65536"/>
                          <a:gd name="T13" fmla="*/ 0 60000 65536"/>
                          <a:gd name="T14" fmla="*/ 0 60000 65536"/>
                          <a:gd name="T15" fmla="*/ 0 w 550"/>
                          <a:gd name="T16" fmla="*/ 0 h 351"/>
                          <a:gd name="T17" fmla="*/ 550 w 550"/>
                          <a:gd name="T18" fmla="*/ 351 h 351"/>
                        </a:gdLst>
                        <a:ahLst/>
                        <a:cxnLst>
                          <a:cxn ang="T10">
                            <a:pos x="T0" y="T1"/>
                          </a:cxn>
                          <a:cxn ang="T11">
                            <a:pos x="T2" y="T3"/>
                          </a:cxn>
                          <a:cxn ang="T12">
                            <a:pos x="T4" y="T5"/>
                          </a:cxn>
                          <a:cxn ang="T13">
                            <a:pos x="T6" y="T7"/>
                          </a:cxn>
                          <a:cxn ang="T14">
                            <a:pos x="T8" y="T9"/>
                          </a:cxn>
                        </a:cxnLst>
                        <a:rect l="T15" t="T16" r="T17" b="T18"/>
                        <a:pathLst>
                          <a:path w="550" h="351">
                            <a:moveTo>
                              <a:pt x="0" y="0"/>
                            </a:moveTo>
                            <a:lnTo>
                              <a:pt x="0" y="350"/>
                            </a:lnTo>
                            <a:lnTo>
                              <a:pt x="549" y="350"/>
                            </a:lnTo>
                            <a:lnTo>
                              <a:pt x="549"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123" name="Rectangle 228">
                        <a:extLst>
                          <a:ext uri="{FF2B5EF4-FFF2-40B4-BE49-F238E27FC236}">
                            <a16:creationId xmlns:a16="http://schemas.microsoft.com/office/drawing/2014/main" id="{1E098754-5329-4A6B-B6C3-2B40849B3CD0}"/>
                          </a:ext>
                        </a:extLst>
                      </p:cNvPr>
                      <p:cNvSpPr>
                        <a:spLocks noChangeArrowheads="1"/>
                      </p:cNvSpPr>
                      <p:nvPr/>
                    </p:nvSpPr>
                    <p:spPr bwMode="auto">
                      <a:xfrm>
                        <a:off x="889" y="3095"/>
                        <a:ext cx="541" cy="205"/>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sz="1050" b="1">
                            <a:solidFill>
                              <a:srgbClr val="000000"/>
                            </a:solidFill>
                            <a:ea typeface="+mn-ea"/>
                          </a:defRPr>
                        </a:pPr>
                        <a:r>
                          <a:rPr>
                            <a:latin typeface="Arial"/>
                            <a:cs typeface="Arial"/>
                          </a:rPr>
                          <a:t>Pt</a:t>
                        </a:r>
                        <a:r>
                          <a:rPr>
                            <a:latin typeface="Arial" charset="0"/>
                            <a:cs typeface="Arial" charset="0"/>
                          </a:rPr>
                          <a:t>193</a:t>
                        </a:r>
                      </a:p>
                    </p:txBody>
                  </p:sp>
                </p:grpSp>
              </p:grpSp>
              <p:grpSp>
                <p:nvGrpSpPr>
                  <p:cNvPr id="114" name="Group 229">
                    <a:extLst>
                      <a:ext uri="{FF2B5EF4-FFF2-40B4-BE49-F238E27FC236}">
                        <a16:creationId xmlns:a16="http://schemas.microsoft.com/office/drawing/2014/main" id="{27D9E168-15DD-408B-B736-A39030736E43}"/>
                      </a:ext>
                    </a:extLst>
                  </p:cNvPr>
                  <p:cNvGrpSpPr>
                    <a:grpSpLocks/>
                  </p:cNvGrpSpPr>
                  <p:nvPr/>
                </p:nvGrpSpPr>
                <p:grpSpPr bwMode="auto">
                  <a:xfrm>
                    <a:off x="1920" y="3573"/>
                    <a:ext cx="575" cy="363"/>
                    <a:chOff x="903" y="3420"/>
                    <a:chExt cx="575" cy="363"/>
                  </a:xfrm>
                </p:grpSpPr>
                <p:sp>
                  <p:nvSpPr>
                    <p:cNvPr id="117" name="Freeform 672">
                      <a:extLst>
                        <a:ext uri="{FF2B5EF4-FFF2-40B4-BE49-F238E27FC236}">
                          <a16:creationId xmlns:a16="http://schemas.microsoft.com/office/drawing/2014/main" id="{956DA447-27D7-4B50-8037-03997E41ECC6}"/>
                        </a:ext>
                      </a:extLst>
                    </p:cNvPr>
                    <p:cNvSpPr>
                      <a:spLocks/>
                    </p:cNvSpPr>
                    <p:nvPr/>
                  </p:nvSpPr>
                  <p:spPr bwMode="auto">
                    <a:xfrm>
                      <a:off x="931" y="3429"/>
                      <a:ext cx="547" cy="354"/>
                    </a:xfrm>
                    <a:custGeom>
                      <a:avLst/>
                      <a:gdLst>
                        <a:gd name="T0" fmla="*/ 0 w 548"/>
                        <a:gd name="T1" fmla="*/ 0 h 354"/>
                        <a:gd name="T2" fmla="*/ 547 w 548"/>
                        <a:gd name="T3" fmla="*/ 0 h 354"/>
                        <a:gd name="T4" fmla="*/ 547 w 548"/>
                        <a:gd name="T5" fmla="*/ 353 h 354"/>
                        <a:gd name="T6" fmla="*/ 0 w 548"/>
                        <a:gd name="T7" fmla="*/ 353 h 354"/>
                        <a:gd name="T8" fmla="*/ 0 w 548"/>
                        <a:gd name="T9" fmla="*/ 0 h 354"/>
                        <a:gd name="T10" fmla="*/ 0 60000 65536"/>
                        <a:gd name="T11" fmla="*/ 0 60000 65536"/>
                        <a:gd name="T12" fmla="*/ 0 60000 65536"/>
                        <a:gd name="T13" fmla="*/ 0 60000 65536"/>
                        <a:gd name="T14" fmla="*/ 0 60000 65536"/>
                        <a:gd name="T15" fmla="*/ 0 w 548"/>
                        <a:gd name="T16" fmla="*/ 0 h 354"/>
                        <a:gd name="T17" fmla="*/ 548 w 548"/>
                        <a:gd name="T18" fmla="*/ 354 h 354"/>
                      </a:gdLst>
                      <a:ahLst/>
                      <a:cxnLst>
                        <a:cxn ang="T10">
                          <a:pos x="T0" y="T1"/>
                        </a:cxn>
                        <a:cxn ang="T11">
                          <a:pos x="T2" y="T3"/>
                        </a:cxn>
                        <a:cxn ang="T12">
                          <a:pos x="T4" y="T5"/>
                        </a:cxn>
                        <a:cxn ang="T13">
                          <a:pos x="T6" y="T7"/>
                        </a:cxn>
                        <a:cxn ang="T14">
                          <a:pos x="T8" y="T9"/>
                        </a:cxn>
                      </a:cxnLst>
                      <a:rect l="T15" t="T16" r="T17" b="T18"/>
                      <a:pathLst>
                        <a:path w="548" h="354">
                          <a:moveTo>
                            <a:pt x="0" y="0"/>
                          </a:moveTo>
                          <a:lnTo>
                            <a:pt x="547" y="0"/>
                          </a:lnTo>
                          <a:lnTo>
                            <a:pt x="547"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118" name="Freeform 673">
                      <a:extLst>
                        <a:ext uri="{FF2B5EF4-FFF2-40B4-BE49-F238E27FC236}">
                          <a16:creationId xmlns:a16="http://schemas.microsoft.com/office/drawing/2014/main" id="{3E6E3D96-64F7-4CDF-BBAC-F2323CD8AB3B}"/>
                        </a:ext>
                      </a:extLst>
                    </p:cNvPr>
                    <p:cNvSpPr>
                      <a:spLocks/>
                    </p:cNvSpPr>
                    <p:nvPr/>
                  </p:nvSpPr>
                  <p:spPr bwMode="auto">
                    <a:xfrm>
                      <a:off x="907" y="3420"/>
                      <a:ext cx="546" cy="348"/>
                    </a:xfrm>
                    <a:custGeom>
                      <a:avLst/>
                      <a:gdLst>
                        <a:gd name="T0" fmla="*/ 0 w 546"/>
                        <a:gd name="T1" fmla="*/ 0 h 351"/>
                        <a:gd name="T2" fmla="*/ 0 w 546"/>
                        <a:gd name="T3" fmla="*/ 350 h 351"/>
                        <a:gd name="T4" fmla="*/ 545 w 546"/>
                        <a:gd name="T5" fmla="*/ 350 h 351"/>
                        <a:gd name="T6" fmla="*/ 545 w 546"/>
                        <a:gd name="T7" fmla="*/ 0 h 351"/>
                        <a:gd name="T8" fmla="*/ 0 w 546"/>
                        <a:gd name="T9" fmla="*/ 0 h 351"/>
                        <a:gd name="T10" fmla="*/ 0 60000 65536"/>
                        <a:gd name="T11" fmla="*/ 0 60000 65536"/>
                        <a:gd name="T12" fmla="*/ 0 60000 65536"/>
                        <a:gd name="T13" fmla="*/ 0 60000 65536"/>
                        <a:gd name="T14" fmla="*/ 0 60000 65536"/>
                        <a:gd name="T15" fmla="*/ 0 w 546"/>
                        <a:gd name="T16" fmla="*/ 0 h 351"/>
                        <a:gd name="T17" fmla="*/ 546 w 546"/>
                        <a:gd name="T18" fmla="*/ 351 h 351"/>
                      </a:gdLst>
                      <a:ahLst/>
                      <a:cxnLst>
                        <a:cxn ang="T10">
                          <a:pos x="T0" y="T1"/>
                        </a:cxn>
                        <a:cxn ang="T11">
                          <a:pos x="T2" y="T3"/>
                        </a:cxn>
                        <a:cxn ang="T12">
                          <a:pos x="T4" y="T5"/>
                        </a:cxn>
                        <a:cxn ang="T13">
                          <a:pos x="T6" y="T7"/>
                        </a:cxn>
                        <a:cxn ang="T14">
                          <a:pos x="T8" y="T9"/>
                        </a:cxn>
                      </a:cxnLst>
                      <a:rect l="T15" t="T16" r="T17" b="T18"/>
                      <a:pathLst>
                        <a:path w="546" h="351">
                          <a:moveTo>
                            <a:pt x="0" y="0"/>
                          </a:moveTo>
                          <a:lnTo>
                            <a:pt x="0" y="350"/>
                          </a:lnTo>
                          <a:lnTo>
                            <a:pt x="545" y="350"/>
                          </a:lnTo>
                          <a:lnTo>
                            <a:pt x="545"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pPr>
                      <a:endParaRPr sz="1100" kern="0">
                        <a:solidFill>
                          <a:sysClr val="windowText" lastClr="000000"/>
                        </a:solidFill>
                      </a:endParaRPr>
                    </a:p>
                  </p:txBody>
                </p:sp>
                <p:sp>
                  <p:nvSpPr>
                    <p:cNvPr id="119" name="Rectangle 118">
                      <a:extLst>
                        <a:ext uri="{FF2B5EF4-FFF2-40B4-BE49-F238E27FC236}">
                          <a16:creationId xmlns:a16="http://schemas.microsoft.com/office/drawing/2014/main" id="{C85BB439-1890-4AB3-9521-D81CDF0BDB70}"/>
                        </a:ext>
                      </a:extLst>
                    </p:cNvPr>
                    <p:cNvSpPr>
                      <a:spLocks noChangeArrowheads="1"/>
                    </p:cNvSpPr>
                    <p:nvPr/>
                  </p:nvSpPr>
                  <p:spPr bwMode="auto">
                    <a:xfrm>
                      <a:off x="903" y="3485"/>
                      <a:ext cx="570" cy="205"/>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lIns="90488" tIns="44450" rIns="90488" bIns="44450">
                      <a:spAutoFit/>
                    </a:bodyPr>
                    <a:lstStyle/>
                    <a:p>
                      <a:pPr defTabSz="762000" fontAlgn="auto">
                        <a:spcBef>
                          <a:spcPts val="0"/>
                        </a:spcBef>
                        <a:spcAft>
                          <a:spcPts val="0"/>
                        </a:spcAft>
                        <a:defRPr sz="1050" b="1">
                          <a:solidFill>
                            <a:srgbClr val="000000"/>
                          </a:solidFill>
                          <a:ea typeface="+mn-ea"/>
                        </a:defRPr>
                      </a:pPr>
                      <a:r>
                        <a:rPr>
                          <a:latin typeface="Arial"/>
                          <a:cs typeface="Arial"/>
                        </a:rPr>
                        <a:t>Pt</a:t>
                      </a:r>
                      <a:r>
                        <a:rPr>
                          <a:latin typeface="Arial" charset="0"/>
                          <a:cs typeface="Arial" charset="0"/>
                        </a:rPr>
                        <a:t>255</a:t>
                      </a:r>
                    </a:p>
                  </p:txBody>
                </p:sp>
              </p:grpSp>
              <p:sp>
                <p:nvSpPr>
                  <p:cNvPr id="115" name="Oval 233">
                    <a:extLst>
                      <a:ext uri="{FF2B5EF4-FFF2-40B4-BE49-F238E27FC236}">
                        <a16:creationId xmlns:a16="http://schemas.microsoft.com/office/drawing/2014/main" id="{7163A5C7-AF36-44B2-A52C-07591F3FBE72}"/>
                      </a:ext>
                    </a:extLst>
                  </p:cNvPr>
                  <p:cNvSpPr>
                    <a:spLocks noChangeArrowheads="1"/>
                  </p:cNvSpPr>
                  <p:nvPr/>
                </p:nvSpPr>
                <p:spPr bwMode="auto">
                  <a:xfrm>
                    <a:off x="1830" y="3735"/>
                    <a:ext cx="16" cy="16"/>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pPr>
                    <a:endParaRPr sz="1100" kern="0">
                      <a:solidFill>
                        <a:srgbClr val="000000"/>
                      </a:solidFill>
                      <a:latin typeface="Arial"/>
                      <a:ea typeface="+mn-ea"/>
                      <a:cs typeface="Arial"/>
                    </a:endParaRPr>
                  </a:p>
                </p:txBody>
              </p:sp>
              <p:sp>
                <p:nvSpPr>
                  <p:cNvPr id="116" name="Oval 234">
                    <a:extLst>
                      <a:ext uri="{FF2B5EF4-FFF2-40B4-BE49-F238E27FC236}">
                        <a16:creationId xmlns:a16="http://schemas.microsoft.com/office/drawing/2014/main" id="{019598F1-6B03-4018-8F4B-78785718F169}"/>
                      </a:ext>
                    </a:extLst>
                  </p:cNvPr>
                  <p:cNvSpPr>
                    <a:spLocks noChangeArrowheads="1"/>
                  </p:cNvSpPr>
                  <p:nvPr/>
                </p:nvSpPr>
                <p:spPr bwMode="auto">
                  <a:xfrm>
                    <a:off x="1830" y="3348"/>
                    <a:ext cx="16" cy="16"/>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pPr>
                    <a:endParaRPr sz="1100" kern="0">
                      <a:solidFill>
                        <a:srgbClr val="000000"/>
                      </a:solidFill>
                      <a:latin typeface="Arial"/>
                      <a:ea typeface="+mn-ea"/>
                      <a:cs typeface="Arial"/>
                    </a:endParaRPr>
                  </a:p>
                </p:txBody>
              </p:sp>
            </p:grpSp>
            <p:sp>
              <p:nvSpPr>
                <p:cNvPr id="105" name="Oval 238">
                  <a:extLst>
                    <a:ext uri="{FF2B5EF4-FFF2-40B4-BE49-F238E27FC236}">
                      <a16:creationId xmlns:a16="http://schemas.microsoft.com/office/drawing/2014/main" id="{7F943167-5024-425C-98DE-0A97A0C3E61E}"/>
                    </a:ext>
                  </a:extLst>
                </p:cNvPr>
                <p:cNvSpPr>
                  <a:spLocks noChangeArrowheads="1"/>
                </p:cNvSpPr>
                <p:nvPr/>
              </p:nvSpPr>
              <p:spPr bwMode="auto">
                <a:xfrm>
                  <a:off x="3327" y="2609"/>
                  <a:ext cx="16" cy="16"/>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pPr>
                  <a:endParaRPr sz="1100" kern="0">
                    <a:solidFill>
                      <a:srgbClr val="000000"/>
                    </a:solidFill>
                    <a:latin typeface="Arial"/>
                    <a:ea typeface="+mn-ea"/>
                    <a:cs typeface="Arial"/>
                  </a:endParaRPr>
                </a:p>
              </p:txBody>
            </p:sp>
          </p:grpSp>
          <p:sp>
            <p:nvSpPr>
              <p:cNvPr id="101" name="Line 253">
                <a:extLst>
                  <a:ext uri="{FF2B5EF4-FFF2-40B4-BE49-F238E27FC236}">
                    <a16:creationId xmlns:a16="http://schemas.microsoft.com/office/drawing/2014/main" id="{B33AC049-BEAC-4ADC-80CD-699A7124721E}"/>
                  </a:ext>
                </a:extLst>
              </p:cNvPr>
              <p:cNvSpPr>
                <a:spLocks noChangeShapeType="1"/>
              </p:cNvSpPr>
              <p:nvPr/>
            </p:nvSpPr>
            <p:spPr bwMode="auto">
              <a:xfrm rot="5400000">
                <a:off x="3184262" y="3476815"/>
                <a:ext cx="0" cy="1803044"/>
              </a:xfrm>
              <a:prstGeom prst="line">
                <a:avLst/>
              </a:prstGeom>
              <a:noFill/>
              <a:ln w="25400">
                <a:solidFill>
                  <a:srgbClr val="000000"/>
                </a:solidFill>
                <a:round/>
                <a:headEnd/>
                <a:tailEnd/>
              </a:ln>
            </p:spPr>
            <p:txBody>
              <a:bodyPr wrap="none" anchor="ctr"/>
              <a:lstStyle/>
              <a:p>
                <a:pPr defTabSz="914400" fontAlgn="auto">
                  <a:spcBef>
                    <a:spcPts val="0"/>
                  </a:spcBef>
                  <a:spcAft>
                    <a:spcPts val="0"/>
                  </a:spcAft>
                </a:pPr>
                <a:endParaRPr kern="0">
                  <a:solidFill>
                    <a:sysClr val="windowText" lastClr="000000"/>
                  </a:solidFill>
                </a:endParaRPr>
              </a:p>
            </p:txBody>
          </p:sp>
          <p:sp>
            <p:nvSpPr>
              <p:cNvPr id="102" name="Rectangle 147">
                <a:extLst>
                  <a:ext uri="{FF2B5EF4-FFF2-40B4-BE49-F238E27FC236}">
                    <a16:creationId xmlns:a16="http://schemas.microsoft.com/office/drawing/2014/main" id="{660CA501-08EC-42AC-B2D7-49C44E0188FF}"/>
                  </a:ext>
                </a:extLst>
              </p:cNvPr>
              <p:cNvSpPr>
                <a:spLocks noChangeArrowheads="1"/>
              </p:cNvSpPr>
              <p:nvPr/>
            </p:nvSpPr>
            <p:spPr bwMode="auto">
              <a:xfrm>
                <a:off x="2284802" y="4586755"/>
                <a:ext cx="498379" cy="259649"/>
              </a:xfrm>
              <a:prstGeom prst="rect">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90488" tIns="44450" rIns="90488" bIns="44450">
                <a:spAutoFit/>
              </a:bodyPr>
              <a:lstStyle/>
              <a:p>
                <a:pPr algn="ctr" defTabSz="762000" fontAlgn="auto">
                  <a:spcBef>
                    <a:spcPts val="0"/>
                  </a:spcBef>
                  <a:spcAft>
                    <a:spcPts val="0"/>
                  </a:spcAft>
                  <a:defRPr sz="1100" b="1">
                    <a:solidFill>
                      <a:srgbClr val="000000"/>
                    </a:solidFill>
                    <a:latin typeface="Arial"/>
                    <a:ea typeface="+mn-ea"/>
                    <a:cs typeface="Arial"/>
                  </a:defRPr>
                </a:pPr>
                <a:r>
                  <a:t>RL</a:t>
                </a:r>
              </a:p>
            </p:txBody>
          </p:sp>
          <p:sp>
            <p:nvSpPr>
              <p:cNvPr id="103" name="Rectangle 147">
                <a:extLst>
                  <a:ext uri="{FF2B5EF4-FFF2-40B4-BE49-F238E27FC236}">
                    <a16:creationId xmlns:a16="http://schemas.microsoft.com/office/drawing/2014/main" id="{2094960F-0ED7-4203-B027-E689E8E807EA}"/>
                  </a:ext>
                </a:extLst>
              </p:cNvPr>
              <p:cNvSpPr>
                <a:spLocks noChangeArrowheads="1"/>
              </p:cNvSpPr>
              <p:nvPr/>
            </p:nvSpPr>
            <p:spPr bwMode="auto">
              <a:xfrm>
                <a:off x="3831008" y="4592233"/>
                <a:ext cx="498379" cy="259649"/>
              </a:xfrm>
              <a:prstGeom prst="rect">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90488" tIns="44450" rIns="90488" bIns="44450">
                <a:spAutoFit/>
              </a:bodyPr>
              <a:lstStyle/>
              <a:p>
                <a:pPr algn="ctr" defTabSz="762000" fontAlgn="auto">
                  <a:spcBef>
                    <a:spcPts val="0"/>
                  </a:spcBef>
                  <a:spcAft>
                    <a:spcPts val="0"/>
                  </a:spcAft>
                  <a:defRPr sz="1100" b="1">
                    <a:solidFill>
                      <a:srgbClr val="000000"/>
                    </a:solidFill>
                    <a:latin typeface="Arial"/>
                    <a:ea typeface="+mn-ea"/>
                    <a:cs typeface="Arial"/>
                  </a:defRPr>
                </a:pPr>
                <a:r>
                  <a:t>RL</a:t>
                </a:r>
              </a:p>
            </p:txBody>
          </p:sp>
        </p:grpSp>
        <p:sp>
          <p:nvSpPr>
            <p:cNvPr id="91" name="Oval 120">
              <a:extLst>
                <a:ext uri="{FF2B5EF4-FFF2-40B4-BE49-F238E27FC236}">
                  <a16:creationId xmlns:a16="http://schemas.microsoft.com/office/drawing/2014/main" id="{BA355C47-0554-43BD-9592-BA062E57B976}"/>
                </a:ext>
              </a:extLst>
            </p:cNvPr>
            <p:cNvSpPr>
              <a:spLocks noChangeArrowheads="1"/>
            </p:cNvSpPr>
            <p:nvPr/>
          </p:nvSpPr>
          <p:spPr bwMode="auto">
            <a:xfrm>
              <a:off x="4039983" y="5284869"/>
              <a:ext cx="20633" cy="19065"/>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sp>
          <p:nvSpPr>
            <p:cNvPr id="92" name="Oval 120">
              <a:extLst>
                <a:ext uri="{FF2B5EF4-FFF2-40B4-BE49-F238E27FC236}">
                  <a16:creationId xmlns:a16="http://schemas.microsoft.com/office/drawing/2014/main" id="{56BC9765-2BE3-46E5-BB04-B502C0F5FFCA}"/>
                </a:ext>
              </a:extLst>
            </p:cNvPr>
            <p:cNvSpPr>
              <a:spLocks noChangeArrowheads="1"/>
            </p:cNvSpPr>
            <p:nvPr/>
          </p:nvSpPr>
          <p:spPr bwMode="auto">
            <a:xfrm>
              <a:off x="4039983" y="5764673"/>
              <a:ext cx="20633" cy="19065"/>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sp>
          <p:nvSpPr>
            <p:cNvPr id="93" name="Oval 120">
              <a:extLst>
                <a:ext uri="{FF2B5EF4-FFF2-40B4-BE49-F238E27FC236}">
                  <a16:creationId xmlns:a16="http://schemas.microsoft.com/office/drawing/2014/main" id="{D239E687-830B-4C9D-A8E2-31D5F7CD2CD7}"/>
                </a:ext>
              </a:extLst>
            </p:cNvPr>
            <p:cNvSpPr>
              <a:spLocks noChangeArrowheads="1"/>
            </p:cNvSpPr>
            <p:nvPr/>
          </p:nvSpPr>
          <p:spPr bwMode="auto">
            <a:xfrm>
              <a:off x="2508348" y="5750374"/>
              <a:ext cx="20634" cy="19065"/>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sp>
          <p:nvSpPr>
            <p:cNvPr id="94" name="Oval 120">
              <a:extLst>
                <a:ext uri="{FF2B5EF4-FFF2-40B4-BE49-F238E27FC236}">
                  <a16:creationId xmlns:a16="http://schemas.microsoft.com/office/drawing/2014/main" id="{336CAB5A-9D51-4E09-8B8B-7338CE7EA4CC}"/>
                </a:ext>
              </a:extLst>
            </p:cNvPr>
            <p:cNvSpPr>
              <a:spLocks noChangeArrowheads="1"/>
            </p:cNvSpPr>
            <p:nvPr/>
          </p:nvSpPr>
          <p:spPr bwMode="auto">
            <a:xfrm>
              <a:off x="2508348" y="5268982"/>
              <a:ext cx="20634" cy="19065"/>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sp>
          <p:nvSpPr>
            <p:cNvPr id="95" name="Oval 120">
              <a:extLst>
                <a:ext uri="{FF2B5EF4-FFF2-40B4-BE49-F238E27FC236}">
                  <a16:creationId xmlns:a16="http://schemas.microsoft.com/office/drawing/2014/main" id="{50AD92B3-B733-4808-AAB9-C1A2D5CB9E36}"/>
                </a:ext>
              </a:extLst>
            </p:cNvPr>
            <p:cNvSpPr>
              <a:spLocks noChangeArrowheads="1"/>
            </p:cNvSpPr>
            <p:nvPr/>
          </p:nvSpPr>
          <p:spPr bwMode="auto">
            <a:xfrm>
              <a:off x="930685" y="5276925"/>
              <a:ext cx="20634" cy="19065"/>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sp>
          <p:nvSpPr>
            <p:cNvPr id="96" name="Oval 120">
              <a:extLst>
                <a:ext uri="{FF2B5EF4-FFF2-40B4-BE49-F238E27FC236}">
                  <a16:creationId xmlns:a16="http://schemas.microsoft.com/office/drawing/2014/main" id="{E738EDAB-B056-44D4-951A-70FCC78E3B8E}"/>
                </a:ext>
              </a:extLst>
            </p:cNvPr>
            <p:cNvSpPr>
              <a:spLocks noChangeArrowheads="1"/>
            </p:cNvSpPr>
            <p:nvPr/>
          </p:nvSpPr>
          <p:spPr bwMode="auto">
            <a:xfrm>
              <a:off x="930685" y="5750374"/>
              <a:ext cx="20634" cy="19065"/>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grpSp>
      <p:grpSp>
        <p:nvGrpSpPr>
          <p:cNvPr id="170" name="Group 169">
            <a:extLst>
              <a:ext uri="{FF2B5EF4-FFF2-40B4-BE49-F238E27FC236}">
                <a16:creationId xmlns:a16="http://schemas.microsoft.com/office/drawing/2014/main" id="{30B7072C-DFAB-4EAA-9A1B-50EFFCFBC662}"/>
              </a:ext>
            </a:extLst>
          </p:cNvPr>
          <p:cNvGrpSpPr>
            <a:grpSpLocks/>
          </p:cNvGrpSpPr>
          <p:nvPr/>
        </p:nvGrpSpPr>
        <p:grpSpPr bwMode="auto">
          <a:xfrm>
            <a:off x="7130019" y="1772816"/>
            <a:ext cx="1373188" cy="1710058"/>
            <a:chOff x="7239105" y="1765606"/>
            <a:chExt cx="1373187" cy="1709806"/>
          </a:xfrm>
        </p:grpSpPr>
        <p:grpSp>
          <p:nvGrpSpPr>
            <p:cNvPr id="171" name="Group 722">
              <a:extLst>
                <a:ext uri="{FF2B5EF4-FFF2-40B4-BE49-F238E27FC236}">
                  <a16:creationId xmlns:a16="http://schemas.microsoft.com/office/drawing/2014/main" id="{59487BFB-CD70-478E-9AA6-28328C092229}"/>
                </a:ext>
              </a:extLst>
            </p:cNvPr>
            <p:cNvGrpSpPr>
              <a:grpSpLocks/>
            </p:cNvGrpSpPr>
            <p:nvPr/>
          </p:nvGrpSpPr>
          <p:grpSpPr bwMode="auto">
            <a:xfrm>
              <a:off x="7239105" y="1768781"/>
              <a:ext cx="1373187" cy="1706631"/>
              <a:chOff x="10412236" y="2064869"/>
              <a:chExt cx="1372911" cy="1707016"/>
            </a:xfrm>
          </p:grpSpPr>
          <p:sp>
            <p:nvSpPr>
              <p:cNvPr id="173" name="Freeform 257">
                <a:extLst>
                  <a:ext uri="{FF2B5EF4-FFF2-40B4-BE49-F238E27FC236}">
                    <a16:creationId xmlns:a16="http://schemas.microsoft.com/office/drawing/2014/main" id="{672D2B52-9BF4-4163-9DB5-B1BDBEEB8B9D}"/>
                  </a:ext>
                </a:extLst>
              </p:cNvPr>
              <p:cNvSpPr>
                <a:spLocks/>
              </p:cNvSpPr>
              <p:nvPr/>
            </p:nvSpPr>
            <p:spPr bwMode="auto">
              <a:xfrm>
                <a:off x="10412236" y="2288724"/>
                <a:ext cx="1318947" cy="350864"/>
              </a:xfrm>
              <a:custGeom>
                <a:avLst/>
                <a:gdLst/>
                <a:ahLst/>
                <a:cxnLst>
                  <a:cxn ang="0">
                    <a:pos x="0" y="0"/>
                  </a:cxn>
                  <a:cxn ang="0">
                    <a:pos x="473" y="0"/>
                  </a:cxn>
                  <a:cxn ang="0">
                    <a:pos x="473" y="256"/>
                  </a:cxn>
                  <a:cxn ang="0">
                    <a:pos x="0" y="256"/>
                  </a:cxn>
                  <a:cxn ang="0">
                    <a:pos x="0" y="0"/>
                  </a:cxn>
                </a:cxnLst>
                <a:rect l="0" t="0" r="r" b="b"/>
                <a:pathLst>
                  <a:path w="474" h="257">
                    <a:moveTo>
                      <a:pt x="0" y="0"/>
                    </a:moveTo>
                    <a:lnTo>
                      <a:pt x="473" y="0"/>
                    </a:lnTo>
                    <a:lnTo>
                      <a:pt x="473" y="256"/>
                    </a:lnTo>
                    <a:lnTo>
                      <a:pt x="0" y="256"/>
                    </a:lnTo>
                    <a:lnTo>
                      <a:pt x="0" y="0"/>
                    </a:lnTo>
                  </a:path>
                </a:pathLst>
              </a:custGeom>
              <a:solidFill>
                <a:schemeClr val="bg2"/>
              </a:solidFill>
              <a:ln w="12700" cap="rnd" cmpd="sng">
                <a:solidFill>
                  <a:schemeClr val="bg2">
                    <a:lumMod val="10000"/>
                  </a:schemeClr>
                </a:solidFill>
                <a:prstDash val="solid"/>
                <a:round/>
                <a:headEnd type="none" w="med" len="med"/>
                <a:tailEnd type="none" w="med" len="med"/>
              </a:ln>
              <a:effectLst>
                <a:outerShdw dist="107763" dir="2700000" algn="ctr" rotWithShape="0">
                  <a:schemeClr val="bg2"/>
                </a:outerShdw>
              </a:effectLst>
            </p:spPr>
            <p:txBody>
              <a:bodyPr/>
              <a:lstStyle/>
              <a:p>
                <a:pPr algn="ctr">
                  <a:defRPr sz="1400" b="1">
                    <a:solidFill>
                      <a:schemeClr val="bg2">
                        <a:lumMod val="10000"/>
                      </a:schemeClr>
                    </a:solidFill>
                  </a:defRPr>
                </a:pPr>
                <a:r>
                  <a:t>GAT</a:t>
                </a:r>
              </a:p>
            </p:txBody>
          </p:sp>
          <p:sp>
            <p:nvSpPr>
              <p:cNvPr id="174" name="Line 259">
                <a:extLst>
                  <a:ext uri="{FF2B5EF4-FFF2-40B4-BE49-F238E27FC236}">
                    <a16:creationId xmlns:a16="http://schemas.microsoft.com/office/drawing/2014/main" id="{2869B0FA-76DB-4B9B-B485-3AAD44E22A5D}"/>
                  </a:ext>
                </a:extLst>
              </p:cNvPr>
              <p:cNvSpPr>
                <a:spLocks noChangeShapeType="1"/>
              </p:cNvSpPr>
              <p:nvPr/>
            </p:nvSpPr>
            <p:spPr bwMode="auto">
              <a:xfrm flipV="1">
                <a:off x="10982034" y="2064869"/>
                <a:ext cx="0" cy="247669"/>
              </a:xfrm>
              <a:prstGeom prst="line">
                <a:avLst/>
              </a:prstGeom>
              <a:noFill/>
              <a:ln w="25400">
                <a:solidFill>
                  <a:schemeClr val="bg2">
                    <a:lumMod val="10000"/>
                  </a:schemeClr>
                </a:solidFill>
                <a:round/>
                <a:headEnd/>
                <a:tailEnd/>
              </a:ln>
              <a:extLst>
                <a:ext uri="{909E8E84-426E-40DD-AFC4-6F175D3DCCD1}">
                  <a14:hiddenFill xmlns:a14="http://schemas.microsoft.com/office/drawing/2010/main">
                    <a:noFill/>
                  </a14:hiddenFill>
                </a:ext>
              </a:extLst>
            </p:spPr>
            <p:txBody>
              <a:bodyPr wrap="none" anchor="ctr"/>
              <a:lstStyle/>
              <a:p>
                <a:endParaRPr sz="1400">
                  <a:solidFill>
                    <a:schemeClr val="bg2">
                      <a:lumMod val="10000"/>
                    </a:schemeClr>
                  </a:solidFill>
                </a:endParaRPr>
              </a:p>
            </p:txBody>
          </p:sp>
          <p:sp>
            <p:nvSpPr>
              <p:cNvPr id="175" name="Freeform 257">
                <a:extLst>
                  <a:ext uri="{FF2B5EF4-FFF2-40B4-BE49-F238E27FC236}">
                    <a16:creationId xmlns:a16="http://schemas.microsoft.com/office/drawing/2014/main" id="{539915C2-B96E-4201-AF4C-D93C605823A2}"/>
                  </a:ext>
                </a:extLst>
              </p:cNvPr>
              <p:cNvSpPr>
                <a:spLocks/>
              </p:cNvSpPr>
              <p:nvPr/>
            </p:nvSpPr>
            <p:spPr bwMode="auto">
              <a:xfrm>
                <a:off x="10466200" y="3268288"/>
                <a:ext cx="1318947" cy="503597"/>
              </a:xfrm>
              <a:custGeom>
                <a:avLst/>
                <a:gdLst/>
                <a:ahLst/>
                <a:cxnLst>
                  <a:cxn ang="0">
                    <a:pos x="0" y="0"/>
                  </a:cxn>
                  <a:cxn ang="0">
                    <a:pos x="473" y="0"/>
                  </a:cxn>
                  <a:cxn ang="0">
                    <a:pos x="473" y="256"/>
                  </a:cxn>
                  <a:cxn ang="0">
                    <a:pos x="0" y="256"/>
                  </a:cxn>
                  <a:cxn ang="0">
                    <a:pos x="0" y="0"/>
                  </a:cxn>
                </a:cxnLst>
                <a:rect l="0" t="0" r="r" b="b"/>
                <a:pathLst>
                  <a:path w="474" h="257">
                    <a:moveTo>
                      <a:pt x="0" y="0"/>
                    </a:moveTo>
                    <a:lnTo>
                      <a:pt x="473" y="0"/>
                    </a:lnTo>
                    <a:lnTo>
                      <a:pt x="473" y="256"/>
                    </a:lnTo>
                    <a:lnTo>
                      <a:pt x="0" y="256"/>
                    </a:lnTo>
                    <a:lnTo>
                      <a:pt x="0" y="0"/>
                    </a:lnTo>
                  </a:path>
                </a:pathLst>
              </a:custGeom>
              <a:solidFill>
                <a:schemeClr val="bg2"/>
              </a:solidFill>
              <a:ln w="12700" cap="rnd" cmpd="sng">
                <a:solidFill>
                  <a:schemeClr val="bg2">
                    <a:lumMod val="10000"/>
                  </a:schemeClr>
                </a:solidFill>
                <a:prstDash val="solid"/>
                <a:round/>
                <a:headEnd type="none" w="med" len="med"/>
                <a:tailEnd type="none" w="med" len="med"/>
              </a:ln>
              <a:effectLst>
                <a:outerShdw dist="107763" dir="2700000" algn="ctr" rotWithShape="0">
                  <a:schemeClr val="bg2"/>
                </a:outerShdw>
              </a:effectLst>
            </p:spPr>
            <p:txBody>
              <a:bodyPr anchor="ctr"/>
              <a:lstStyle/>
              <a:p>
                <a:pPr algn="ctr">
                  <a:defRPr sz="1400" b="1">
                    <a:solidFill>
                      <a:schemeClr val="bg2">
                        <a:lumMod val="10000"/>
                      </a:schemeClr>
                    </a:solidFill>
                  </a:defRPr>
                </a:pPr>
                <a:r>
                  <a:t>Autres systèmes</a:t>
                </a:r>
              </a:p>
            </p:txBody>
          </p:sp>
          <p:sp>
            <p:nvSpPr>
              <p:cNvPr id="176" name="Line 259">
                <a:extLst>
                  <a:ext uri="{FF2B5EF4-FFF2-40B4-BE49-F238E27FC236}">
                    <a16:creationId xmlns:a16="http://schemas.microsoft.com/office/drawing/2014/main" id="{83C2B707-E56D-434A-B508-6F5F10B54A74}"/>
                  </a:ext>
                </a:extLst>
              </p:cNvPr>
              <p:cNvSpPr>
                <a:spLocks noChangeShapeType="1"/>
              </p:cNvSpPr>
              <p:nvPr/>
            </p:nvSpPr>
            <p:spPr bwMode="auto">
              <a:xfrm flipH="1" flipV="1">
                <a:off x="10999493" y="2661815"/>
                <a:ext cx="0" cy="609647"/>
              </a:xfrm>
              <a:prstGeom prst="line">
                <a:avLst/>
              </a:prstGeom>
              <a:noFill/>
              <a:ln w="25400">
                <a:solidFill>
                  <a:schemeClr val="bg2">
                    <a:lumMod val="10000"/>
                  </a:schemeClr>
                </a:solidFill>
                <a:round/>
                <a:headEnd/>
                <a:tailEnd/>
              </a:ln>
              <a:extLst>
                <a:ext uri="{909E8E84-426E-40DD-AFC4-6F175D3DCCD1}">
                  <a14:hiddenFill xmlns:a14="http://schemas.microsoft.com/office/drawing/2010/main">
                    <a:noFill/>
                  </a14:hiddenFill>
                </a:ext>
              </a:extLst>
            </p:spPr>
            <p:txBody>
              <a:bodyPr wrap="none" anchor="ctr"/>
              <a:lstStyle/>
              <a:p>
                <a:endParaRPr sz="1400">
                  <a:solidFill>
                    <a:schemeClr val="bg2">
                      <a:lumMod val="10000"/>
                    </a:schemeClr>
                  </a:solidFill>
                </a:endParaRPr>
              </a:p>
            </p:txBody>
          </p:sp>
        </p:grpSp>
        <p:sp>
          <p:nvSpPr>
            <p:cNvPr id="172" name="Oval 108">
              <a:extLst>
                <a:ext uri="{FF2B5EF4-FFF2-40B4-BE49-F238E27FC236}">
                  <a16:creationId xmlns:a16="http://schemas.microsoft.com/office/drawing/2014/main" id="{403C33A6-B53F-447C-BBE8-40A0624519E4}"/>
                </a:ext>
              </a:extLst>
            </p:cNvPr>
            <p:cNvSpPr>
              <a:spLocks noChangeArrowheads="1"/>
            </p:cNvSpPr>
            <p:nvPr/>
          </p:nvSpPr>
          <p:spPr bwMode="auto">
            <a:xfrm>
              <a:off x="7799493" y="1765606"/>
              <a:ext cx="20637" cy="19047"/>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pPr>
              <a:endParaRPr sz="1100" kern="0">
                <a:solidFill>
                  <a:sysClr val="windowText" lastClr="000000"/>
                </a:solidFill>
              </a:endParaRPr>
            </a:p>
          </p:txBody>
        </p:sp>
      </p:grpSp>
      <p:sp>
        <p:nvSpPr>
          <p:cNvPr id="178" name="Rectangle 90">
            <a:extLst>
              <a:ext uri="{FF2B5EF4-FFF2-40B4-BE49-F238E27FC236}">
                <a16:creationId xmlns:a16="http://schemas.microsoft.com/office/drawing/2014/main" id="{5C224834-ED06-44C4-9555-D768D0F84F11}"/>
              </a:ext>
            </a:extLst>
          </p:cNvPr>
          <p:cNvSpPr>
            <a:spLocks noChangeArrowheads="1"/>
          </p:cNvSpPr>
          <p:nvPr/>
        </p:nvSpPr>
        <p:spPr bwMode="auto">
          <a:xfrm>
            <a:off x="6117955" y="3887788"/>
            <a:ext cx="2784418" cy="2190343"/>
          </a:xfrm>
          <a:prstGeom prst="rect">
            <a:avLst/>
          </a:prstGeom>
          <a:solidFill>
            <a:srgbClr val="0C4BAF"/>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190500" fontAlgn="auto">
              <a:spcBef>
                <a:spcPts val="0"/>
              </a:spcBef>
              <a:spcAft>
                <a:spcPts val="0"/>
              </a:spcAft>
              <a:defRPr sz="1050" b="1">
                <a:solidFill>
                  <a:schemeClr val="bg1"/>
                </a:solidFill>
              </a:defRPr>
            </a:pPr>
            <a:r>
              <a:t>C</a:t>
            </a:r>
            <a:r>
              <a:rPr>
                <a:latin typeface="Arial" charset="0"/>
                <a:cs typeface="Arial" charset="0"/>
              </a:rPr>
              <a:t>Z	=	Coupleurs de zone</a:t>
            </a:r>
          </a:p>
          <a:p>
            <a:pPr defTabSz="190500" fontAlgn="auto">
              <a:spcBef>
                <a:spcPts val="0"/>
              </a:spcBef>
              <a:spcAft>
                <a:spcPts val="0"/>
              </a:spcAft>
              <a:defRPr sz="1050" b="1">
                <a:solidFill>
                  <a:schemeClr val="bg1"/>
                </a:solidFill>
                <a:latin typeface="Arial" charset="0"/>
                <a:cs typeface="Arial" charset="0"/>
              </a:defRPr>
            </a:pPr>
            <a:r>
              <a:t>Zone (1..15) . Ligne (0). Participant(0)</a:t>
            </a:r>
          </a:p>
          <a:p>
            <a:pPr defTabSz="190500" fontAlgn="auto">
              <a:spcBef>
                <a:spcPts val="0"/>
              </a:spcBef>
              <a:spcAft>
                <a:spcPts val="0"/>
              </a:spcAft>
              <a:defRPr sz="1050" b="1">
                <a:solidFill>
                  <a:schemeClr val="bg1"/>
                </a:solidFill>
                <a:latin typeface="Arial" charset="0"/>
                <a:cs typeface="Arial" charset="0"/>
              </a:defRPr>
            </a:pPr>
            <a:br>
              <a:rPr lang="en-GB" sz="1050" b="1" kern="0" dirty="0">
                <a:solidFill>
                  <a:schemeClr val="bg1"/>
                </a:solidFill>
                <a:latin typeface="Arial" charset="0"/>
                <a:cs typeface="Arial" charset="0"/>
              </a:rPr>
            </a:br>
            <a:r>
              <a:t>CL		=	Coupleurs de ligne</a:t>
            </a:r>
          </a:p>
          <a:p>
            <a:pPr defTabSz="190500" fontAlgn="auto">
              <a:spcBef>
                <a:spcPts val="0"/>
              </a:spcBef>
              <a:spcAft>
                <a:spcPts val="0"/>
              </a:spcAft>
              <a:defRPr sz="1050" b="1">
                <a:solidFill>
                  <a:schemeClr val="bg1"/>
                </a:solidFill>
              </a:defRPr>
            </a:pPr>
            <a:r>
              <a:t>Zone (1..15) . Ligne (1..15). Participant(0)</a:t>
            </a:r>
          </a:p>
          <a:p>
            <a:pPr defTabSz="190500" fontAlgn="auto">
              <a:spcBef>
                <a:spcPts val="0"/>
              </a:spcBef>
              <a:spcAft>
                <a:spcPts val="0"/>
              </a:spcAft>
            </a:pPr>
            <a:endParaRPr sz="1050" b="1" kern="0">
              <a:solidFill>
                <a:schemeClr val="bg1"/>
              </a:solidFill>
              <a:latin typeface="Arial" charset="0"/>
              <a:cs typeface="Arial" charset="0"/>
            </a:endParaRPr>
          </a:p>
          <a:p>
            <a:pPr defTabSz="190500" fontAlgn="auto">
              <a:spcBef>
                <a:spcPts val="0"/>
              </a:spcBef>
              <a:spcAft>
                <a:spcPts val="0"/>
              </a:spcAft>
              <a:defRPr sz="1050" b="1">
                <a:solidFill>
                  <a:schemeClr val="bg1"/>
                </a:solidFill>
                <a:latin typeface="Arial" charset="0"/>
                <a:cs typeface="Arial" charset="0"/>
              </a:defRPr>
            </a:pPr>
            <a:br>
              <a:rPr lang="de-DE" sz="1050" b="1" kern="0" dirty="0">
                <a:solidFill>
                  <a:schemeClr val="bg1"/>
                </a:solidFill>
                <a:latin typeface="Arial" charset="0"/>
                <a:cs typeface="Arial" charset="0"/>
              </a:rPr>
            </a:br>
            <a:r>
              <a:t>RL = Répéteur de Ligne (amplificateur)</a:t>
            </a:r>
          </a:p>
          <a:p>
            <a:pPr defTabSz="190500" fontAlgn="auto">
              <a:spcBef>
                <a:spcPts val="0"/>
              </a:spcBef>
              <a:spcAft>
                <a:spcPts val="0"/>
              </a:spcAft>
              <a:defRPr sz="1050" b="1">
                <a:solidFill>
                  <a:schemeClr val="bg1"/>
                </a:solidFill>
              </a:defRPr>
            </a:pPr>
            <a:r>
              <a:t>Zone (1..15) . Ligne (1..15). Participant (1..255)</a:t>
            </a:r>
          </a:p>
          <a:p>
            <a:pPr defTabSz="190500" fontAlgn="auto">
              <a:spcBef>
                <a:spcPts val="0"/>
              </a:spcBef>
              <a:spcAft>
                <a:spcPts val="0"/>
              </a:spcAft>
            </a:pPr>
            <a:endParaRPr sz="1050" b="1" kern="0">
              <a:solidFill>
                <a:schemeClr val="bg1"/>
              </a:solidFill>
              <a:latin typeface="Arial" charset="0"/>
              <a:cs typeface="Arial" charset="0"/>
            </a:endParaRPr>
          </a:p>
          <a:p>
            <a:pPr defTabSz="190500" fontAlgn="auto">
              <a:spcBef>
                <a:spcPts val="0"/>
              </a:spcBef>
              <a:spcAft>
                <a:spcPts val="0"/>
              </a:spcAft>
            </a:pPr>
            <a:endParaRPr sz="1050" b="1" kern="0">
              <a:solidFill>
                <a:schemeClr val="bg1"/>
              </a:solidFill>
              <a:latin typeface="Arial" charset="0"/>
              <a:cs typeface="Arial" charset="0"/>
            </a:endParaRPr>
          </a:p>
          <a:p>
            <a:pPr defTabSz="190500" fontAlgn="auto">
              <a:spcBef>
                <a:spcPts val="0"/>
              </a:spcBef>
              <a:spcAft>
                <a:spcPts val="0"/>
              </a:spcAft>
              <a:defRPr sz="1050" b="1">
                <a:solidFill>
                  <a:schemeClr val="bg1"/>
                </a:solidFill>
                <a:latin typeface="Arial" charset="0"/>
                <a:cs typeface="Arial" charset="0"/>
              </a:defRPr>
            </a:pPr>
            <a:r>
              <a:t>GAT = Passerelle</a:t>
            </a:r>
          </a:p>
          <a:p>
            <a:pPr defTabSz="190500" fontAlgn="auto">
              <a:spcBef>
                <a:spcPts val="0"/>
              </a:spcBef>
              <a:spcAft>
                <a:spcPts val="0"/>
              </a:spcAft>
              <a:defRPr sz="1050" b="1">
                <a:solidFill>
                  <a:schemeClr val="bg1"/>
                </a:solidFill>
              </a:defRPr>
            </a:pPr>
            <a:r>
              <a:t>Zone (1..15) . Ligne (1..15). Participant (1..255)</a:t>
            </a:r>
          </a:p>
        </p:txBody>
      </p:sp>
    </p:spTree>
    <p:extLst>
      <p:ext uri="{BB962C8B-B14F-4D97-AF65-F5344CB8AC3E}">
        <p14:creationId xmlns:p14="http://schemas.microsoft.com/office/powerpoint/2010/main" val="1484489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t>Coupleurs vs passerelles</a:t>
            </a:r>
          </a:p>
        </p:txBody>
      </p:sp>
      <p:sp>
        <p:nvSpPr>
          <p:cNvPr id="182" name="Freeform 10">
            <a:extLst>
              <a:ext uri="{FF2B5EF4-FFF2-40B4-BE49-F238E27FC236}">
                <a16:creationId xmlns:a16="http://schemas.microsoft.com/office/drawing/2014/main" id="{E03E7743-26CC-41F2-B0D9-FFB36ACC7ACE}"/>
              </a:ext>
            </a:extLst>
          </p:cNvPr>
          <p:cNvSpPr/>
          <p:nvPr/>
        </p:nvSpPr>
        <p:spPr>
          <a:xfrm>
            <a:off x="827584" y="4941169"/>
            <a:ext cx="1494724" cy="1346348"/>
          </a:xfrm>
          <a:custGeom>
            <a:avLst/>
            <a:gdLst>
              <a:gd name="connsiteX0" fmla="*/ 0 w 1376065"/>
              <a:gd name="connsiteY0" fmla="*/ 598588 h 1197176"/>
              <a:gd name="connsiteX1" fmla="*/ 299294 w 1376065"/>
              <a:gd name="connsiteY1" fmla="*/ 0 h 1197176"/>
              <a:gd name="connsiteX2" fmla="*/ 1076771 w 1376065"/>
              <a:gd name="connsiteY2" fmla="*/ 0 h 1197176"/>
              <a:gd name="connsiteX3" fmla="*/ 1376065 w 1376065"/>
              <a:gd name="connsiteY3" fmla="*/ 598588 h 1197176"/>
              <a:gd name="connsiteX4" fmla="*/ 1076771 w 1376065"/>
              <a:gd name="connsiteY4" fmla="*/ 1197176 h 1197176"/>
              <a:gd name="connsiteX5" fmla="*/ 299294 w 1376065"/>
              <a:gd name="connsiteY5" fmla="*/ 1197176 h 1197176"/>
              <a:gd name="connsiteX6" fmla="*/ 0 w 1376065"/>
              <a:gd name="connsiteY6" fmla="*/ 598588 h 1197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6065" h="1197176">
                <a:moveTo>
                  <a:pt x="688033" y="0"/>
                </a:moveTo>
                <a:lnTo>
                  <a:pt x="1376064" y="260386"/>
                </a:lnTo>
                <a:lnTo>
                  <a:pt x="1376064" y="936790"/>
                </a:lnTo>
                <a:lnTo>
                  <a:pt x="688033" y="1197176"/>
                </a:lnTo>
                <a:lnTo>
                  <a:pt x="1" y="936790"/>
                </a:lnTo>
                <a:lnTo>
                  <a:pt x="1" y="260386"/>
                </a:lnTo>
                <a:lnTo>
                  <a:pt x="688033" y="0"/>
                </a:lnTo>
                <a:close/>
              </a:path>
            </a:pathLst>
          </a:custGeom>
          <a:ln>
            <a:solidFill>
              <a:schemeClr val="accent4">
                <a:lumMod val="75000"/>
              </a:schemeClr>
            </a:solidFill>
          </a:ln>
          <a:effectLst>
            <a:outerShdw blurRad="50800" dist="38100" dir="5400000" algn="t" rotWithShape="0">
              <a:prstClr val="black">
                <a:alpha val="40000"/>
              </a:prstClr>
            </a:outerShdw>
          </a:effectLst>
          <a:scene3d>
            <a:camera prst="orthographicFront"/>
            <a:lightRig rig="threePt" dir="t"/>
          </a:scene3d>
          <a:sp3d>
            <a:bevelT prst="convex"/>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09420" tIns="237298" rIns="209421" bIns="237297" spcCol="1270" anchor="ctr"/>
          <a:lstStyle/>
          <a:p>
            <a:pPr algn="ctr" defTabSz="266700">
              <a:lnSpc>
                <a:spcPct val="90000"/>
              </a:lnSpc>
              <a:spcAft>
                <a:spcPct val="35000"/>
              </a:spcAft>
              <a:defRPr sz="1400" b="1">
                <a:solidFill>
                  <a:schemeClr val="bg2">
                    <a:lumMod val="10000"/>
                  </a:schemeClr>
                </a:solidFill>
              </a:defRPr>
            </a:pPr>
            <a:r>
              <a:t>Télécontrôle/Télécommutateur</a:t>
            </a:r>
            <a:endParaRPr sz="1400" b="1">
              <a:solidFill>
                <a:schemeClr val="bg2">
                  <a:lumMod val="10000"/>
                </a:schemeClr>
              </a:solidFill>
            </a:endParaRPr>
          </a:p>
        </p:txBody>
      </p:sp>
      <p:sp>
        <p:nvSpPr>
          <p:cNvPr id="183" name="Freeform 11">
            <a:extLst>
              <a:ext uri="{FF2B5EF4-FFF2-40B4-BE49-F238E27FC236}">
                <a16:creationId xmlns:a16="http://schemas.microsoft.com/office/drawing/2014/main" id="{5C719909-E9E0-48FD-A36C-2CE99535D462}"/>
              </a:ext>
            </a:extLst>
          </p:cNvPr>
          <p:cNvSpPr/>
          <p:nvPr/>
        </p:nvSpPr>
        <p:spPr>
          <a:xfrm>
            <a:off x="2346984" y="4942370"/>
            <a:ext cx="1579098" cy="1345147"/>
          </a:xfrm>
          <a:custGeom>
            <a:avLst/>
            <a:gdLst>
              <a:gd name="connsiteX0" fmla="*/ 0 w 1376065"/>
              <a:gd name="connsiteY0" fmla="*/ 598588 h 1197176"/>
              <a:gd name="connsiteX1" fmla="*/ 299294 w 1376065"/>
              <a:gd name="connsiteY1" fmla="*/ 0 h 1197176"/>
              <a:gd name="connsiteX2" fmla="*/ 1076771 w 1376065"/>
              <a:gd name="connsiteY2" fmla="*/ 0 h 1197176"/>
              <a:gd name="connsiteX3" fmla="*/ 1376065 w 1376065"/>
              <a:gd name="connsiteY3" fmla="*/ 598588 h 1197176"/>
              <a:gd name="connsiteX4" fmla="*/ 1076771 w 1376065"/>
              <a:gd name="connsiteY4" fmla="*/ 1197176 h 1197176"/>
              <a:gd name="connsiteX5" fmla="*/ 299294 w 1376065"/>
              <a:gd name="connsiteY5" fmla="*/ 1197176 h 1197176"/>
              <a:gd name="connsiteX6" fmla="*/ 0 w 1376065"/>
              <a:gd name="connsiteY6" fmla="*/ 598588 h 1197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6065" h="1197176">
                <a:moveTo>
                  <a:pt x="688033" y="0"/>
                </a:moveTo>
                <a:lnTo>
                  <a:pt x="1376064" y="260386"/>
                </a:lnTo>
                <a:lnTo>
                  <a:pt x="1376064" y="936790"/>
                </a:lnTo>
                <a:lnTo>
                  <a:pt x="688033" y="1197176"/>
                </a:lnTo>
                <a:lnTo>
                  <a:pt x="1" y="936790"/>
                </a:lnTo>
                <a:lnTo>
                  <a:pt x="1" y="260386"/>
                </a:lnTo>
                <a:lnTo>
                  <a:pt x="688033" y="0"/>
                </a:lnTo>
                <a:close/>
              </a:path>
            </a:pathLst>
          </a:custGeom>
          <a:ln>
            <a:solidFill>
              <a:srgbClr val="00B050"/>
            </a:solidFill>
          </a:ln>
          <a:effectLst>
            <a:outerShdw blurRad="50800" dist="38100" dir="5400000" algn="t" rotWithShape="0">
              <a:prstClr val="black">
                <a:alpha val="40000"/>
              </a:prstClr>
            </a:outerShdw>
          </a:effectLst>
          <a:scene3d>
            <a:camera prst="orthographicFront"/>
            <a:lightRig rig="threePt" dir="t"/>
          </a:scene3d>
          <a:sp3d>
            <a:bevelT prst="convex"/>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09420" tIns="237298" rIns="209421" bIns="237297" spcCol="1270" anchor="ctr"/>
          <a:lstStyle/>
          <a:p>
            <a:pPr algn="ctr" defTabSz="266700">
              <a:lnSpc>
                <a:spcPct val="90000"/>
              </a:lnSpc>
              <a:spcAft>
                <a:spcPct val="35000"/>
              </a:spcAft>
              <a:defRPr sz="1400" b="1">
                <a:solidFill>
                  <a:schemeClr val="bg2">
                    <a:lumMod val="10000"/>
                  </a:schemeClr>
                </a:solidFill>
              </a:defRPr>
            </a:pPr>
            <a:r>
              <a:t>DP/KNX, interconnexion d'un PROFIBUS-DP</a:t>
            </a:r>
          </a:p>
        </p:txBody>
      </p:sp>
      <p:sp>
        <p:nvSpPr>
          <p:cNvPr id="184" name="Freeform 12">
            <a:extLst>
              <a:ext uri="{FF2B5EF4-FFF2-40B4-BE49-F238E27FC236}">
                <a16:creationId xmlns:a16="http://schemas.microsoft.com/office/drawing/2014/main" id="{D0CFAA83-4843-440F-848A-70C670997921}"/>
              </a:ext>
            </a:extLst>
          </p:cNvPr>
          <p:cNvSpPr/>
          <p:nvPr/>
        </p:nvSpPr>
        <p:spPr>
          <a:xfrm>
            <a:off x="3926082" y="4941169"/>
            <a:ext cx="1609360" cy="1345147"/>
          </a:xfrm>
          <a:custGeom>
            <a:avLst/>
            <a:gdLst>
              <a:gd name="connsiteX0" fmla="*/ 0 w 1376065"/>
              <a:gd name="connsiteY0" fmla="*/ 598588 h 1197176"/>
              <a:gd name="connsiteX1" fmla="*/ 299294 w 1376065"/>
              <a:gd name="connsiteY1" fmla="*/ 0 h 1197176"/>
              <a:gd name="connsiteX2" fmla="*/ 1076771 w 1376065"/>
              <a:gd name="connsiteY2" fmla="*/ 0 h 1197176"/>
              <a:gd name="connsiteX3" fmla="*/ 1376065 w 1376065"/>
              <a:gd name="connsiteY3" fmla="*/ 598588 h 1197176"/>
              <a:gd name="connsiteX4" fmla="*/ 1076771 w 1376065"/>
              <a:gd name="connsiteY4" fmla="*/ 1197176 h 1197176"/>
              <a:gd name="connsiteX5" fmla="*/ 299294 w 1376065"/>
              <a:gd name="connsiteY5" fmla="*/ 1197176 h 1197176"/>
              <a:gd name="connsiteX6" fmla="*/ 0 w 1376065"/>
              <a:gd name="connsiteY6" fmla="*/ 598588 h 1197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6065" h="1197176">
                <a:moveTo>
                  <a:pt x="688033" y="0"/>
                </a:moveTo>
                <a:lnTo>
                  <a:pt x="1376064" y="260386"/>
                </a:lnTo>
                <a:lnTo>
                  <a:pt x="1376064" y="936790"/>
                </a:lnTo>
                <a:lnTo>
                  <a:pt x="688033" y="1197176"/>
                </a:lnTo>
                <a:lnTo>
                  <a:pt x="1" y="936790"/>
                </a:lnTo>
                <a:lnTo>
                  <a:pt x="1" y="260386"/>
                </a:lnTo>
                <a:lnTo>
                  <a:pt x="688033" y="0"/>
                </a:lnTo>
                <a:close/>
              </a:path>
            </a:pathLst>
          </a:custGeom>
          <a:ln>
            <a:solidFill>
              <a:schemeClr val="accent4">
                <a:lumMod val="75000"/>
              </a:schemeClr>
            </a:solidFill>
          </a:ln>
          <a:effectLst>
            <a:outerShdw blurRad="50800" dist="38100" dir="5400000" algn="t" rotWithShape="0">
              <a:prstClr val="black">
                <a:alpha val="40000"/>
              </a:prstClr>
            </a:outerShdw>
          </a:effectLst>
          <a:scene3d>
            <a:camera prst="orthographicFront"/>
            <a:lightRig rig="threePt" dir="t"/>
          </a:scene3d>
          <a:sp3d>
            <a:bevelT prst="convex"/>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09420" tIns="237298" rIns="209421" bIns="237297" spcCol="1270" anchor="ctr"/>
          <a:lstStyle/>
          <a:p>
            <a:pPr algn="ctr" defTabSz="266700">
              <a:lnSpc>
                <a:spcPct val="90000"/>
              </a:lnSpc>
              <a:spcAft>
                <a:spcPct val="35000"/>
              </a:spcAft>
              <a:defRPr sz="1400" b="1">
                <a:solidFill>
                  <a:schemeClr val="bg2">
                    <a:lumMod val="10000"/>
                  </a:schemeClr>
                </a:solidFill>
              </a:defRPr>
            </a:pPr>
            <a:r>
              <a:t>Fréquence radio</a:t>
            </a:r>
          </a:p>
        </p:txBody>
      </p:sp>
      <p:sp>
        <p:nvSpPr>
          <p:cNvPr id="185" name="Freeform 13">
            <a:extLst>
              <a:ext uri="{FF2B5EF4-FFF2-40B4-BE49-F238E27FC236}">
                <a16:creationId xmlns:a16="http://schemas.microsoft.com/office/drawing/2014/main" id="{018DA8F1-F351-42CF-A8A6-06B698C3518B}"/>
              </a:ext>
            </a:extLst>
          </p:cNvPr>
          <p:cNvSpPr/>
          <p:nvPr/>
        </p:nvSpPr>
        <p:spPr>
          <a:xfrm>
            <a:off x="5579740" y="4941169"/>
            <a:ext cx="1539909" cy="1345147"/>
          </a:xfrm>
          <a:custGeom>
            <a:avLst/>
            <a:gdLst>
              <a:gd name="connsiteX0" fmla="*/ 0 w 1376065"/>
              <a:gd name="connsiteY0" fmla="*/ 598588 h 1197176"/>
              <a:gd name="connsiteX1" fmla="*/ 299294 w 1376065"/>
              <a:gd name="connsiteY1" fmla="*/ 0 h 1197176"/>
              <a:gd name="connsiteX2" fmla="*/ 1076771 w 1376065"/>
              <a:gd name="connsiteY2" fmla="*/ 0 h 1197176"/>
              <a:gd name="connsiteX3" fmla="*/ 1376065 w 1376065"/>
              <a:gd name="connsiteY3" fmla="*/ 598588 h 1197176"/>
              <a:gd name="connsiteX4" fmla="*/ 1076771 w 1376065"/>
              <a:gd name="connsiteY4" fmla="*/ 1197176 h 1197176"/>
              <a:gd name="connsiteX5" fmla="*/ 299294 w 1376065"/>
              <a:gd name="connsiteY5" fmla="*/ 1197176 h 1197176"/>
              <a:gd name="connsiteX6" fmla="*/ 0 w 1376065"/>
              <a:gd name="connsiteY6" fmla="*/ 598588 h 1197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6065" h="1197176">
                <a:moveTo>
                  <a:pt x="688033" y="0"/>
                </a:moveTo>
                <a:lnTo>
                  <a:pt x="1376064" y="260386"/>
                </a:lnTo>
                <a:lnTo>
                  <a:pt x="1376064" y="936790"/>
                </a:lnTo>
                <a:lnTo>
                  <a:pt x="688033" y="1197176"/>
                </a:lnTo>
                <a:lnTo>
                  <a:pt x="1" y="936790"/>
                </a:lnTo>
                <a:lnTo>
                  <a:pt x="1" y="260386"/>
                </a:lnTo>
                <a:lnTo>
                  <a:pt x="688033" y="0"/>
                </a:lnTo>
                <a:close/>
              </a:path>
            </a:pathLst>
          </a:custGeom>
          <a:ln>
            <a:solidFill>
              <a:srgbClr val="00B050"/>
            </a:solidFill>
          </a:ln>
          <a:effectLst>
            <a:outerShdw blurRad="50800" dist="38100" dir="5400000" algn="t" rotWithShape="0">
              <a:prstClr val="black">
                <a:alpha val="40000"/>
              </a:prstClr>
            </a:outerShdw>
          </a:effectLst>
          <a:scene3d>
            <a:camera prst="orthographicFront"/>
            <a:lightRig rig="threePt" dir="t"/>
          </a:scene3d>
          <a:sp3d>
            <a:bevelT prst="convex"/>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09420" tIns="237298" rIns="209421" bIns="237297" spcCol="1270" anchor="ctr"/>
          <a:lstStyle/>
          <a:p>
            <a:pPr algn="ctr" defTabSz="266700">
              <a:lnSpc>
                <a:spcPct val="90000"/>
              </a:lnSpc>
              <a:spcAft>
                <a:spcPct val="35000"/>
              </a:spcAft>
              <a:defRPr sz="1400" b="1">
                <a:solidFill>
                  <a:schemeClr val="bg2">
                    <a:lumMod val="10000"/>
                  </a:schemeClr>
                </a:solidFill>
              </a:defRPr>
            </a:pPr>
            <a:r>
              <a:t>LAN/ISDN</a:t>
            </a:r>
          </a:p>
        </p:txBody>
      </p:sp>
      <p:sp>
        <p:nvSpPr>
          <p:cNvPr id="186" name="Freeform 14">
            <a:extLst>
              <a:ext uri="{FF2B5EF4-FFF2-40B4-BE49-F238E27FC236}">
                <a16:creationId xmlns:a16="http://schemas.microsoft.com/office/drawing/2014/main" id="{C5EC5F08-7DBA-4186-9DE8-D9F90B064DFB}"/>
              </a:ext>
            </a:extLst>
          </p:cNvPr>
          <p:cNvSpPr/>
          <p:nvPr/>
        </p:nvSpPr>
        <p:spPr>
          <a:xfrm>
            <a:off x="7139216" y="4941168"/>
            <a:ext cx="1593395" cy="1345147"/>
          </a:xfrm>
          <a:custGeom>
            <a:avLst/>
            <a:gdLst>
              <a:gd name="connsiteX0" fmla="*/ 0 w 1376065"/>
              <a:gd name="connsiteY0" fmla="*/ 598588 h 1197176"/>
              <a:gd name="connsiteX1" fmla="*/ 299294 w 1376065"/>
              <a:gd name="connsiteY1" fmla="*/ 0 h 1197176"/>
              <a:gd name="connsiteX2" fmla="*/ 1076771 w 1376065"/>
              <a:gd name="connsiteY2" fmla="*/ 0 h 1197176"/>
              <a:gd name="connsiteX3" fmla="*/ 1376065 w 1376065"/>
              <a:gd name="connsiteY3" fmla="*/ 598588 h 1197176"/>
              <a:gd name="connsiteX4" fmla="*/ 1076771 w 1376065"/>
              <a:gd name="connsiteY4" fmla="*/ 1197176 h 1197176"/>
              <a:gd name="connsiteX5" fmla="*/ 299294 w 1376065"/>
              <a:gd name="connsiteY5" fmla="*/ 1197176 h 1197176"/>
              <a:gd name="connsiteX6" fmla="*/ 0 w 1376065"/>
              <a:gd name="connsiteY6" fmla="*/ 598588 h 1197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6065" h="1197176">
                <a:moveTo>
                  <a:pt x="688033" y="0"/>
                </a:moveTo>
                <a:lnTo>
                  <a:pt x="1376064" y="260386"/>
                </a:lnTo>
                <a:lnTo>
                  <a:pt x="1376064" y="936790"/>
                </a:lnTo>
                <a:lnTo>
                  <a:pt x="688033" y="1197176"/>
                </a:lnTo>
                <a:lnTo>
                  <a:pt x="1" y="936790"/>
                </a:lnTo>
                <a:lnTo>
                  <a:pt x="1" y="260386"/>
                </a:lnTo>
                <a:lnTo>
                  <a:pt x="688033" y="0"/>
                </a:lnTo>
                <a:close/>
              </a:path>
            </a:pathLst>
          </a:custGeom>
          <a:ln>
            <a:solidFill>
              <a:schemeClr val="accent4">
                <a:lumMod val="75000"/>
              </a:schemeClr>
            </a:solidFill>
          </a:ln>
          <a:effectLst>
            <a:outerShdw blurRad="50800" dist="38100" dir="5400000" algn="t" rotWithShape="0">
              <a:prstClr val="black">
                <a:alpha val="40000"/>
              </a:prstClr>
            </a:outerShdw>
          </a:effectLst>
          <a:scene3d>
            <a:camera prst="orthographicFront"/>
            <a:lightRig rig="threePt" dir="t"/>
          </a:scene3d>
          <a:sp3d>
            <a:bevelT prst="convex"/>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09420" tIns="237298" rIns="209421" bIns="237297" spcCol="1270" anchor="ctr"/>
          <a:lstStyle/>
          <a:p>
            <a:pPr algn="ctr" defTabSz="266700">
              <a:lnSpc>
                <a:spcPct val="90000"/>
              </a:lnSpc>
              <a:spcAft>
                <a:spcPct val="35000"/>
              </a:spcAft>
              <a:defRPr sz="1400" b="1">
                <a:solidFill>
                  <a:schemeClr val="bg2">
                    <a:lumMod val="10000"/>
                  </a:schemeClr>
                </a:solidFill>
              </a:defRPr>
            </a:pPr>
            <a:r>
              <a:t>Systèmes de visualisation</a:t>
            </a:r>
          </a:p>
        </p:txBody>
      </p:sp>
      <p:sp>
        <p:nvSpPr>
          <p:cNvPr id="187" name="Content Placeholder 1">
            <a:extLst>
              <a:ext uri="{FF2B5EF4-FFF2-40B4-BE49-F238E27FC236}">
                <a16:creationId xmlns:a16="http://schemas.microsoft.com/office/drawing/2014/main" id="{C6B101B8-3C2D-4933-BBEB-59061F2ACFC1}"/>
              </a:ext>
            </a:extLst>
          </p:cNvPr>
          <p:cNvSpPr txBox="1">
            <a:spLocks/>
          </p:cNvSpPr>
          <p:nvPr/>
        </p:nvSpPr>
        <p:spPr>
          <a:xfrm>
            <a:off x="841714" y="1340768"/>
            <a:ext cx="784887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None/>
              <a:defRPr sz="2400"/>
            </a:pPr>
            <a:r>
              <a:t>Passerelle:</a:t>
            </a:r>
          </a:p>
          <a:p>
            <a:endParaRPr sz="900" kern="0"/>
          </a:p>
          <a:p>
            <a:pPr algn="just">
              <a:spcAft>
                <a:spcPts val="1200"/>
              </a:spcAft>
              <a:defRPr sz="2000">
                <a:solidFill>
                  <a:schemeClr val="bg2">
                    <a:lumMod val="10000"/>
                  </a:schemeClr>
                </a:solidFill>
              </a:defRPr>
            </a:pPr>
            <a:r>
              <a:t>Lier une installation KNX avec d'autres équipements techniques non KNX. </a:t>
            </a:r>
          </a:p>
          <a:p>
            <a:pPr algn="just">
              <a:spcAft>
                <a:spcPts val="1200"/>
              </a:spcAft>
              <a:defRPr sz="2000">
                <a:solidFill>
                  <a:schemeClr val="bg2">
                    <a:lumMod val="10000"/>
                  </a:schemeClr>
                </a:solidFill>
              </a:defRPr>
            </a:pPr>
            <a:r>
              <a:t>Pas d'intégration complète dans l'installation KNX</a:t>
            </a:r>
            <a:endParaRPr sz="2000">
              <a:solidFill>
                <a:schemeClr val="bg2">
                  <a:lumMod val="10000"/>
                </a:schemeClr>
              </a:solidFill>
            </a:endParaRPr>
          </a:p>
          <a:p>
            <a:pPr algn="just">
              <a:spcAft>
                <a:spcPts val="1200"/>
              </a:spcAft>
              <a:defRPr sz="2000">
                <a:solidFill>
                  <a:schemeClr val="bg2">
                    <a:lumMod val="10000"/>
                  </a:schemeClr>
                </a:solidFill>
              </a:defRPr>
            </a:pPr>
            <a:r>
              <a:t>Pas de table de filtrage</a:t>
            </a:r>
          </a:p>
          <a:p>
            <a:pPr algn="just">
              <a:spcAft>
                <a:spcPts val="1200"/>
              </a:spcAft>
              <a:defRPr sz="2000">
                <a:solidFill>
                  <a:schemeClr val="bg2">
                    <a:lumMod val="10000"/>
                  </a:schemeClr>
                </a:solidFill>
              </a:defRPr>
            </a:pPr>
            <a:r>
              <a:t>A une table qui assigne des télégrammes de groupe à des éléments de l'autre système. </a:t>
            </a:r>
            <a:endParaRPr sz="1800">
              <a:solidFill>
                <a:schemeClr val="bg2">
                  <a:lumMod val="10000"/>
                </a:schemeClr>
              </a:solidFill>
            </a:endParaRPr>
          </a:p>
          <a:p>
            <a:pPr marL="457200" indent="-457200">
              <a:buFont typeface="+mj-lt"/>
              <a:buAutoNum type="arabicPeriod"/>
            </a:pPr>
            <a:endParaRPr sz="2400" kern="0"/>
          </a:p>
        </p:txBody>
      </p:sp>
    </p:spTree>
    <p:extLst>
      <p:ext uri="{BB962C8B-B14F-4D97-AF65-F5344CB8AC3E}">
        <p14:creationId xmlns:p14="http://schemas.microsoft.com/office/powerpoint/2010/main" val="800985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t>Coupleur TP1</a:t>
            </a:r>
          </a:p>
        </p:txBody>
      </p:sp>
      <p:pic>
        <p:nvPicPr>
          <p:cNvPr id="2" name="Picture 1">
            <a:extLst>
              <a:ext uri="{FF2B5EF4-FFF2-40B4-BE49-F238E27FC236}">
                <a16:creationId xmlns:a16="http://schemas.microsoft.com/office/drawing/2014/main" id="{F19A85E7-A04A-4DD8-A00F-CA2310EB1563}"/>
              </a:ext>
            </a:extLst>
          </p:cNvPr>
          <p:cNvPicPr>
            <a:picLocks noChangeAspect="1"/>
          </p:cNvPicPr>
          <p:nvPr/>
        </p:nvPicPr>
        <p:blipFill>
          <a:blip r:embed="rId3"/>
          <a:stretch>
            <a:fillRect/>
          </a:stretch>
        </p:blipFill>
        <p:spPr>
          <a:xfrm>
            <a:off x="6516216" y="1700808"/>
            <a:ext cx="2263336" cy="3970364"/>
          </a:xfrm>
          <a:prstGeom prst="rect">
            <a:avLst/>
          </a:prstGeom>
        </p:spPr>
      </p:pic>
      <p:sp>
        <p:nvSpPr>
          <p:cNvPr id="11" name="Content Placeholder 1">
            <a:extLst>
              <a:ext uri="{FF2B5EF4-FFF2-40B4-BE49-F238E27FC236}">
                <a16:creationId xmlns:a16="http://schemas.microsoft.com/office/drawing/2014/main" id="{77957DA6-ED97-4576-8C05-571807AE0069}"/>
              </a:ext>
            </a:extLst>
          </p:cNvPr>
          <p:cNvSpPr txBox="1">
            <a:spLocks/>
          </p:cNvSpPr>
          <p:nvPr/>
        </p:nvSpPr>
        <p:spPr>
          <a:xfrm>
            <a:off x="971600" y="1412875"/>
            <a:ext cx="525658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sz="2000"/>
            </a:pPr>
            <a:r>
              <a:t>Coupleur de ligne</a:t>
            </a:r>
          </a:p>
          <a:p>
            <a:pPr>
              <a:lnSpc>
                <a:spcPct val="150000"/>
              </a:lnSpc>
              <a:defRPr sz="2000"/>
            </a:pPr>
            <a:r>
              <a:t>Coupleur de zone</a:t>
            </a:r>
          </a:p>
          <a:p>
            <a:pPr>
              <a:lnSpc>
                <a:spcPct val="150000"/>
              </a:lnSpc>
              <a:defRPr sz="2000"/>
            </a:pPr>
            <a:r>
              <a:t>Répéteur de ligne (amplificateur)</a:t>
            </a:r>
          </a:p>
          <a:p>
            <a:pPr marL="0" indent="0">
              <a:buFont typeface="Wingdings" pitchFamily="2" charset="2"/>
              <a:buNone/>
            </a:pPr>
            <a:endParaRPr sz="2400" kern="0"/>
          </a:p>
          <a:p>
            <a:pPr marL="0" indent="0">
              <a:buFont typeface="Wingdings" pitchFamily="2" charset="2"/>
              <a:buNone/>
            </a:pPr>
            <a:endParaRPr sz="800" kern="0"/>
          </a:p>
          <a:p>
            <a:pPr marL="0" indent="0">
              <a:buFont typeface="Wingdings" pitchFamily="2" charset="2"/>
              <a:buNone/>
            </a:pPr>
            <a:endParaRPr sz="800" kern="0"/>
          </a:p>
          <a:p>
            <a:pPr>
              <a:lnSpc>
                <a:spcPct val="150000"/>
              </a:lnSpc>
              <a:defRPr sz="2000">
                <a:solidFill>
                  <a:schemeClr val="bg2">
                    <a:lumMod val="10000"/>
                  </a:schemeClr>
                </a:solidFill>
                <a:latin typeface="Arial" panose="020B0604020202020204" pitchFamily="34" charset="0"/>
                <a:cs typeface="Arial" panose="020B0604020202020204" pitchFamily="34" charset="0"/>
              </a:defRPr>
            </a:pPr>
            <a:r>
              <a:t>Le logiciel d'application sélectionné détermine la fonction du coupleur</a:t>
            </a:r>
            <a:endParaRPr sz="2000">
              <a:solidFill>
                <a:schemeClr val="bg2">
                  <a:lumMod val="10000"/>
                </a:schemeClr>
              </a:solidFill>
              <a:latin typeface="Arial" panose="020B0604020202020204" pitchFamily="34" charset="0"/>
              <a:cs typeface="Arial" panose="020B0604020202020204" pitchFamily="34" charset="0"/>
            </a:endParaRPr>
          </a:p>
          <a:p>
            <a:pPr>
              <a:lnSpc>
                <a:spcPct val="150000"/>
              </a:lnSpc>
              <a:defRPr sz="2000">
                <a:solidFill>
                  <a:schemeClr val="bg2">
                    <a:lumMod val="10000"/>
                  </a:schemeClr>
                </a:solidFill>
                <a:latin typeface="Arial" panose="020B0604020202020204" pitchFamily="34" charset="0"/>
                <a:cs typeface="Arial" panose="020B0604020202020204" pitchFamily="34" charset="0"/>
              </a:defRPr>
            </a:pPr>
            <a:r>
              <a:t>Les répéteurs ont une application logicielle spéciale (type lié à l'adresse physique).</a:t>
            </a:r>
          </a:p>
        </p:txBody>
      </p:sp>
    </p:spTree>
    <p:extLst>
      <p:ext uri="{BB962C8B-B14F-4D97-AF65-F5344CB8AC3E}">
        <p14:creationId xmlns:p14="http://schemas.microsoft.com/office/powerpoint/2010/main" val="3472260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8E8E4-5EC8-4FA6-8FCC-396B64C2B818}"/>
              </a:ext>
            </a:extLst>
          </p:cNvPr>
          <p:cNvSpPr>
            <a:spLocks noGrp="1"/>
          </p:cNvSpPr>
          <p:nvPr>
            <p:ph type="title"/>
          </p:nvPr>
        </p:nvSpPr>
        <p:spPr>
          <a:xfrm>
            <a:off x="900113" y="476250"/>
            <a:ext cx="6768231" cy="719138"/>
          </a:xfrm>
        </p:spPr>
        <p:txBody>
          <a:bodyPr/>
          <a:lstStyle/>
          <a:p>
            <a:r>
              <a:t>Coupleur TP-TP - Ancien et Nouveau Modèle</a:t>
            </a:r>
          </a:p>
        </p:txBody>
      </p:sp>
      <p:grpSp>
        <p:nvGrpSpPr>
          <p:cNvPr id="3" name="Group 2">
            <a:extLst>
              <a:ext uri="{FF2B5EF4-FFF2-40B4-BE49-F238E27FC236}">
                <a16:creationId xmlns:a16="http://schemas.microsoft.com/office/drawing/2014/main" id="{FF11D65F-0D35-49E1-B726-A48415CF0537}"/>
              </a:ext>
            </a:extLst>
          </p:cNvPr>
          <p:cNvGrpSpPr>
            <a:grpSpLocks/>
          </p:cNvGrpSpPr>
          <p:nvPr/>
        </p:nvGrpSpPr>
        <p:grpSpPr bwMode="auto">
          <a:xfrm>
            <a:off x="650974" y="1340768"/>
            <a:ext cx="4065042" cy="5040565"/>
            <a:chOff x="617678" y="1481140"/>
            <a:chExt cx="2548328" cy="4437090"/>
          </a:xfrm>
          <a:solidFill>
            <a:schemeClr val="accent3"/>
          </a:solidFill>
        </p:grpSpPr>
        <p:sp>
          <p:nvSpPr>
            <p:cNvPr id="4" name="Rectangle 3">
              <a:extLst>
                <a:ext uri="{FF2B5EF4-FFF2-40B4-BE49-F238E27FC236}">
                  <a16:creationId xmlns:a16="http://schemas.microsoft.com/office/drawing/2014/main" id="{67D8868F-3902-4907-A37A-8A1FDBBE0B69}"/>
                </a:ext>
              </a:extLst>
            </p:cNvPr>
            <p:cNvSpPr/>
            <p:nvPr/>
          </p:nvSpPr>
          <p:spPr>
            <a:xfrm>
              <a:off x="617678" y="1481140"/>
              <a:ext cx="2548328" cy="4437090"/>
            </a:xfrm>
            <a:prstGeom prst="rect">
              <a:avLst/>
            </a:prstGeom>
            <a:grpFill/>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lstStyle/>
            <a:p>
              <a:pPr algn="ctr">
                <a:spcAft>
                  <a:spcPts val="1200"/>
                </a:spcAft>
              </a:pPr>
              <a:endParaRPr sz="1400" b="1">
                <a:solidFill>
                  <a:schemeClr val="bg2">
                    <a:lumMod val="10000"/>
                  </a:schemeClr>
                </a:solidFill>
              </a:endParaRPr>
            </a:p>
            <a:p>
              <a:pPr algn="ctr">
                <a:spcAft>
                  <a:spcPts val="1200"/>
                </a:spcAft>
              </a:pPr>
              <a:endParaRPr sz="1400" b="1">
                <a:solidFill>
                  <a:schemeClr val="bg2">
                    <a:lumMod val="10000"/>
                  </a:schemeClr>
                </a:solidFill>
              </a:endParaRPr>
            </a:p>
            <a:p>
              <a:pPr marL="285750" indent="-285750">
                <a:spcAft>
                  <a:spcPts val="1200"/>
                </a:spcAft>
                <a:buFont typeface="Wingdings" panose="05000000000000000000" pitchFamily="2" charset="2"/>
                <a:buChar char="§"/>
              </a:pPr>
              <a:endParaRPr sz="600" b="1">
                <a:solidFill>
                  <a:srgbClr val="0070C0"/>
                </a:solidFill>
              </a:endParaRPr>
            </a:p>
            <a:p>
              <a:pPr algn="ctr"/>
              <a:endParaRPr sz="1400" b="1">
                <a:solidFill>
                  <a:schemeClr val="bg2">
                    <a:lumMod val="10000"/>
                  </a:schemeClr>
                </a:solidFill>
              </a:endParaRPr>
            </a:p>
            <a:p>
              <a:pPr algn="ctr"/>
              <a:endParaRPr sz="1400" b="1">
                <a:solidFill>
                  <a:schemeClr val="bg2">
                    <a:lumMod val="10000"/>
                  </a:schemeClr>
                </a:solidFill>
              </a:endParaRPr>
            </a:p>
          </p:txBody>
        </p:sp>
        <p:sp>
          <p:nvSpPr>
            <p:cNvPr id="7" name="TextBox 18">
              <a:extLst>
                <a:ext uri="{FF2B5EF4-FFF2-40B4-BE49-F238E27FC236}">
                  <a16:creationId xmlns:a16="http://schemas.microsoft.com/office/drawing/2014/main" id="{5AE2BE59-388F-45B9-88F5-0576F8C59F5A}"/>
                </a:ext>
              </a:extLst>
            </p:cNvPr>
            <p:cNvSpPr txBox="1">
              <a:spLocks noChangeArrowheads="1"/>
            </p:cNvSpPr>
            <p:nvPr/>
          </p:nvSpPr>
          <p:spPr bwMode="auto">
            <a:xfrm>
              <a:off x="777024" y="1545949"/>
              <a:ext cx="2245634" cy="361318"/>
            </a:xfrm>
            <a:prstGeom prst="rect">
              <a:avLst/>
            </a:prstGeom>
            <a:gradFill rotWithShape="1">
              <a:gsLst>
                <a:gs pos="0">
                  <a:srgbClr val="002060"/>
                </a:gs>
                <a:gs pos="100000">
                  <a:srgbClr val="1F88C8"/>
                </a:gs>
              </a:gsLst>
              <a:lin ang="16200000"/>
            </a:gra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lvl1pPr algn="ctr" defTabSz="914400" eaLnBrk="1" fontAlgn="auto" hangingPunct="1">
                <a:spcBef>
                  <a:spcPts val="0"/>
                </a:spcBef>
                <a:spcAft>
                  <a:spcPts val="0"/>
                </a:spcAft>
                <a:defRPr sz="1400" b="1" kern="0">
                  <a:solidFill>
                    <a:sysClr val="window" lastClr="FFFFFF"/>
                  </a:solidFill>
                  <a:ea typeface="ＭＳ Ｐゴシック" pitchFamily="-97" charset="-128"/>
                </a:defRPr>
              </a:lvl1pPr>
              <a:lvl2pPr marL="742950" indent="-285750">
                <a:defRPr>
                  <a:latin typeface="Arial" panose="020B0604020202020204" pitchFamily="34" charset="0"/>
                  <a:ea typeface="ＭＳ Ｐゴシック" panose="020B0600070205080204" pitchFamily="34" charset="-128"/>
                </a:defRPr>
              </a:lvl2pPr>
              <a:lvl3pPr marL="1143000" indent="-228600">
                <a:defRPr>
                  <a:latin typeface="Arial" panose="020B0604020202020204" pitchFamily="34" charset="0"/>
                  <a:ea typeface="ＭＳ Ｐゴシック" panose="020B0600070205080204" pitchFamily="34" charset="-128"/>
                </a:defRPr>
              </a:lvl3pPr>
              <a:lvl4pPr marL="1600200" indent="-228600">
                <a:defRPr>
                  <a:latin typeface="Arial" panose="020B0604020202020204" pitchFamily="34" charset="0"/>
                  <a:ea typeface="ＭＳ Ｐゴシック" panose="020B0600070205080204" pitchFamily="34" charset="-128"/>
                </a:defRPr>
              </a:lvl4pPr>
              <a:lvl5pPr marL="2057400" indent="-228600">
                <a:defRPr>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latin typeface="Arial" panose="020B0604020202020204" pitchFamily="34" charset="0"/>
                  <a:ea typeface="ＭＳ Ｐゴシック" panose="020B0600070205080204" pitchFamily="34" charset="-128"/>
                </a:defRPr>
              </a:lvl9pPr>
            </a:lstStyle>
            <a:p>
              <a:r>
                <a:t>Ancien coupleur (avant 2003)</a:t>
              </a:r>
            </a:p>
          </p:txBody>
        </p:sp>
      </p:grpSp>
      <p:grpSp>
        <p:nvGrpSpPr>
          <p:cNvPr id="13" name="Group 12">
            <a:extLst>
              <a:ext uri="{FF2B5EF4-FFF2-40B4-BE49-F238E27FC236}">
                <a16:creationId xmlns:a16="http://schemas.microsoft.com/office/drawing/2014/main" id="{A4CF166F-5B4C-4CB7-88C4-FF011CA60E9E}"/>
              </a:ext>
            </a:extLst>
          </p:cNvPr>
          <p:cNvGrpSpPr>
            <a:grpSpLocks/>
          </p:cNvGrpSpPr>
          <p:nvPr/>
        </p:nvGrpSpPr>
        <p:grpSpPr bwMode="auto">
          <a:xfrm>
            <a:off x="4903326" y="1340769"/>
            <a:ext cx="4020843" cy="4032448"/>
            <a:chOff x="5954176" y="1481140"/>
            <a:chExt cx="2547786" cy="4437091"/>
          </a:xfrm>
          <a:solidFill>
            <a:schemeClr val="accent3"/>
          </a:solidFill>
        </p:grpSpPr>
        <p:sp>
          <p:nvSpPr>
            <p:cNvPr id="14" name="Rectangle 13">
              <a:extLst>
                <a:ext uri="{FF2B5EF4-FFF2-40B4-BE49-F238E27FC236}">
                  <a16:creationId xmlns:a16="http://schemas.microsoft.com/office/drawing/2014/main" id="{AFB5C285-46CC-4699-8817-669B9BF64A7A}"/>
                </a:ext>
              </a:extLst>
            </p:cNvPr>
            <p:cNvSpPr/>
            <p:nvPr/>
          </p:nvSpPr>
          <p:spPr>
            <a:xfrm>
              <a:off x="5954176" y="1481140"/>
              <a:ext cx="2547786" cy="4437091"/>
            </a:xfrm>
            <a:prstGeom prst="rect">
              <a:avLst/>
            </a:prstGeom>
            <a:grpFill/>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lstStyle/>
            <a:p>
              <a:pPr algn="ctr">
                <a:spcAft>
                  <a:spcPts val="1200"/>
                </a:spcAft>
              </a:pPr>
              <a:endParaRPr sz="1400" b="1">
                <a:solidFill>
                  <a:schemeClr val="bg2">
                    <a:lumMod val="10000"/>
                  </a:schemeClr>
                </a:solidFill>
              </a:endParaRPr>
            </a:p>
            <a:p>
              <a:pPr algn="ctr">
                <a:spcAft>
                  <a:spcPts val="1200"/>
                </a:spcAft>
              </a:pPr>
              <a:endParaRPr sz="1400" b="1">
                <a:solidFill>
                  <a:schemeClr val="bg2">
                    <a:lumMod val="10000"/>
                  </a:schemeClr>
                </a:solidFill>
              </a:endParaRPr>
            </a:p>
            <a:p>
              <a:pPr marL="285750" indent="-285750">
                <a:spcAft>
                  <a:spcPts val="1200"/>
                </a:spcAft>
                <a:buFont typeface="Wingdings" panose="05000000000000000000" pitchFamily="2" charset="2"/>
                <a:buChar char="§"/>
              </a:pPr>
              <a:endParaRPr sz="600" b="1">
                <a:solidFill>
                  <a:schemeClr val="bg2">
                    <a:lumMod val="10000"/>
                  </a:schemeClr>
                </a:solidFill>
              </a:endParaRPr>
            </a:p>
            <a:p>
              <a:pPr algn="ctr"/>
              <a:endParaRPr sz="1400" b="1">
                <a:solidFill>
                  <a:schemeClr val="bg2">
                    <a:lumMod val="10000"/>
                  </a:schemeClr>
                </a:solidFill>
              </a:endParaRPr>
            </a:p>
            <a:p>
              <a:pPr algn="ctr"/>
              <a:endParaRPr sz="1400" b="1">
                <a:solidFill>
                  <a:schemeClr val="bg2">
                    <a:lumMod val="10000"/>
                  </a:schemeClr>
                </a:solidFill>
              </a:endParaRPr>
            </a:p>
          </p:txBody>
        </p:sp>
        <p:sp>
          <p:nvSpPr>
            <p:cNvPr id="17" name="TextBox 20">
              <a:extLst>
                <a:ext uri="{FF2B5EF4-FFF2-40B4-BE49-F238E27FC236}">
                  <a16:creationId xmlns:a16="http://schemas.microsoft.com/office/drawing/2014/main" id="{B63B396D-655B-4ED0-8778-391C2C43382B}"/>
                </a:ext>
              </a:extLst>
            </p:cNvPr>
            <p:cNvSpPr txBox="1">
              <a:spLocks noChangeArrowheads="1"/>
            </p:cNvSpPr>
            <p:nvPr/>
          </p:nvSpPr>
          <p:spPr bwMode="auto">
            <a:xfrm>
              <a:off x="6109252" y="1560373"/>
              <a:ext cx="2210856" cy="475403"/>
            </a:xfrm>
            <a:prstGeom prst="rect">
              <a:avLst/>
            </a:prstGeom>
            <a:gradFill rotWithShape="1">
              <a:gsLst>
                <a:gs pos="0">
                  <a:srgbClr val="002060"/>
                </a:gs>
                <a:gs pos="100000">
                  <a:srgbClr val="1F88C8"/>
                </a:gs>
              </a:gsLst>
              <a:lin ang="16200000"/>
            </a:gra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lvl1pPr algn="ctr" defTabSz="914400" eaLnBrk="1" fontAlgn="auto" hangingPunct="1">
                <a:spcBef>
                  <a:spcPts val="0"/>
                </a:spcBef>
                <a:spcAft>
                  <a:spcPts val="0"/>
                </a:spcAft>
                <a:defRPr sz="1400" b="1" kern="0">
                  <a:solidFill>
                    <a:sysClr val="window" lastClr="FFFFFF"/>
                  </a:solidFill>
                  <a:ea typeface="ＭＳ Ｐゴシック" pitchFamily="-97"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t>Nouveau coupleur (après 2003)</a:t>
              </a:r>
            </a:p>
          </p:txBody>
        </p:sp>
      </p:grpSp>
      <p:sp>
        <p:nvSpPr>
          <p:cNvPr id="20" name="Rectangle 19">
            <a:extLst>
              <a:ext uri="{FF2B5EF4-FFF2-40B4-BE49-F238E27FC236}">
                <a16:creationId xmlns:a16="http://schemas.microsoft.com/office/drawing/2014/main" id="{EA888EA3-748B-47A7-829F-955D9DD6CA06}"/>
              </a:ext>
            </a:extLst>
          </p:cNvPr>
          <p:cNvSpPr>
            <a:spLocks noChangeArrowheads="1"/>
          </p:cNvSpPr>
          <p:nvPr/>
        </p:nvSpPr>
        <p:spPr bwMode="auto">
          <a:xfrm>
            <a:off x="5115357" y="1844824"/>
            <a:ext cx="34891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spcAft>
                <a:spcPts val="1200"/>
              </a:spcAft>
              <a:buFont typeface="Wingdings" panose="05000000000000000000" pitchFamily="2" charset="2"/>
              <a:buChar char="§"/>
              <a:defRPr sz="1300" b="1">
                <a:solidFill>
                  <a:srgbClr val="369226"/>
                </a:solidFill>
              </a:defRPr>
            </a:pPr>
            <a:r>
              <a:t>1 microcontrôleur</a:t>
            </a:r>
          </a:p>
          <a:p>
            <a:pPr>
              <a:spcAft>
                <a:spcPts val="1200"/>
              </a:spcAft>
              <a:buFont typeface="Wingdings" panose="05000000000000000000" pitchFamily="2" charset="2"/>
              <a:buChar char="§"/>
              <a:defRPr sz="1300" b="1">
                <a:solidFill>
                  <a:srgbClr val="369226"/>
                </a:solidFill>
              </a:defRPr>
            </a:pPr>
            <a:r>
              <a:t>2 modules de transmission</a:t>
            </a:r>
          </a:p>
        </p:txBody>
      </p:sp>
      <p:sp>
        <p:nvSpPr>
          <p:cNvPr id="21" name="Rectangle 20">
            <a:extLst>
              <a:ext uri="{FF2B5EF4-FFF2-40B4-BE49-F238E27FC236}">
                <a16:creationId xmlns:a16="http://schemas.microsoft.com/office/drawing/2014/main" id="{C5D0273F-C614-41DE-AE48-684C3067806F}"/>
              </a:ext>
            </a:extLst>
          </p:cNvPr>
          <p:cNvSpPr/>
          <p:nvPr/>
        </p:nvSpPr>
        <p:spPr>
          <a:xfrm>
            <a:off x="5132364" y="2564904"/>
            <a:ext cx="3616099" cy="3616375"/>
          </a:xfrm>
          <a:prstGeom prst="rect">
            <a:avLst/>
          </a:prstGeom>
        </p:spPr>
        <p:txBody>
          <a:bodyPr wrap="square">
            <a:spAutoFit/>
          </a:bodyPr>
          <a:lstStyle/>
          <a:p>
            <a:pPr marL="285750" indent="-285750">
              <a:spcAft>
                <a:spcPts val="1200"/>
              </a:spcAft>
              <a:buFont typeface="Wingdings" panose="05000000000000000000" pitchFamily="2" charset="2"/>
              <a:buChar char="§"/>
              <a:defRPr sz="1300" b="1">
                <a:solidFill>
                  <a:schemeClr val="bg2">
                    <a:lumMod val="10000"/>
                  </a:schemeClr>
                </a:solidFill>
              </a:defRPr>
            </a:pPr>
            <a:r>
              <a:t>Mémoire flash non volatile pour la table de filtres (pas de batterie nécessaire pour la mise en mémoire tampon)</a:t>
            </a:r>
          </a:p>
          <a:p>
            <a:pPr marL="285750" indent="-285750">
              <a:spcAft>
                <a:spcPts val="1200"/>
              </a:spcAft>
              <a:buFont typeface="Wingdings" panose="05000000000000000000" pitchFamily="2" charset="2"/>
              <a:buChar char="§"/>
              <a:defRPr sz="1300" b="1">
                <a:solidFill>
                  <a:schemeClr val="bg2">
                    <a:lumMod val="10000"/>
                  </a:schemeClr>
                </a:solidFill>
              </a:defRPr>
            </a:pPr>
            <a:r>
              <a:t>Alimentation en énergie via la ligne principale ou la ligne secondaire</a:t>
            </a:r>
          </a:p>
          <a:p>
            <a:pPr marL="285750" indent="-285750">
              <a:spcAft>
                <a:spcPts val="1200"/>
              </a:spcAft>
              <a:buFont typeface="Wingdings" panose="05000000000000000000" pitchFamily="2" charset="2"/>
              <a:buChar char="§"/>
              <a:defRPr sz="1300" b="1">
                <a:solidFill>
                  <a:schemeClr val="bg2">
                    <a:lumMod val="10000"/>
                  </a:schemeClr>
                </a:solidFill>
              </a:defRPr>
            </a:pPr>
            <a:r>
              <a:t>Appareil monté sur rail DIN, 2 modules. Large</a:t>
            </a:r>
          </a:p>
          <a:p>
            <a:pPr marL="285750" indent="-285750">
              <a:spcAft>
                <a:spcPts val="1200"/>
              </a:spcAft>
              <a:buFont typeface="Wingdings" panose="05000000000000000000" pitchFamily="2" charset="2"/>
              <a:buChar char="§"/>
              <a:defRPr sz="1300" b="1">
                <a:solidFill>
                  <a:schemeClr val="bg2">
                    <a:lumMod val="10000"/>
                  </a:schemeClr>
                </a:solidFill>
              </a:defRPr>
            </a:pPr>
            <a:r>
              <a:t>Raccordement des deux lignes par l'intermédiaire des bornes de raccordement au bus situées à l'avant de l'appareil</a:t>
            </a:r>
            <a:endParaRPr sz="1300" b="1">
              <a:solidFill>
                <a:schemeClr val="bg2">
                  <a:lumMod val="10000"/>
                </a:schemeClr>
              </a:solidFill>
            </a:endParaRPr>
          </a:p>
          <a:p>
            <a:pPr marL="285750" indent="-285750">
              <a:spcAft>
                <a:spcPts val="1200"/>
              </a:spcAft>
              <a:buFont typeface="Wingdings" panose="05000000000000000000" pitchFamily="2" charset="2"/>
              <a:buChar char="§"/>
              <a:defRPr sz="1300" b="1">
                <a:solidFill>
                  <a:schemeClr val="bg2">
                    <a:lumMod val="10000"/>
                  </a:schemeClr>
                </a:solidFill>
              </a:defRPr>
            </a:pPr>
            <a:r>
              <a:t>Groupes principaux 0 à 31. Fréquemment 14/15 sans filtrage individuel pour compatibilité (selon le fabricant).</a:t>
            </a:r>
          </a:p>
          <a:p>
            <a:pPr marL="285750" indent="-285750">
              <a:spcAft>
                <a:spcPts val="1200"/>
              </a:spcAft>
              <a:buFont typeface="Wingdings" panose="05000000000000000000" pitchFamily="2" charset="2"/>
              <a:buChar char="§"/>
            </a:pPr>
            <a:endParaRPr sz="1300" b="1">
              <a:solidFill>
                <a:schemeClr val="bg2">
                  <a:lumMod val="10000"/>
                </a:schemeClr>
              </a:solidFill>
            </a:endParaRPr>
          </a:p>
          <a:p>
            <a:pPr marL="285750" indent="-285750">
              <a:spcAft>
                <a:spcPts val="1200"/>
              </a:spcAft>
              <a:buFont typeface="Wingdings" panose="05000000000000000000" pitchFamily="2" charset="2"/>
              <a:buChar char="§"/>
            </a:pPr>
            <a:endParaRPr sz="1300" b="1">
              <a:solidFill>
                <a:schemeClr val="bg2">
                  <a:lumMod val="10000"/>
                </a:schemeClr>
              </a:solidFill>
            </a:endParaRPr>
          </a:p>
        </p:txBody>
      </p:sp>
      <p:sp>
        <p:nvSpPr>
          <p:cNvPr id="22" name="Rectangle 21">
            <a:extLst>
              <a:ext uri="{FF2B5EF4-FFF2-40B4-BE49-F238E27FC236}">
                <a16:creationId xmlns:a16="http://schemas.microsoft.com/office/drawing/2014/main" id="{52D12C1A-C508-47E6-826D-98D5D9278AC7}"/>
              </a:ext>
            </a:extLst>
          </p:cNvPr>
          <p:cNvSpPr>
            <a:spLocks noChangeArrowheads="1"/>
          </p:cNvSpPr>
          <p:nvPr/>
        </p:nvSpPr>
        <p:spPr bwMode="auto">
          <a:xfrm>
            <a:off x="838284" y="1844824"/>
            <a:ext cx="358219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spcAft>
                <a:spcPts val="1200"/>
              </a:spcAft>
              <a:buFont typeface="Wingdings" panose="05000000000000000000" pitchFamily="2" charset="2"/>
              <a:buChar char="§"/>
              <a:defRPr sz="1300" b="1">
                <a:solidFill>
                  <a:srgbClr val="369226"/>
                </a:solidFill>
              </a:defRPr>
            </a:pPr>
            <a:r>
              <a:t>2 microcontrôleurs</a:t>
            </a:r>
          </a:p>
          <a:p>
            <a:pPr>
              <a:spcAft>
                <a:spcPts val="1200"/>
              </a:spcAft>
              <a:buFont typeface="Wingdings" panose="05000000000000000000" pitchFamily="2" charset="2"/>
              <a:buChar char="§"/>
              <a:defRPr sz="1300" b="1">
                <a:solidFill>
                  <a:srgbClr val="369226"/>
                </a:solidFill>
              </a:defRPr>
            </a:pPr>
            <a:r>
              <a:t>2 modules de transmission (R/L/C)</a:t>
            </a:r>
          </a:p>
        </p:txBody>
      </p:sp>
      <p:sp>
        <p:nvSpPr>
          <p:cNvPr id="23" name="Rectangle 22">
            <a:extLst>
              <a:ext uri="{FF2B5EF4-FFF2-40B4-BE49-F238E27FC236}">
                <a16:creationId xmlns:a16="http://schemas.microsoft.com/office/drawing/2014/main" id="{5AD1D4C3-1092-4DF7-9CED-DE815A4D1456}"/>
              </a:ext>
            </a:extLst>
          </p:cNvPr>
          <p:cNvSpPr/>
          <p:nvPr/>
        </p:nvSpPr>
        <p:spPr>
          <a:xfrm>
            <a:off x="838284" y="2564904"/>
            <a:ext cx="3612924" cy="3816429"/>
          </a:xfrm>
          <a:prstGeom prst="rect">
            <a:avLst/>
          </a:prstGeom>
        </p:spPr>
        <p:txBody>
          <a:bodyPr wrap="square">
            <a:spAutoFit/>
          </a:bodyPr>
          <a:lstStyle/>
          <a:p>
            <a:pPr marL="285750" indent="-285750">
              <a:spcAft>
                <a:spcPts val="1200"/>
              </a:spcAft>
              <a:buFont typeface="Wingdings" panose="05000000000000000000" pitchFamily="2" charset="2"/>
              <a:buChar char="§"/>
              <a:defRPr sz="1300" b="1">
                <a:solidFill>
                  <a:schemeClr val="bg2">
                    <a:lumMod val="10000"/>
                  </a:schemeClr>
                </a:solidFill>
              </a:defRPr>
            </a:pPr>
            <a:r>
              <a:t>SRAM ''double port'' statique de 4 kilo-octets, protégée contre les pannes de tension pendant plus de 10 ans via une batterie au lithium</a:t>
            </a:r>
          </a:p>
          <a:p>
            <a:pPr marL="285750" indent="-285750">
              <a:spcAft>
                <a:spcPts val="1200"/>
              </a:spcAft>
              <a:buFont typeface="Wingdings" panose="05000000000000000000" pitchFamily="2" charset="2"/>
              <a:buChar char="§"/>
              <a:defRPr sz="1300" b="1">
                <a:solidFill>
                  <a:schemeClr val="bg2">
                    <a:lumMod val="10000"/>
                  </a:schemeClr>
                </a:solidFill>
              </a:defRPr>
            </a:pPr>
            <a:r>
              <a:t>Zone de mémoire supérieure (3.5Kb) : Table de filtrage pour 28 672 adresses de groupe (n° 14/15)</a:t>
            </a:r>
          </a:p>
          <a:p>
            <a:pPr marL="285750" indent="-285750">
              <a:spcAft>
                <a:spcPts val="1200"/>
              </a:spcAft>
              <a:buFont typeface="Wingdings" panose="05000000000000000000" pitchFamily="2" charset="2"/>
              <a:buChar char="§"/>
              <a:defRPr sz="1300" b="1">
                <a:solidFill>
                  <a:schemeClr val="bg2">
                    <a:lumMod val="10000"/>
                  </a:schemeClr>
                </a:solidFill>
              </a:defRPr>
            </a:pPr>
            <a:r>
              <a:t>Mémoire inférieure (0.5Kb) : Mémoire tampon des télégrammes pour 20 télégrammes (10 pour chaque direction)</a:t>
            </a:r>
          </a:p>
          <a:p>
            <a:pPr marL="285750" indent="-285750">
              <a:spcAft>
                <a:spcPts val="1200"/>
              </a:spcAft>
              <a:buFont typeface="Wingdings" panose="05000000000000000000" pitchFamily="2" charset="2"/>
              <a:buChar char="§"/>
              <a:defRPr sz="1300" b="1">
                <a:solidFill>
                  <a:schemeClr val="bg2">
                    <a:lumMod val="10000"/>
                  </a:schemeClr>
                </a:solidFill>
              </a:defRPr>
            </a:pPr>
            <a:r>
              <a:t>Alimentation en énergie par la ligne secondaire</a:t>
            </a:r>
          </a:p>
          <a:p>
            <a:pPr marL="285750" indent="-285750">
              <a:spcAft>
                <a:spcPts val="1200"/>
              </a:spcAft>
              <a:buFont typeface="Wingdings" panose="05000000000000000000" pitchFamily="2" charset="2"/>
              <a:buChar char="§"/>
              <a:defRPr sz="1300" b="1">
                <a:solidFill>
                  <a:schemeClr val="bg2">
                    <a:lumMod val="10000"/>
                  </a:schemeClr>
                </a:solidFill>
              </a:defRPr>
            </a:pPr>
            <a:r>
              <a:t>Dispositif monté sur rail DIN, 4 modules. large</a:t>
            </a:r>
          </a:p>
          <a:p>
            <a:pPr marL="285750" indent="-285750">
              <a:spcAft>
                <a:spcPts val="1200"/>
              </a:spcAft>
              <a:buFont typeface="Wingdings" panose="05000000000000000000" pitchFamily="2" charset="2"/>
              <a:buChar char="§"/>
              <a:defRPr sz="1300" b="1">
                <a:solidFill>
                  <a:schemeClr val="bg2">
                    <a:lumMod val="10000"/>
                  </a:schemeClr>
                </a:solidFill>
              </a:defRPr>
            </a:pPr>
            <a:r>
              <a:t>Connection: contacts à ressort à l'arrière pour la ligne secondaire et le terminal de bus sur la ligne principale</a:t>
            </a:r>
          </a:p>
          <a:p>
            <a:pPr marL="285750" indent="-285750">
              <a:spcAft>
                <a:spcPts val="1200"/>
              </a:spcAft>
              <a:buFont typeface="Wingdings" panose="05000000000000000000" pitchFamily="2" charset="2"/>
              <a:buChar char="§"/>
              <a:defRPr sz="1300" b="1">
                <a:solidFill>
                  <a:schemeClr val="bg2">
                    <a:lumMod val="10000"/>
                  </a:schemeClr>
                </a:solidFill>
              </a:defRPr>
            </a:pPr>
            <a:r>
              <a:t>Groupes principaux 0 à 15. 14/15 sans filtrage</a:t>
            </a:r>
          </a:p>
        </p:txBody>
      </p:sp>
      <p:sp>
        <p:nvSpPr>
          <p:cNvPr id="24" name="TextBox 23">
            <a:extLst>
              <a:ext uri="{FF2B5EF4-FFF2-40B4-BE49-F238E27FC236}">
                <a16:creationId xmlns:a16="http://schemas.microsoft.com/office/drawing/2014/main" id="{A9902F05-6C01-48D9-962F-B7BDFB8272C1}"/>
              </a:ext>
            </a:extLst>
          </p:cNvPr>
          <p:cNvSpPr txBox="1">
            <a:spLocks noChangeArrowheads="1"/>
          </p:cNvSpPr>
          <p:nvPr/>
        </p:nvSpPr>
        <p:spPr bwMode="auto">
          <a:xfrm>
            <a:off x="4927581" y="5924020"/>
            <a:ext cx="3996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defRPr sz="1600" b="1">
                <a:solidFill>
                  <a:srgbClr val="369226"/>
                </a:solidFill>
              </a:defRPr>
            </a:pPr>
            <a:r>
              <a:t>* Structure essentielle du coupleur TP1</a:t>
            </a:r>
          </a:p>
        </p:txBody>
      </p:sp>
    </p:spTree>
    <p:extLst>
      <p:ext uri="{BB962C8B-B14F-4D97-AF65-F5344CB8AC3E}">
        <p14:creationId xmlns:p14="http://schemas.microsoft.com/office/powerpoint/2010/main" val="4193280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B7584-778E-4A51-B286-D04AE36D0730}"/>
              </a:ext>
            </a:extLst>
          </p:cNvPr>
          <p:cNvSpPr>
            <a:spLocks noGrp="1"/>
          </p:cNvSpPr>
          <p:nvPr>
            <p:ph type="title"/>
          </p:nvPr>
        </p:nvSpPr>
        <p:spPr>
          <a:xfrm>
            <a:off x="900113" y="476250"/>
            <a:ext cx="6840239" cy="719138"/>
          </a:xfrm>
        </p:spPr>
        <p:txBody>
          <a:bodyPr/>
          <a:lstStyle/>
          <a:p>
            <a:r>
              <a:t>Paramètres des Coupleurs</a:t>
            </a:r>
          </a:p>
        </p:txBody>
      </p:sp>
      <p:pic>
        <p:nvPicPr>
          <p:cNvPr id="3" name="Picture 2">
            <a:extLst>
              <a:ext uri="{FF2B5EF4-FFF2-40B4-BE49-F238E27FC236}">
                <a16:creationId xmlns:a16="http://schemas.microsoft.com/office/drawing/2014/main" id="{80483C20-30AE-49B7-8C39-934CB12BDAC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213456"/>
            <a:ext cx="5296535" cy="3159760"/>
          </a:xfrm>
          <a:prstGeom prst="rect">
            <a:avLst/>
          </a:prstGeom>
          <a:noFill/>
          <a:ln w="19050" cmpd="sng">
            <a:solidFill>
              <a:srgbClr val="000000"/>
            </a:solidFill>
            <a:miter lim="800000"/>
            <a:headEnd/>
            <a:tailEnd/>
          </a:ln>
          <a:effectLst/>
        </p:spPr>
      </p:pic>
      <p:sp>
        <p:nvSpPr>
          <p:cNvPr id="5" name="Speech Bubble: Rectangle 4">
            <a:extLst>
              <a:ext uri="{FF2B5EF4-FFF2-40B4-BE49-F238E27FC236}">
                <a16:creationId xmlns:a16="http://schemas.microsoft.com/office/drawing/2014/main" id="{C032DEB1-27B0-47EF-8B15-D1404081EF99}"/>
              </a:ext>
            </a:extLst>
          </p:cNvPr>
          <p:cNvSpPr/>
          <p:nvPr/>
        </p:nvSpPr>
        <p:spPr>
          <a:xfrm>
            <a:off x="1875647" y="3474720"/>
            <a:ext cx="5504665" cy="292328"/>
          </a:xfrm>
          <a:prstGeom prst="wedgeRectCallout">
            <a:avLst>
              <a:gd name="adj1" fmla="val 53579"/>
              <a:gd name="adj2" fmla="val -38441"/>
            </a:avLst>
          </a:prstGeom>
          <a:solidFill>
            <a:srgbClr val="369226">
              <a:alpha val="30000"/>
            </a:srgbClr>
          </a:solidFill>
          <a:ln>
            <a:solidFill>
              <a:srgbClr val="36922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6" name="Speech Bubble: Rectangle 5">
            <a:extLst>
              <a:ext uri="{FF2B5EF4-FFF2-40B4-BE49-F238E27FC236}">
                <a16:creationId xmlns:a16="http://schemas.microsoft.com/office/drawing/2014/main" id="{B3FB5230-5449-4220-BA20-86CDF18900C4}"/>
              </a:ext>
            </a:extLst>
          </p:cNvPr>
          <p:cNvSpPr/>
          <p:nvPr/>
        </p:nvSpPr>
        <p:spPr>
          <a:xfrm>
            <a:off x="1875647" y="2867648"/>
            <a:ext cx="5504665" cy="263160"/>
          </a:xfrm>
          <a:prstGeom prst="wedgeRectCallout">
            <a:avLst>
              <a:gd name="adj1" fmla="val -55642"/>
              <a:gd name="adj2" fmla="val -42426"/>
            </a:avLst>
          </a:prstGeom>
          <a:solidFill>
            <a:srgbClr val="369226">
              <a:alpha val="30000"/>
            </a:srgbClr>
          </a:solidFill>
          <a:ln>
            <a:solidFill>
              <a:srgbClr val="36922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14" name="TextBox 13">
            <a:extLst>
              <a:ext uri="{FF2B5EF4-FFF2-40B4-BE49-F238E27FC236}">
                <a16:creationId xmlns:a16="http://schemas.microsoft.com/office/drawing/2014/main" id="{DF805498-11A1-4F6A-8AF3-9A0A66BC087C}"/>
              </a:ext>
            </a:extLst>
          </p:cNvPr>
          <p:cNvSpPr txBox="1"/>
          <p:nvPr/>
        </p:nvSpPr>
        <p:spPr bwMode="auto">
          <a:xfrm>
            <a:off x="2923911" y="1331138"/>
            <a:ext cx="3816424" cy="738664"/>
          </a:xfrm>
          <a:prstGeom prst="rect">
            <a:avLst/>
          </a:prstGeom>
          <a:noFill/>
        </p:spPr>
        <p:txBody>
          <a:bodyPr wrap="square">
            <a:spAutoFit/>
          </a:bodyPr>
          <a:lstStyle/>
          <a:p>
            <a:pPr marL="0" marR="0" lvl="0" indent="0" defTabSz="457200" eaLnBrk="0" fontAlgn="auto" latinLnBrk="0" hangingPunct="0">
              <a:lnSpc>
                <a:spcPct val="100000"/>
              </a:lnSpc>
              <a:spcBef>
                <a:spcPts val="0"/>
              </a:spcBef>
              <a:spcAft>
                <a:spcPts val="0"/>
              </a:spcAft>
              <a:buClrTx/>
              <a:buSzTx/>
              <a:buFontTx/>
              <a:buNone/>
              <a:tabLst/>
              <a:defRPr sz="1200" b="1">
                <a:ln>
                  <a:noFill/>
                </a:ln>
                <a:solidFill>
                  <a:srgbClr val="369226"/>
                </a:solidFill>
                <a:effectLst/>
                <a:uLnTx/>
                <a:uFillTx/>
                <a:latin typeface="Arial" panose="020B0604020202020204" pitchFamily="34" charset="0"/>
                <a:ea typeface="ＭＳ Ｐゴシック" panose="020B0600070205080204" pitchFamily="34" charset="-128"/>
                <a:cs typeface="Arial" panose="020B0604020202020204" pitchFamily="34" charset="0"/>
              </a:defRPr>
            </a:pPr>
            <a:r>
              <a:t>Paramètre « Télégrammes de groupe »</a:t>
            </a:r>
          </a:p>
          <a:p>
            <a:pPr marL="171450" marR="0" lvl="0" indent="-171450" defTabSz="457200" eaLnBrk="0" fontAlgn="auto" latinLnBrk="0" hangingPunct="0">
              <a:lnSpc>
                <a:spcPct val="100000"/>
              </a:lnSpc>
              <a:spcBef>
                <a:spcPts val="0"/>
              </a:spcBef>
              <a:spcAft>
                <a:spcPts val="0"/>
              </a:spcAft>
              <a:buClrTx/>
              <a:buSzTx/>
              <a:buFont typeface="Arial" panose="020B0604020202020204" pitchFamily="34" charset="0"/>
              <a:buChar char="•"/>
              <a:tabLst/>
              <a:defRPr sz="1000" b="1">
                <a:ln>
                  <a:noFill/>
                </a:ln>
                <a:effectLst/>
                <a:uLnTx/>
                <a:uFillTx/>
                <a:latin typeface="Arial" panose="020B0604020202020204" pitchFamily="34" charset="0"/>
                <a:ea typeface="ＭＳ Ｐゴシック" panose="020B0600070205080204" pitchFamily="34" charset="-128"/>
                <a:cs typeface="Arial" panose="020B0604020202020204" pitchFamily="34" charset="0"/>
              </a:defRPr>
            </a:pPr>
            <a:r>
              <a:rPr>
                <a:solidFill>
                  <a:srgbClr val="369226"/>
                </a:solidFill>
              </a:rPr>
              <a:t>normal (ou filtré) </a:t>
            </a:r>
            <a:r>
              <a:t>- Utilisation d'une table de filtrage, acheminement sélectif</a:t>
            </a:r>
          </a:p>
          <a:p>
            <a:pPr marL="171450" marR="0" lvl="0" indent="-171450" defTabSz="457200" eaLnBrk="0" fontAlgn="auto" latinLnBrk="0" hangingPunct="0">
              <a:lnSpc>
                <a:spcPct val="100000"/>
              </a:lnSpc>
              <a:spcBef>
                <a:spcPts val="0"/>
              </a:spcBef>
              <a:spcAft>
                <a:spcPts val="0"/>
              </a:spcAft>
              <a:buClrTx/>
              <a:buSzTx/>
              <a:buFont typeface="Arial" panose="020B0604020202020204" pitchFamily="34" charset="0"/>
              <a:buChar char="•"/>
              <a:tabLst/>
              <a:defRPr sz="1000" b="1">
                <a:ln>
                  <a:noFill/>
                </a:ln>
                <a:effectLst/>
                <a:uLnTx/>
                <a:uFillTx/>
                <a:latin typeface="Arial" panose="020B0604020202020204" pitchFamily="34" charset="0"/>
                <a:ea typeface="ＭＳ Ｐゴシック" panose="020B0600070205080204" pitchFamily="34" charset="-128"/>
                <a:cs typeface="Arial" panose="020B0604020202020204" pitchFamily="34" charset="0"/>
              </a:defRPr>
            </a:pPr>
            <a:r>
              <a:rPr>
                <a:solidFill>
                  <a:srgbClr val="369226"/>
                </a:solidFill>
              </a:rPr>
              <a:t>passant</a:t>
            </a:r>
            <a:r>
              <a:t> - Tous les télégrammes sont acheminés</a:t>
            </a:r>
          </a:p>
          <a:p>
            <a:pPr marL="171450" marR="0" lvl="0" indent="-171450" defTabSz="457200" eaLnBrk="0" fontAlgn="auto" latinLnBrk="0" hangingPunct="0">
              <a:lnSpc>
                <a:spcPct val="100000"/>
              </a:lnSpc>
              <a:spcBef>
                <a:spcPts val="0"/>
              </a:spcBef>
              <a:spcAft>
                <a:spcPts val="0"/>
              </a:spcAft>
              <a:buClrTx/>
              <a:buSzTx/>
              <a:buFont typeface="Arial" panose="020B0604020202020204" pitchFamily="34" charset="0"/>
              <a:buChar char="•"/>
              <a:tabLst/>
              <a:defRPr sz="1000" b="1">
                <a:ln>
                  <a:noFill/>
                </a:ln>
                <a:effectLst/>
                <a:uLnTx/>
                <a:uFillTx/>
                <a:latin typeface="Arial" panose="020B0604020202020204" pitchFamily="34" charset="0"/>
                <a:ea typeface="ＭＳ Ｐゴシック" panose="020B0600070205080204" pitchFamily="34" charset="-128"/>
                <a:cs typeface="Arial" panose="020B0604020202020204" pitchFamily="34" charset="0"/>
              </a:defRPr>
            </a:pPr>
            <a:r>
              <a:rPr>
                <a:solidFill>
                  <a:srgbClr val="369226"/>
                </a:solidFill>
              </a:rPr>
              <a:t>bloqué</a:t>
            </a:r>
            <a:r>
              <a:t> - Tous les télégrammes ne sont pas acheminés</a:t>
            </a:r>
          </a:p>
        </p:txBody>
      </p:sp>
      <p:sp>
        <p:nvSpPr>
          <p:cNvPr id="16" name="Speech Bubble: Rectangle 15">
            <a:extLst>
              <a:ext uri="{FF2B5EF4-FFF2-40B4-BE49-F238E27FC236}">
                <a16:creationId xmlns:a16="http://schemas.microsoft.com/office/drawing/2014/main" id="{09D833CE-56CD-4EFF-B937-1D72F4C885CE}"/>
              </a:ext>
            </a:extLst>
          </p:cNvPr>
          <p:cNvSpPr/>
          <p:nvPr/>
        </p:nvSpPr>
        <p:spPr>
          <a:xfrm>
            <a:off x="1875647" y="2182600"/>
            <a:ext cx="5504665" cy="631636"/>
          </a:xfrm>
          <a:prstGeom prst="wedgeRectCallout">
            <a:avLst>
              <a:gd name="adj1" fmla="val 883"/>
              <a:gd name="adj2" fmla="val -70338"/>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17" name="TextBox 16">
            <a:extLst>
              <a:ext uri="{FF2B5EF4-FFF2-40B4-BE49-F238E27FC236}">
                <a16:creationId xmlns:a16="http://schemas.microsoft.com/office/drawing/2014/main" id="{6268A113-E820-4EA8-81C9-A293BDEFCBEE}"/>
              </a:ext>
            </a:extLst>
          </p:cNvPr>
          <p:cNvSpPr txBox="1"/>
          <p:nvPr/>
        </p:nvSpPr>
        <p:spPr bwMode="auto">
          <a:xfrm>
            <a:off x="7380312" y="3195908"/>
            <a:ext cx="1728192" cy="2185214"/>
          </a:xfrm>
          <a:prstGeom prst="rect">
            <a:avLst/>
          </a:prstGeom>
          <a:noFill/>
        </p:spPr>
        <p:txBody>
          <a:bodyPr wrap="square">
            <a:spAutoFit/>
          </a:bodyPr>
          <a:lstStyle>
            <a:lvl1pPr marL="0" marR="0" lvl="0" indent="0" defTabSz="457200" eaLnBrk="0" fontAlgn="auto" latinLnBrk="0" hangingPunct="0">
              <a:lnSpc>
                <a:spcPct val="100000"/>
              </a:lnSpc>
              <a:spcBef>
                <a:spcPts val="0"/>
              </a:spcBef>
              <a:spcAft>
                <a:spcPts val="0"/>
              </a:spcAft>
              <a:buClrTx/>
              <a:buSzTx/>
              <a:buFontTx/>
              <a:buNone/>
              <a:tabLst/>
              <a:defRPr kumimoji="0" sz="1200" b="1" i="0" u="none" strike="noStrike" kern="0" cap="none" spc="0" normalizeH="0" baseline="0">
                <a:ln>
                  <a:noFill/>
                </a:ln>
                <a:solidFill>
                  <a:srgbClr val="369226"/>
                </a:solidFill>
                <a:effectLst/>
                <a:uLnTx/>
                <a:uFillTx/>
                <a:latin typeface="Arial" panose="020B0604020202020204" pitchFamily="34" charset="0"/>
                <a:ea typeface="ＭＳ Ｐゴシック" panose="020B0600070205080204" pitchFamily="34" charset="-128"/>
                <a:cs typeface="Arial" panose="020B0604020202020204" pitchFamily="34" charset="0"/>
              </a:defRPr>
            </a:lvl1pPr>
          </a:lstStyle>
          <a:p>
            <a:pPr algn="r"/>
            <a:r>
              <a:t>Paramètre: « Sur erreur dans la table de filtres…»</a:t>
            </a:r>
          </a:p>
          <a:p>
            <a:pPr>
              <a:defRPr sz="1000">
                <a:solidFill>
                  <a:srgbClr val="0C4BAF"/>
                </a:solidFill>
              </a:defRPr>
            </a:pPr>
            <a:r>
              <a:t>Uniquement les anciens coupleurs</a:t>
            </a:r>
          </a:p>
          <a:p>
            <a:pPr marL="171450" indent="-171450">
              <a:buFont typeface="Arial" panose="020B0604020202020204" pitchFamily="34" charset="0"/>
              <a:buChar char="•"/>
              <a:defRPr sz="1000"/>
            </a:pPr>
            <a:r>
              <a:t>filtré- </a:t>
            </a:r>
            <a:r>
              <a:rPr>
                <a:solidFill>
                  <a:schemeClr val="tx1"/>
                </a:solidFill>
              </a:rPr>
              <a:t>La charge du bus augmente, l'erreur n'est pas détectée</a:t>
            </a:r>
          </a:p>
          <a:p>
            <a:pPr marL="171450" indent="-171450">
              <a:buFont typeface="Arial" panose="020B0604020202020204" pitchFamily="34" charset="0"/>
              <a:buChar char="•"/>
              <a:defRPr sz="1000"/>
            </a:pPr>
            <a:r>
              <a:t>bloqué- </a:t>
            </a:r>
            <a:r>
              <a:rPr>
                <a:solidFill>
                  <a:schemeClr val="tx1"/>
                </a:solidFill>
              </a:rPr>
              <a:t>Dysfonctionnement de l'installation, erreur détectée</a:t>
            </a:r>
          </a:p>
          <a:p>
            <a:pPr marL="171450" indent="-171450">
              <a:buFont typeface="Arial" panose="020B0604020202020204" pitchFamily="34" charset="0"/>
              <a:buChar char="•"/>
              <a:defRPr sz="1000"/>
            </a:pPr>
            <a:r>
              <a:t>ignoré - </a:t>
            </a:r>
            <a:r>
              <a:rPr>
                <a:solidFill>
                  <a:schemeClr val="tx1"/>
                </a:solidFill>
              </a:rPr>
              <a:t>Le coupleur se comporte en fonction des deux premiers paramètres</a:t>
            </a:r>
          </a:p>
        </p:txBody>
      </p:sp>
      <p:sp>
        <p:nvSpPr>
          <p:cNvPr id="18" name="TextBox 17">
            <a:extLst>
              <a:ext uri="{FF2B5EF4-FFF2-40B4-BE49-F238E27FC236}">
                <a16:creationId xmlns:a16="http://schemas.microsoft.com/office/drawing/2014/main" id="{19F06743-5132-4203-BB76-F21B5B3BEFDB}"/>
              </a:ext>
            </a:extLst>
          </p:cNvPr>
          <p:cNvSpPr txBox="1"/>
          <p:nvPr/>
        </p:nvSpPr>
        <p:spPr bwMode="auto">
          <a:xfrm>
            <a:off x="3059832" y="5547286"/>
            <a:ext cx="3544582" cy="738664"/>
          </a:xfrm>
          <a:prstGeom prst="rect">
            <a:avLst/>
          </a:prstGeom>
          <a:noFill/>
        </p:spPr>
        <p:txBody>
          <a:bodyPr wrap="square">
            <a:spAutoFit/>
          </a:bodyPr>
          <a:lstStyle>
            <a:lvl1pPr marL="0" marR="0" lvl="0" indent="0" defTabSz="457200" eaLnBrk="0" fontAlgn="auto" latinLnBrk="0" hangingPunct="0">
              <a:lnSpc>
                <a:spcPct val="100000"/>
              </a:lnSpc>
              <a:spcBef>
                <a:spcPts val="0"/>
              </a:spcBef>
              <a:spcAft>
                <a:spcPts val="0"/>
              </a:spcAft>
              <a:buClrTx/>
              <a:buSzTx/>
              <a:buFontTx/>
              <a:buNone/>
              <a:tabLst/>
              <a:defRPr kumimoji="0" sz="1200" b="1" i="0" u="none" strike="noStrike" kern="0" cap="none" spc="0" normalizeH="0" baseline="0">
                <a:ln>
                  <a:noFill/>
                </a:ln>
                <a:solidFill>
                  <a:srgbClr val="369226"/>
                </a:solidFill>
                <a:effectLst/>
                <a:uLnTx/>
                <a:uFillTx/>
                <a:latin typeface="Arial" panose="020B0604020202020204" pitchFamily="34" charset="0"/>
                <a:ea typeface="ＭＳ Ｐゴシック" panose="020B0600070205080204" pitchFamily="34" charset="-128"/>
                <a:cs typeface="Arial" panose="020B0604020202020204" pitchFamily="34" charset="0"/>
              </a:defRPr>
            </a:lvl1pPr>
          </a:lstStyle>
          <a:p>
            <a:r>
              <a:t>Paramètre « Confirmation de Télégramme</a:t>
            </a:r>
          </a:p>
          <a:p>
            <a:pPr marL="171450" indent="-171450">
              <a:buFont typeface="Arial" panose="020B0604020202020204" pitchFamily="34" charset="0"/>
              <a:buChar char="•"/>
              <a:defRPr sz="1000"/>
            </a:pPr>
            <a:r>
              <a:t>seulement si filtré- </a:t>
            </a:r>
            <a:r>
              <a:rPr>
                <a:solidFill>
                  <a:schemeClr val="tx1"/>
                </a:solidFill>
              </a:rPr>
              <a:t>Le télégramme n'est acquitté que s'il est acheminé par le coupleur</a:t>
            </a:r>
          </a:p>
          <a:p>
            <a:pPr marL="171450" indent="-171450">
              <a:buFont typeface="Arial" panose="020B0604020202020204" pitchFamily="34" charset="0"/>
              <a:buChar char="•"/>
              <a:defRPr sz="1000"/>
            </a:pPr>
            <a:r>
              <a:t>toujours - </a:t>
            </a:r>
            <a:r>
              <a:rPr>
                <a:solidFill>
                  <a:schemeClr val="tx1"/>
                </a:solidFill>
              </a:rPr>
              <a:t>Tous les télégrammes reçus font l'objet d'un accusé de réception</a:t>
            </a:r>
          </a:p>
        </p:txBody>
      </p:sp>
      <p:sp>
        <p:nvSpPr>
          <p:cNvPr id="20" name="TextBox 19">
            <a:extLst>
              <a:ext uri="{FF2B5EF4-FFF2-40B4-BE49-F238E27FC236}">
                <a16:creationId xmlns:a16="http://schemas.microsoft.com/office/drawing/2014/main" id="{76D67123-E407-4AA0-930A-BAD74C4C630F}"/>
              </a:ext>
            </a:extLst>
          </p:cNvPr>
          <p:cNvSpPr txBox="1"/>
          <p:nvPr/>
        </p:nvSpPr>
        <p:spPr bwMode="auto">
          <a:xfrm>
            <a:off x="284892" y="3054296"/>
            <a:ext cx="1642788" cy="1569660"/>
          </a:xfrm>
          <a:prstGeom prst="rect">
            <a:avLst/>
          </a:prstGeom>
          <a:noFill/>
        </p:spPr>
        <p:txBody>
          <a:bodyPr wrap="square">
            <a:spAutoFit/>
          </a:bodyPr>
          <a:lstStyle>
            <a:lvl1pPr marL="0" marR="0" lvl="0" indent="0" defTabSz="457200" eaLnBrk="0" fontAlgn="auto" latinLnBrk="0" hangingPunct="0">
              <a:lnSpc>
                <a:spcPct val="100000"/>
              </a:lnSpc>
              <a:spcBef>
                <a:spcPts val="0"/>
              </a:spcBef>
              <a:spcAft>
                <a:spcPts val="0"/>
              </a:spcAft>
              <a:buClrTx/>
              <a:buSzTx/>
              <a:buFontTx/>
              <a:buNone/>
              <a:tabLst/>
              <a:defRPr kumimoji="0" sz="1200" b="1" i="0" u="none" strike="noStrike" kern="0" cap="none" spc="0" normalizeH="0" baseline="0">
                <a:ln>
                  <a:noFill/>
                </a:ln>
                <a:solidFill>
                  <a:srgbClr val="369226"/>
                </a:solidFill>
                <a:effectLst/>
                <a:uLnTx/>
                <a:uFillTx/>
                <a:latin typeface="Arial" panose="020B0604020202020204" pitchFamily="34" charset="0"/>
                <a:ea typeface="ＭＳ Ｐゴシック" panose="020B0600070205080204" pitchFamily="34" charset="-128"/>
                <a:cs typeface="Arial" panose="020B0604020202020204" pitchFamily="34" charset="0"/>
              </a:defRPr>
            </a:lvl1pPr>
          </a:lstStyle>
          <a:p>
            <a:r>
              <a:t>Paramètre « Groupe principal 14/15 »</a:t>
            </a:r>
          </a:p>
          <a:p>
            <a:pPr marL="171450" indent="-171450">
              <a:buFont typeface="Arial" panose="020B0604020202020204" pitchFamily="34" charset="0"/>
              <a:buChar char="•"/>
              <a:defRPr sz="1000"/>
            </a:pPr>
            <a:r>
              <a:t>filtré- </a:t>
            </a:r>
            <a:r>
              <a:rPr>
                <a:solidFill>
                  <a:schemeClr val="tx1"/>
                </a:solidFill>
              </a:rPr>
              <a:t>groupes 14 et 15 acheminés dans les deux sens</a:t>
            </a:r>
          </a:p>
          <a:p>
            <a:pPr marL="171450" indent="-171450">
              <a:buFont typeface="Arial" panose="020B0604020202020204" pitchFamily="34" charset="0"/>
              <a:buChar char="•"/>
              <a:defRPr sz="1000"/>
            </a:pPr>
            <a:r>
              <a:t>bloqué- </a:t>
            </a:r>
            <a:r>
              <a:rPr>
                <a:solidFill>
                  <a:schemeClr val="tx1"/>
                </a:solidFill>
              </a:rPr>
              <a:t>groupes 14 et 15 bloqués dans les deux sens</a:t>
            </a:r>
          </a:p>
          <a:p/>
        </p:txBody>
      </p:sp>
      <p:sp>
        <p:nvSpPr>
          <p:cNvPr id="21" name="Speech Bubble: Rectangle 20">
            <a:extLst>
              <a:ext uri="{FF2B5EF4-FFF2-40B4-BE49-F238E27FC236}">
                <a16:creationId xmlns:a16="http://schemas.microsoft.com/office/drawing/2014/main" id="{D658C34E-C691-4785-8896-7273B0C1E8C7}"/>
              </a:ext>
            </a:extLst>
          </p:cNvPr>
          <p:cNvSpPr/>
          <p:nvPr/>
        </p:nvSpPr>
        <p:spPr>
          <a:xfrm>
            <a:off x="1875647" y="3171448"/>
            <a:ext cx="5504665" cy="263160"/>
          </a:xfrm>
          <a:prstGeom prst="wedgeRectCallout">
            <a:avLst>
              <a:gd name="adj1" fmla="val -57580"/>
              <a:gd name="adj2" fmla="val 7843"/>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22" name="Speech Bubble: Rectangle 21">
            <a:extLst>
              <a:ext uri="{FF2B5EF4-FFF2-40B4-BE49-F238E27FC236}">
                <a16:creationId xmlns:a16="http://schemas.microsoft.com/office/drawing/2014/main" id="{FD9CCA3B-0019-41BD-84BD-BCB05642ADCB}"/>
              </a:ext>
            </a:extLst>
          </p:cNvPr>
          <p:cNvSpPr/>
          <p:nvPr/>
        </p:nvSpPr>
        <p:spPr>
          <a:xfrm>
            <a:off x="1875647" y="4581128"/>
            <a:ext cx="5504665" cy="680428"/>
          </a:xfrm>
          <a:prstGeom prst="wedgeRectCallout">
            <a:avLst>
              <a:gd name="adj1" fmla="val -4561"/>
              <a:gd name="adj2" fmla="val 85492"/>
            </a:avLst>
          </a:prstGeom>
          <a:solidFill>
            <a:srgbClr val="369226">
              <a:alpha val="30000"/>
            </a:srgbClr>
          </a:solidFill>
          <a:ln>
            <a:solidFill>
              <a:srgbClr val="36922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23" name="Speech Bubble: Rectangle 22">
            <a:extLst>
              <a:ext uri="{FF2B5EF4-FFF2-40B4-BE49-F238E27FC236}">
                <a16:creationId xmlns:a16="http://schemas.microsoft.com/office/drawing/2014/main" id="{95C12273-1CC5-491C-9079-8E220F29F2B6}"/>
              </a:ext>
            </a:extLst>
          </p:cNvPr>
          <p:cNvSpPr/>
          <p:nvPr/>
        </p:nvSpPr>
        <p:spPr>
          <a:xfrm>
            <a:off x="1875647" y="3839126"/>
            <a:ext cx="5504665" cy="680428"/>
          </a:xfrm>
          <a:prstGeom prst="wedgeRectCallout">
            <a:avLst>
              <a:gd name="adj1" fmla="val -59426"/>
              <a:gd name="adj2" fmla="val 58611"/>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24" name="TextBox 23">
            <a:extLst>
              <a:ext uri="{FF2B5EF4-FFF2-40B4-BE49-F238E27FC236}">
                <a16:creationId xmlns:a16="http://schemas.microsoft.com/office/drawing/2014/main" id="{5BDA0ACB-9F4B-414F-858D-445AD84846E2}"/>
              </a:ext>
            </a:extLst>
          </p:cNvPr>
          <p:cNvSpPr txBox="1"/>
          <p:nvPr/>
        </p:nvSpPr>
        <p:spPr bwMode="auto">
          <a:xfrm>
            <a:off x="284892" y="4623956"/>
            <a:ext cx="1642788" cy="923330"/>
          </a:xfrm>
          <a:prstGeom prst="rect">
            <a:avLst/>
          </a:prstGeom>
          <a:noFill/>
        </p:spPr>
        <p:txBody>
          <a:bodyPr wrap="square">
            <a:spAutoFit/>
          </a:bodyPr>
          <a:lstStyle>
            <a:lvl1pPr marL="0" marR="0" lvl="0" indent="0" defTabSz="457200" eaLnBrk="0" fontAlgn="auto" latinLnBrk="0" hangingPunct="0">
              <a:lnSpc>
                <a:spcPct val="100000"/>
              </a:lnSpc>
              <a:spcBef>
                <a:spcPts val="0"/>
              </a:spcBef>
              <a:spcAft>
                <a:spcPts val="0"/>
              </a:spcAft>
              <a:buClrTx/>
              <a:buSzTx/>
              <a:buFontTx/>
              <a:buNone/>
              <a:tabLst/>
              <a:defRPr kumimoji="0" sz="1200" b="1" i="0" u="none" strike="noStrike" kern="0" cap="none" spc="0" normalizeH="0" baseline="0">
                <a:ln>
                  <a:noFill/>
                </a:ln>
                <a:solidFill>
                  <a:srgbClr val="369226"/>
                </a:solidFill>
                <a:effectLst/>
                <a:uLnTx/>
                <a:uFillTx/>
                <a:latin typeface="Arial" panose="020B0604020202020204" pitchFamily="34" charset="0"/>
                <a:ea typeface="ＭＳ Ｐゴシック" panose="020B0600070205080204" pitchFamily="34" charset="-128"/>
                <a:cs typeface="Arial" panose="020B0604020202020204" pitchFamily="34" charset="0"/>
              </a:defRPr>
            </a:lvl1pPr>
          </a:lstStyle>
          <a:p>
            <a:r>
              <a:t>Paramètre "Répétitions"</a:t>
            </a:r>
          </a:p>
          <a:p>
            <a:pPr marL="171450" indent="-171450">
              <a:buFont typeface="Arial" panose="020B0604020202020204" pitchFamily="34" charset="0"/>
              <a:buChar char="•"/>
              <a:defRPr sz="1000"/>
            </a:pPr>
            <a:r>
              <a:t>Répétitions - </a:t>
            </a:r>
            <a:r>
              <a:rPr>
                <a:solidFill>
                  <a:schemeClr val="tx1"/>
                </a:solidFill>
              </a:rPr>
              <a:t>aucune, 1, 2, 3 ou oui/non pour les nouveaux coupleurs</a:t>
            </a:r>
          </a:p>
        </p:txBody>
      </p:sp>
      <p:sp>
        <p:nvSpPr>
          <p:cNvPr id="25" name="TextBox 24">
            <a:extLst>
              <a:ext uri="{FF2B5EF4-FFF2-40B4-BE49-F238E27FC236}">
                <a16:creationId xmlns:a16="http://schemas.microsoft.com/office/drawing/2014/main" id="{02B54442-9DE2-4905-BCD3-18F512CBC0AF}"/>
              </a:ext>
            </a:extLst>
          </p:cNvPr>
          <p:cNvSpPr txBox="1"/>
          <p:nvPr/>
        </p:nvSpPr>
        <p:spPr bwMode="auto">
          <a:xfrm>
            <a:off x="284892" y="2052296"/>
            <a:ext cx="1642788" cy="800219"/>
          </a:xfrm>
          <a:prstGeom prst="rect">
            <a:avLst/>
          </a:prstGeom>
          <a:noFill/>
        </p:spPr>
        <p:txBody>
          <a:bodyPr wrap="square">
            <a:spAutoFit/>
          </a:bodyPr>
          <a:lstStyle>
            <a:lvl1pPr marL="0" marR="0" lvl="0" indent="0" defTabSz="457200" eaLnBrk="0" fontAlgn="auto" latinLnBrk="0" hangingPunct="0">
              <a:lnSpc>
                <a:spcPct val="100000"/>
              </a:lnSpc>
              <a:spcBef>
                <a:spcPts val="0"/>
              </a:spcBef>
              <a:spcAft>
                <a:spcPts val="0"/>
              </a:spcAft>
              <a:buClrTx/>
              <a:buSzTx/>
              <a:buFontTx/>
              <a:buNone/>
              <a:tabLst/>
              <a:defRPr kumimoji="0" sz="1200" b="1" i="0" u="none" strike="noStrike" kern="0" cap="none" spc="0" normalizeH="0" baseline="0">
                <a:ln>
                  <a:noFill/>
                </a:ln>
                <a:solidFill>
                  <a:srgbClr val="369226"/>
                </a:solidFill>
                <a:effectLst/>
                <a:uLnTx/>
                <a:uFillTx/>
                <a:latin typeface="Arial" panose="020B0604020202020204" pitchFamily="34" charset="0"/>
                <a:ea typeface="ＭＳ Ｐゴシック" panose="020B0600070205080204" pitchFamily="34" charset="-128"/>
                <a:cs typeface="Arial" panose="020B0604020202020204" pitchFamily="34" charset="0"/>
              </a:defRPr>
            </a:lvl1pPr>
          </a:lstStyle>
          <a:p>
            <a:r>
              <a:t>Paramètre "Vérifier la table des filtres"</a:t>
            </a:r>
          </a:p>
          <a:p>
            <a:pPr>
              <a:defRPr>
                <a:solidFill>
                  <a:srgbClr val="0C4BAF"/>
                </a:solidFill>
              </a:defRPr>
            </a:pPr>
            <a:r>
              <a:t>Uniquement les anciens coupleurs</a:t>
            </a:r>
          </a:p>
          <a:p>
            <a:pPr marL="171450" indent="-171450">
              <a:buFont typeface="Arial" panose="020B0604020202020204" pitchFamily="34" charset="0"/>
              <a:buChar char="•"/>
              <a:defRPr sz="1000">
                <a:solidFill>
                  <a:schemeClr val="tx1"/>
                </a:solidFill>
              </a:defRPr>
            </a:pPr>
            <a:r>
              <a:t>Vérification cyclique</a:t>
            </a:r>
          </a:p>
        </p:txBody>
      </p:sp>
    </p:spTree>
    <p:extLst>
      <p:ext uri="{BB962C8B-B14F-4D97-AF65-F5344CB8AC3E}">
        <p14:creationId xmlns:p14="http://schemas.microsoft.com/office/powerpoint/2010/main" val="3833297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5D143-46BE-4BA5-BBE9-C11DCDC34BC5}"/>
              </a:ext>
            </a:extLst>
          </p:cNvPr>
          <p:cNvSpPr>
            <a:spLocks noGrp="1"/>
          </p:cNvSpPr>
          <p:nvPr>
            <p:ph type="title"/>
          </p:nvPr>
        </p:nvSpPr>
        <p:spPr/>
        <p:txBody>
          <a:bodyPr/>
          <a:lstStyle/>
          <a:p>
            <a:r>
              <a:t>Cas d'utilisation de Configuration spéciale</a:t>
            </a:r>
          </a:p>
        </p:txBody>
      </p:sp>
      <p:graphicFrame>
        <p:nvGraphicFramePr>
          <p:cNvPr id="3" name="Table 2">
            <a:extLst>
              <a:ext uri="{FF2B5EF4-FFF2-40B4-BE49-F238E27FC236}">
                <a16:creationId xmlns:a16="http://schemas.microsoft.com/office/drawing/2014/main" id="{B26A72D5-8F2B-4F5A-9A9B-F2AEADEB5D41}"/>
              </a:ext>
            </a:extLst>
          </p:cNvPr>
          <p:cNvGraphicFramePr>
            <a:graphicFrameLocks noGrp="1"/>
          </p:cNvGraphicFramePr>
          <p:nvPr/>
        </p:nvGraphicFramePr>
        <p:xfrm>
          <a:off x="149225" y="1436135"/>
          <a:ext cx="1171575" cy="4867344"/>
        </p:xfrm>
        <a:graphic>
          <a:graphicData uri="http://schemas.openxmlformats.org/drawingml/2006/table">
            <a:tbl>
              <a:tblPr>
                <a:effectLst/>
              </a:tblPr>
              <a:tblGrid>
                <a:gridCol w="1171575">
                  <a:extLst>
                    <a:ext uri="{9D8B030D-6E8A-4147-A177-3AD203B41FA5}">
                      <a16:colId xmlns:a16="http://schemas.microsoft.com/office/drawing/2014/main" val="20000"/>
                    </a:ext>
                  </a:extLst>
                </a:gridCol>
              </a:tblGrid>
              <a:tr h="345502">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sz="1600" b="1">
                        <a:solidFill>
                          <a:srgbClr val="FFFFFF"/>
                        </a:solidFill>
                      </a:endParaRPr>
                    </a:p>
                  </a:txBody>
                  <a:tcPr marL="91491" marR="91491" marT="45701" marB="45701">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50000"/>
                      </a:sysClr>
                    </a:solidFill>
                  </a:tcPr>
                </a:tc>
                <a:extLst>
                  <a:ext uri="{0D108BD9-81ED-4DB2-BD59-A6C34878D82A}">
                    <a16:rowId xmlns:a16="http://schemas.microsoft.com/office/drawing/2014/main" val="10000"/>
                  </a:ext>
                </a:extLst>
              </a:tr>
              <a:tr h="1747475">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600" b="1">
                          <a:solidFill>
                            <a:srgbClr val="FFFFFF"/>
                          </a:solidFill>
                        </a:defRPr>
                      </a:pPr>
                      <a:r>
                        <a:t>PROBLÈME</a:t>
                      </a:r>
                      <a:endParaRPr sz="1600" b="1">
                        <a:solidFill>
                          <a:srgbClr val="FFFFFF"/>
                        </a:solidFill>
                      </a:endParaRPr>
                    </a:p>
                  </a:txBody>
                  <a:tcPr marL="91491" marR="91491" marT="45701" marB="45701">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50000"/>
                      </a:sysClr>
                    </a:solidFill>
                  </a:tcPr>
                </a:tc>
                <a:extLst>
                  <a:ext uri="{0D108BD9-81ED-4DB2-BD59-A6C34878D82A}">
                    <a16:rowId xmlns:a16="http://schemas.microsoft.com/office/drawing/2014/main" val="10001"/>
                  </a:ext>
                </a:extLst>
              </a:tr>
              <a:tr h="277436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defRPr sz="1600" b="1" i="1">
                          <a:solidFill>
                            <a:srgbClr val="FFFFFF"/>
                          </a:solidFill>
                        </a:defRPr>
                      </a:pPr>
                      <a:r>
                        <a:t>SOLUTION</a:t>
                      </a:r>
                      <a:endParaRPr sz="1600" b="1" i="1">
                        <a:solidFill>
                          <a:srgbClr val="FFFFFF"/>
                        </a:solidFill>
                      </a:endParaRPr>
                    </a:p>
                  </a:txBody>
                  <a:tcPr marL="91491" marR="91491" marT="45701" marB="45701">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50000"/>
                      </a:sysClr>
                    </a:solidFill>
                  </a:tcPr>
                </a:tc>
                <a:extLst>
                  <a:ext uri="{0D108BD9-81ED-4DB2-BD59-A6C34878D82A}">
                    <a16:rowId xmlns:a16="http://schemas.microsoft.com/office/drawing/2014/main" val="10002"/>
                  </a:ext>
                </a:extLst>
              </a:tr>
            </a:tbl>
          </a:graphicData>
        </a:graphic>
      </p:graphicFrame>
      <p:graphicFrame>
        <p:nvGraphicFramePr>
          <p:cNvPr id="4" name="Table 3">
            <a:extLst>
              <a:ext uri="{FF2B5EF4-FFF2-40B4-BE49-F238E27FC236}">
                <a16:creationId xmlns:a16="http://schemas.microsoft.com/office/drawing/2014/main" id="{B24CCEF8-A377-4A0B-ADFF-558AC136510A}"/>
              </a:ext>
            </a:extLst>
          </p:cNvPr>
          <p:cNvGraphicFramePr>
            <a:graphicFrameLocks noGrp="1"/>
          </p:cNvGraphicFramePr>
          <p:nvPr/>
        </p:nvGraphicFramePr>
        <p:xfrm>
          <a:off x="1331640" y="1412776"/>
          <a:ext cx="3856037" cy="2094489"/>
        </p:xfrm>
        <a:graphic>
          <a:graphicData uri="http://schemas.openxmlformats.org/drawingml/2006/table">
            <a:tbl>
              <a:tblPr firstRow="1">
                <a:effectLst/>
              </a:tblPr>
              <a:tblGrid>
                <a:gridCol w="3856037">
                  <a:extLst>
                    <a:ext uri="{9D8B030D-6E8A-4147-A177-3AD203B41FA5}">
                      <a16:colId xmlns:a16="http://schemas.microsoft.com/office/drawing/2014/main" val="20000"/>
                    </a:ext>
                  </a:extLst>
                </a:gridCol>
              </a:tblGrid>
              <a:tr h="3421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defRPr>
                          <a:solidFill>
                            <a:srgbClr val="FFFFFF"/>
                          </a:solidFill>
                        </a:defRPr>
                      </a:pPr>
                      <a:r>
                        <a:t>PC DANS LA LIGNE PRINCIPALE</a:t>
                      </a:r>
                    </a:p>
                  </a:txBody>
                  <a:tcPr marL="91435" marR="91435" marT="45694" marB="45694">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81BE">
                        <a:lumMod val="75000"/>
                      </a:srgbClr>
                    </a:solidFill>
                  </a:tcPr>
                </a:tc>
                <a:extLst>
                  <a:ext uri="{0D108BD9-81ED-4DB2-BD59-A6C34878D82A}">
                    <a16:rowId xmlns:a16="http://schemas.microsoft.com/office/drawing/2014/main" val="10000"/>
                  </a:ext>
                </a:extLst>
              </a:tr>
              <a:tr h="172878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285750" marR="0" indent="-285750" algn="l" defTabSz="457200" rtl="0" eaLnBrk="1" fontAlgn="auto" latinLnBrk="0" hangingPunct="1">
                        <a:lnSpc>
                          <a:spcPct val="100000"/>
                        </a:lnSpc>
                        <a:spcBef>
                          <a:spcPts val="0"/>
                        </a:spcBef>
                        <a:spcAft>
                          <a:spcPts val="600"/>
                        </a:spcAft>
                        <a:buClrTx/>
                        <a:buSzTx/>
                        <a:buFontTx/>
                        <a:buChar char="-"/>
                        <a:tabLst/>
                        <a:defRPr sz="1200">
                          <a:solidFill>
                            <a:schemeClr val="bg1">
                              <a:lumMod val="10000"/>
                            </a:schemeClr>
                          </a:solidFill>
                          <a:effectLst/>
                        </a:defRPr>
                      </a:pPr>
                      <a:r>
                        <a:t>Les tables de filtrage sont actives et définies de manière à ce que les télégrammes pour la visualisation puissent atteindre la ligne principale.</a:t>
                      </a:r>
                    </a:p>
                    <a:p>
                      <a:pPr marL="285750" marR="0" indent="-285750" algn="l" defTabSz="457200" rtl="0" eaLnBrk="1" fontAlgn="auto" latinLnBrk="0" hangingPunct="1">
                        <a:lnSpc>
                          <a:spcPct val="100000"/>
                        </a:lnSpc>
                        <a:spcBef>
                          <a:spcPts val="0"/>
                        </a:spcBef>
                        <a:spcAft>
                          <a:spcPts val="600"/>
                        </a:spcAft>
                        <a:buClrTx/>
                        <a:buSzTx/>
                        <a:buFontTx/>
                        <a:buChar char="-"/>
                        <a:tabLst/>
                        <a:defRPr sz="1200">
                          <a:solidFill>
                            <a:schemeClr val="bg1">
                              <a:lumMod val="10000"/>
                            </a:schemeClr>
                          </a:solidFill>
                          <a:effectLst/>
                        </a:defRPr>
                      </a:pPr>
                      <a:r>
                        <a:t>Si les télégrammes sont maintenant acheminés vers la ligne principale, l'IACK est manquant pour le coupler de ligne et les télégrammes sont répétés par exemple trois fois.</a:t>
                      </a:r>
                    </a:p>
                    <a:p>
                      <a:pPr marL="285750" marR="0" indent="-285750" algn="l" defTabSz="457200" rtl="0" eaLnBrk="1" fontAlgn="auto" latinLnBrk="0" hangingPunct="1">
                        <a:lnSpc>
                          <a:spcPct val="100000"/>
                        </a:lnSpc>
                        <a:spcBef>
                          <a:spcPts val="0"/>
                        </a:spcBef>
                        <a:spcAft>
                          <a:spcPts val="600"/>
                        </a:spcAft>
                        <a:buClrTx/>
                        <a:buSzTx/>
                        <a:buFontTx/>
                        <a:buChar char="-"/>
                        <a:tabLst/>
                        <a:defRPr sz="1200"/>
                      </a:pPr>
                      <a:r>
                        <a:rPr b="1" u="sng">
                          <a:solidFill>
                            <a:srgbClr val="002060"/>
                          </a:solidFill>
                        </a:rPr>
                        <a:t>RÉSULTAT</a:t>
                      </a:r>
                      <a:r>
                        <a:rPr b="1">
                          <a:solidFill>
                            <a:srgbClr val="002060"/>
                          </a:solidFill>
                        </a:rPr>
                        <a:t>: </a:t>
                      </a:r>
                      <a:r>
                        <a:rPr>
                          <a:solidFill>
                            <a:schemeClr val="bg2">
                              <a:lumMod val="10000"/>
                            </a:schemeClr>
                          </a:solidFill>
                        </a:rPr>
                        <a:t>charge de bus élevée sur la ligne principale. </a:t>
                      </a:r>
                    </a:p>
                  </a:txBody>
                  <a:tcPr marL="91435" marR="91435" marT="45694" marB="45694">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10001"/>
                  </a:ext>
                </a:extLst>
              </a:tr>
            </a:tbl>
          </a:graphicData>
        </a:graphic>
      </p:graphicFrame>
      <p:graphicFrame>
        <p:nvGraphicFramePr>
          <p:cNvPr id="5" name="Table 4">
            <a:extLst>
              <a:ext uri="{FF2B5EF4-FFF2-40B4-BE49-F238E27FC236}">
                <a16:creationId xmlns:a16="http://schemas.microsoft.com/office/drawing/2014/main" id="{E27E2972-87C8-449F-BB95-D9B7DBEFC496}"/>
              </a:ext>
            </a:extLst>
          </p:cNvPr>
          <p:cNvGraphicFramePr>
            <a:graphicFrameLocks noGrp="1"/>
          </p:cNvGraphicFramePr>
          <p:nvPr/>
        </p:nvGraphicFramePr>
        <p:xfrm>
          <a:off x="1322388" y="3505765"/>
          <a:ext cx="3857625" cy="2797714"/>
        </p:xfrm>
        <a:graphic>
          <a:graphicData uri="http://schemas.openxmlformats.org/drawingml/2006/table">
            <a:tbl>
              <a:tblPr firstRow="1">
                <a:effectLst/>
              </a:tblPr>
              <a:tblGrid>
                <a:gridCol w="3857625">
                  <a:extLst>
                    <a:ext uri="{9D8B030D-6E8A-4147-A177-3AD203B41FA5}">
                      <a16:colId xmlns:a16="http://schemas.microsoft.com/office/drawing/2014/main" val="20000"/>
                    </a:ext>
                  </a:extLst>
                </a:gridCol>
              </a:tblGrid>
              <a:tr h="2797714">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72000" indent="-342900">
                        <a:spcBef>
                          <a:spcPts val="600"/>
                        </a:spcBef>
                        <a:spcAft>
                          <a:spcPts val="600"/>
                        </a:spcAft>
                        <a:buAutoNum type="arabicPeriod"/>
                        <a:defRPr sz="1200">
                          <a:solidFill>
                            <a:schemeClr val="accent1">
                              <a:lumMod val="10000"/>
                            </a:schemeClr>
                          </a:solidFill>
                          <a:effectLst/>
                        </a:defRPr>
                      </a:pPr>
                      <a:r>
                        <a:t>Le paramètre "Confirmation des télégrammes sur la ligne principale" est réglé sur "toujours" pour tous les coupleurs de ligne. </a:t>
                      </a:r>
                    </a:p>
                    <a:p>
                      <a:pPr marL="0" indent="0">
                        <a:spcBef>
                          <a:spcPts val="600"/>
                        </a:spcBef>
                        <a:spcAft>
                          <a:spcPts val="600"/>
                        </a:spcAft>
                        <a:buNone/>
                        <a:defRPr sz="1200"/>
                      </a:pPr>
                      <a:r>
                        <a:rPr u="sng">
                          <a:solidFill>
                            <a:srgbClr val="002060"/>
                          </a:solidFill>
                        </a:rPr>
                        <a:t>RESULTAT</a:t>
                      </a:r>
                      <a:r>
                        <a:rPr>
                          <a:solidFill>
                            <a:srgbClr val="002060"/>
                          </a:solidFill>
                        </a:rPr>
                        <a:t>: </a:t>
                      </a:r>
                      <a:r>
                        <a:rPr>
                          <a:solidFill>
                            <a:schemeClr val="accent1">
                              <a:lumMod val="10000"/>
                            </a:schemeClr>
                          </a:solidFill>
                          <a:effectLst/>
                        </a:rPr>
                        <a:t>tous les coupleurs répondent et le télégramme n'est pas répété </a:t>
                      </a:r>
                      <a:r>
                        <a:rPr>
                          <a:solidFill>
                            <a:srgbClr val="002060"/>
                          </a:solidFill>
                        </a:rPr>
                        <a:t>.</a:t>
                      </a:r>
                    </a:p>
                    <a:p>
                      <a:pPr marL="0" indent="0">
                        <a:spcBef>
                          <a:spcPts val="600"/>
                        </a:spcBef>
                        <a:spcAft>
                          <a:spcPts val="600"/>
                        </a:spcAft>
                        <a:buNone/>
                        <a:defRPr sz="1200" b="1">
                          <a:solidFill>
                            <a:schemeClr val="bg2">
                              <a:lumMod val="10000"/>
                            </a:schemeClr>
                          </a:solidFill>
                        </a:defRPr>
                      </a:pPr>
                      <a:r>
                        <a:t>OU </a:t>
                      </a:r>
                    </a:p>
                    <a:p>
                      <a:pPr marL="72000" indent="-342900">
                        <a:spcAft>
                          <a:spcPts val="600"/>
                        </a:spcAft>
                        <a:buFont typeface="+mj-lt"/>
                        <a:buAutoNum type="arabicPeriod" startAt="2"/>
                        <a:defRPr sz="1200">
                          <a:solidFill>
                            <a:schemeClr val="bg2">
                              <a:lumMod val="10000"/>
                            </a:schemeClr>
                          </a:solidFill>
                          <a:effectLst/>
                        </a:defRPr>
                      </a:pPr>
                      <a:r>
                        <a:t>L'option "Répétitions en cas d'erreurs de transmission sur la ligne principale" est réglée sur "aucune" pour tous les coupleurs. </a:t>
                      </a:r>
                    </a:p>
                    <a:p>
                      <a:pPr marL="0" indent="0">
                        <a:spcAft>
                          <a:spcPts val="600"/>
                        </a:spcAft>
                        <a:buFont typeface="+mj-lt"/>
                        <a:buNone/>
                        <a:defRPr sz="1200"/>
                      </a:pPr>
                      <a:r>
                        <a:rPr u="sng">
                          <a:solidFill>
                            <a:srgbClr val="002060"/>
                          </a:solidFill>
                        </a:rPr>
                        <a:t>RESULTAT</a:t>
                      </a:r>
                      <a:r>
                        <a:rPr>
                          <a:solidFill>
                            <a:srgbClr val="002060"/>
                          </a:solidFill>
                        </a:rPr>
                        <a:t>: </a:t>
                      </a:r>
                      <a:r>
                        <a:rPr>
                          <a:solidFill>
                            <a:schemeClr val="accent1">
                              <a:lumMod val="10000"/>
                            </a:schemeClr>
                          </a:solidFill>
                          <a:effectLst/>
                        </a:rPr>
                        <a:t>le télégramme n'est pas répété non plus</a:t>
                      </a:r>
                    </a:p>
                    <a:p>
                      <a:pPr marL="0" indent="0">
                        <a:spcAft>
                          <a:spcPts val="600"/>
                        </a:spcAft>
                        <a:buFont typeface="+mj-lt"/>
                        <a:buNone/>
                        <a:defRPr sz="1000" i="1">
                          <a:solidFill>
                            <a:schemeClr val="bg2">
                              <a:lumMod val="10000"/>
                            </a:schemeClr>
                          </a:solidFill>
                        </a:defRPr>
                      </a:pPr>
                      <a:r>
                        <a:t>*Inconvénient : </a:t>
                      </a:r>
                      <a:r>
                        <a:rPr>
                          <a:effectLst/>
                        </a:rPr>
                        <a:t>Les télégrammes sont perdus en cas d'erreurs de transmission ou des tampons d'entrée des coupleurs pleins . </a:t>
                      </a:r>
                    </a:p>
                    <a:p>
                      <a:pPr marL="0" indent="0">
                        <a:spcAft>
                          <a:spcPts val="600"/>
                        </a:spcAft>
                        <a:buFont typeface="+mj-lt"/>
                        <a:buNone/>
                        <a:defRPr sz="1000" i="1">
                          <a:solidFill>
                            <a:schemeClr val="bg2">
                              <a:lumMod val="10000"/>
                            </a:schemeClr>
                          </a:solidFill>
                          <a:effectLst/>
                        </a:defRPr>
                      </a:pPr>
                      <a:r>
                        <a:t>Cette option est toutefois la seule disponible si un seul coupleur de ligne est présent.</a:t>
                      </a:r>
                      <a:endParaRPr sz="1000" b="0" i="1">
                        <a:solidFill>
                          <a:schemeClr val="bg2">
                            <a:lumMod val="10000"/>
                          </a:schemeClr>
                        </a:solidFill>
                        <a:latin typeface="+mn-lt"/>
                      </a:endParaRPr>
                    </a:p>
                  </a:txBody>
                  <a:tcPr marL="91473" marR="91473" marT="45689" marB="45689">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6E6E6"/>
                    </a:solidFill>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4E13AAD1-422A-49CF-930B-EEB2FA6E64EC}"/>
              </a:ext>
            </a:extLst>
          </p:cNvPr>
          <p:cNvGraphicFramePr>
            <a:graphicFrameLocks noGrp="1"/>
          </p:cNvGraphicFramePr>
          <p:nvPr/>
        </p:nvGraphicFramePr>
        <p:xfrm>
          <a:off x="5168384" y="1413030"/>
          <a:ext cx="3840163" cy="2135921"/>
        </p:xfrm>
        <a:graphic>
          <a:graphicData uri="http://schemas.openxmlformats.org/drawingml/2006/table">
            <a:tbl>
              <a:tblPr firstRow="1">
                <a:effectLst/>
              </a:tblPr>
              <a:tblGrid>
                <a:gridCol w="3840163">
                  <a:extLst>
                    <a:ext uri="{9D8B030D-6E8A-4147-A177-3AD203B41FA5}">
                      <a16:colId xmlns:a16="http://schemas.microsoft.com/office/drawing/2014/main" val="20000"/>
                    </a:ext>
                  </a:extLst>
                </a:gridCol>
              </a:tblGrid>
              <a:tr h="324276">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defRPr>
                          <a:solidFill>
                            <a:srgbClr val="FFFFFF"/>
                          </a:solidFill>
                        </a:defRPr>
                      </a:pPr>
                      <a:r>
                        <a:t>PC EN LIGNE SECUNDAIRE</a:t>
                      </a:r>
                      <a:endParaRPr sz="1800">
                        <a:solidFill>
                          <a:srgbClr val="FFFFFF"/>
                        </a:solidFill>
                      </a:endParaRPr>
                    </a:p>
                  </a:txBody>
                  <a:tcPr marL="91429" marR="91429" marT="45694" marB="45694">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0"/>
                  </a:ext>
                </a:extLst>
              </a:tr>
              <a:tr h="177021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285750" marR="0" indent="-285750" algn="l" defTabSz="457200" rtl="0" eaLnBrk="1" fontAlgn="auto" latinLnBrk="0" hangingPunct="1">
                        <a:lnSpc>
                          <a:spcPct val="100000"/>
                        </a:lnSpc>
                        <a:spcBef>
                          <a:spcPts val="0"/>
                        </a:spcBef>
                        <a:spcAft>
                          <a:spcPts val="600"/>
                        </a:spcAft>
                        <a:buClrTx/>
                        <a:buSzTx/>
                        <a:buFontTx/>
                        <a:buChar char="-"/>
                        <a:tabLst/>
                        <a:defRPr sz="1200">
                          <a:solidFill>
                            <a:schemeClr val="bg1">
                              <a:lumMod val="10000"/>
                            </a:schemeClr>
                          </a:solidFill>
                          <a:effectLst/>
                        </a:defRPr>
                      </a:pPr>
                      <a:r>
                        <a:t>Les tables de filtrage sont actives et définies de telle manière que les télégrammes pour la visualisation atteignent la ligne. </a:t>
                      </a:r>
                    </a:p>
                    <a:p>
                      <a:pPr marL="285750" marR="0" indent="-285750" algn="l" defTabSz="457200" rtl="0" eaLnBrk="1" fontAlgn="auto" latinLnBrk="0" hangingPunct="1">
                        <a:lnSpc>
                          <a:spcPct val="100000"/>
                        </a:lnSpc>
                        <a:spcBef>
                          <a:spcPts val="0"/>
                        </a:spcBef>
                        <a:spcAft>
                          <a:spcPts val="600"/>
                        </a:spcAft>
                        <a:buClrTx/>
                        <a:buSzTx/>
                        <a:buFontTx/>
                        <a:buChar char="-"/>
                        <a:tabLst/>
                        <a:defRPr sz="1200">
                          <a:solidFill>
                            <a:schemeClr val="bg1">
                              <a:lumMod val="10000"/>
                            </a:schemeClr>
                          </a:solidFill>
                          <a:effectLst/>
                        </a:defRPr>
                      </a:pPr>
                      <a:r>
                        <a:t>Si des télégrammes qui n'adressent que la visualisation sont maintenant routés vers la ligne principale, il manque l'IACK pour le coupleur de ligne et les télégrammes sont répétés par exemple trois fois, ce qui conduit à une charge bus élevée sur la ligne principale. </a:t>
                      </a:r>
                    </a:p>
                    <a:p>
                      <a:pPr marL="285750" marR="0" indent="-285750" algn="l" defTabSz="457200" rtl="0" eaLnBrk="1" fontAlgn="auto" latinLnBrk="0" hangingPunct="1">
                        <a:lnSpc>
                          <a:spcPct val="100000"/>
                        </a:lnSpc>
                        <a:spcBef>
                          <a:spcPts val="0"/>
                        </a:spcBef>
                        <a:spcAft>
                          <a:spcPts val="600"/>
                        </a:spcAft>
                        <a:buClrTx/>
                        <a:buSzTx/>
                        <a:buFontTx/>
                        <a:buChar char="-"/>
                        <a:tabLst/>
                        <a:defRPr sz="1200"/>
                      </a:pPr>
                      <a:r>
                        <a:rPr b="1" u="sng">
                          <a:solidFill>
                            <a:srgbClr val="002060"/>
                          </a:solidFill>
                        </a:rPr>
                        <a:t>RÉSULTAT</a:t>
                      </a:r>
                      <a:r>
                        <a:rPr b="1">
                          <a:solidFill>
                            <a:srgbClr val="002060"/>
                          </a:solidFill>
                        </a:rPr>
                        <a:t>: </a:t>
                      </a:r>
                      <a:r>
                        <a:rPr>
                          <a:solidFill>
                            <a:schemeClr val="bg2">
                              <a:lumMod val="10000"/>
                            </a:schemeClr>
                          </a:solidFill>
                        </a:rPr>
                        <a:t>Charge de bus élevée dans la ligne. </a:t>
                      </a:r>
                    </a:p>
                  </a:txBody>
                  <a:tcPr marL="91429" marR="91429" marT="45694" marB="45694">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6E6E6">
                        <a:tint val="20000"/>
                      </a:srgbClr>
                    </a:solidFill>
                  </a:tcPr>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FCF59AB4-19D8-4AA7-BE0D-7191D1CB28E5}"/>
              </a:ext>
            </a:extLst>
          </p:cNvPr>
          <p:cNvGraphicFramePr>
            <a:graphicFrameLocks noGrp="1"/>
          </p:cNvGraphicFramePr>
          <p:nvPr/>
        </p:nvGraphicFramePr>
        <p:xfrm>
          <a:off x="5201766" y="3505765"/>
          <a:ext cx="3840163" cy="2797714"/>
        </p:xfrm>
        <a:graphic>
          <a:graphicData uri="http://schemas.openxmlformats.org/drawingml/2006/table">
            <a:tbl>
              <a:tblPr firstRow="1">
                <a:effectLst/>
              </a:tblPr>
              <a:tblGrid>
                <a:gridCol w="3840163">
                  <a:extLst>
                    <a:ext uri="{9D8B030D-6E8A-4147-A177-3AD203B41FA5}">
                      <a16:colId xmlns:a16="http://schemas.microsoft.com/office/drawing/2014/main" val="20000"/>
                    </a:ext>
                  </a:extLst>
                </a:gridCol>
              </a:tblGrid>
              <a:tr h="2797714">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342900" indent="-342900">
                        <a:spcAft>
                          <a:spcPts val="600"/>
                        </a:spcAft>
                        <a:buFont typeface="+mj-lt"/>
                        <a:buAutoNum type="arabicPeriod"/>
                        <a:defRPr sz="1200">
                          <a:solidFill>
                            <a:schemeClr val="bg2">
                              <a:lumMod val="10000"/>
                            </a:schemeClr>
                          </a:solidFill>
                          <a:effectLst/>
                        </a:defRPr>
                      </a:pPr>
                      <a:r>
                        <a:t>L'option "Répétitions en cas d'erreurs de transmission sur la ligne" est réglée sur "aucune". </a:t>
                      </a:r>
                    </a:p>
                    <a:p>
                      <a:pPr marL="0" indent="0">
                        <a:spcAft>
                          <a:spcPts val="600"/>
                        </a:spcAft>
                        <a:buFont typeface="+mj-lt"/>
                        <a:buNone/>
                        <a:defRPr sz="1200"/>
                      </a:pPr>
                      <a:r>
                        <a:rPr u="sng">
                          <a:solidFill>
                            <a:srgbClr val="002060"/>
                          </a:solidFill>
                        </a:rPr>
                        <a:t>RÉSULTAT</a:t>
                      </a:r>
                      <a:r>
                        <a:rPr>
                          <a:solidFill>
                            <a:srgbClr val="002060"/>
                          </a:solidFill>
                        </a:rPr>
                        <a:t>: </a:t>
                      </a:r>
                      <a:r>
                        <a:rPr>
                          <a:solidFill>
                            <a:schemeClr val="accent1">
                              <a:lumMod val="10000"/>
                            </a:schemeClr>
                          </a:solidFill>
                          <a:effectLst/>
                        </a:rPr>
                        <a:t>le télégramme n'est donc pas répété</a:t>
                      </a:r>
                      <a:r>
                        <a:rPr>
                          <a:solidFill>
                            <a:srgbClr val="002060"/>
                          </a:solidFill>
                        </a:rPr>
                        <a:t>.</a:t>
                      </a:r>
                    </a:p>
                    <a:p>
                      <a:pPr marL="0" indent="0">
                        <a:spcAft>
                          <a:spcPts val="600"/>
                        </a:spcAft>
                        <a:buFont typeface="+mj-lt"/>
                        <a:buNone/>
                        <a:defRPr sz="1000" i="1">
                          <a:solidFill>
                            <a:schemeClr val="bg2">
                              <a:lumMod val="10000"/>
                            </a:schemeClr>
                          </a:solidFill>
                        </a:defRPr>
                      </a:pPr>
                      <a:r>
                        <a:t>*Inconvénient : </a:t>
                      </a:r>
                      <a:r>
                        <a:rPr>
                          <a:effectLst/>
                        </a:rPr>
                        <a:t>les télégrammes sont perdus en cas d'erreurs de transmission.</a:t>
                      </a:r>
                      <a:endParaRPr sz="1000">
                        <a:solidFill>
                          <a:schemeClr val="bg2">
                            <a:lumMod val="10000"/>
                          </a:schemeClr>
                        </a:solidFill>
                        <a:latin typeface="+mn-lt"/>
                      </a:endParaRPr>
                    </a:p>
                  </a:txBody>
                  <a:tcPr marL="91429" marR="91429" marT="45708" marB="45708">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6E6E6"/>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081799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10911-B571-4846-A0B7-BF5EBC0C737B}"/>
              </a:ext>
            </a:extLst>
          </p:cNvPr>
          <p:cNvSpPr>
            <a:spLocks noGrp="1"/>
          </p:cNvSpPr>
          <p:nvPr>
            <p:ph type="title"/>
          </p:nvPr>
        </p:nvSpPr>
        <p:spPr/>
        <p:txBody>
          <a:bodyPr/>
          <a:lstStyle/>
          <a:p>
            <a:r>
              <a:t>Paramètres de Répéteurs de Ligne</a:t>
            </a:r>
          </a:p>
        </p:txBody>
      </p:sp>
      <p:pic>
        <p:nvPicPr>
          <p:cNvPr id="3" name="Picture 2">
            <a:extLst>
              <a:ext uri="{FF2B5EF4-FFF2-40B4-BE49-F238E27FC236}">
                <a16:creationId xmlns:a16="http://schemas.microsoft.com/office/drawing/2014/main" id="{8936C53A-0896-48D9-B028-0C86A10449E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635896" y="3717032"/>
            <a:ext cx="4790167" cy="2440235"/>
          </a:xfrm>
          <a:prstGeom prst="rect">
            <a:avLst/>
          </a:prstGeom>
          <a:noFill/>
          <a:ln w="19050" cmpd="sng">
            <a:solidFill>
              <a:srgbClr val="000000"/>
            </a:solidFill>
            <a:miter lim="800000"/>
            <a:headEnd/>
            <a:tailEnd/>
          </a:ln>
          <a:effectLst/>
        </p:spPr>
      </p:pic>
      <p:sp>
        <p:nvSpPr>
          <p:cNvPr id="4" name="Rectangle 3">
            <a:extLst>
              <a:ext uri="{FF2B5EF4-FFF2-40B4-BE49-F238E27FC236}">
                <a16:creationId xmlns:a16="http://schemas.microsoft.com/office/drawing/2014/main" id="{6C576B1F-DE37-4BB4-908D-F4C5C75DC87A}"/>
              </a:ext>
            </a:extLst>
          </p:cNvPr>
          <p:cNvSpPr/>
          <p:nvPr/>
        </p:nvSpPr>
        <p:spPr>
          <a:xfrm>
            <a:off x="892544" y="1628800"/>
            <a:ext cx="7937500" cy="8623899"/>
          </a:xfrm>
          <a:prstGeom prst="rect">
            <a:avLst/>
          </a:prstGeom>
        </p:spPr>
        <p:txBody>
          <a:bodyPr/>
          <a:lstStyle/>
          <a:p>
            <a:pPr marL="342900" indent="-342900" eaLnBrk="0" hangingPunct="0">
              <a:spcBef>
                <a:spcPct val="20000"/>
              </a:spcBef>
              <a:buClr>
                <a:srgbClr val="369226"/>
              </a:buClr>
              <a:buFont typeface="Wingdings" pitchFamily="2" charset="2"/>
              <a:buChar char="§"/>
              <a:defRPr sz="2000">
                <a:latin typeface="+mn-lt"/>
                <a:cs typeface="+mn-cs"/>
              </a:defRPr>
            </a:pPr>
            <a:r>
              <a:rPr b="1"/>
              <a:t>Le programme ETS ne fait pas de distinction entre les segments de ligne </a:t>
            </a:r>
            <a:r>
              <a:t>→</a:t>
            </a:r>
            <a:r>
              <a:rPr b="1"/>
              <a:t> ne crée pas de table de filtrage pour les répéteurs de ligne</a:t>
            </a:r>
          </a:p>
          <a:p>
            <a:pPr marL="342900" indent="-342900" eaLnBrk="0" hangingPunct="0">
              <a:spcBef>
                <a:spcPct val="20000"/>
              </a:spcBef>
              <a:buClr>
                <a:srgbClr val="369226"/>
              </a:buClr>
              <a:buFont typeface="Wingdings" pitchFamily="2" charset="2"/>
              <a:buChar char="§"/>
            </a:pPr>
            <a:endParaRPr sz="2000" b="1">
              <a:solidFill>
                <a:srgbClr val="369226"/>
              </a:solidFill>
              <a:latin typeface="+mn-lt"/>
              <a:cs typeface="+mn-cs"/>
            </a:endParaRPr>
          </a:p>
          <a:p>
            <a:pPr marL="342900" indent="-342900" eaLnBrk="0" hangingPunct="0">
              <a:spcBef>
                <a:spcPct val="20000"/>
              </a:spcBef>
              <a:buClr>
                <a:srgbClr val="369226"/>
              </a:buClr>
              <a:buFont typeface="Wingdings" pitchFamily="2" charset="2"/>
              <a:buChar char="§"/>
              <a:defRPr sz="2000" b="1">
                <a:latin typeface="+mn-lt"/>
                <a:cs typeface="+mn-cs"/>
              </a:defRPr>
            </a:pPr>
            <a:r>
              <a:t>Les télégrammes avec des adresses de destination physiques sont généralement routés aussi</a:t>
            </a:r>
            <a:endParaRPr sz="2000" b="1">
              <a:latin typeface="+mn-lt"/>
              <a:cs typeface="+mn-cs"/>
            </a:endParaRPr>
          </a:p>
        </p:txBody>
      </p:sp>
    </p:spTree>
    <p:extLst>
      <p:ext uri="{BB962C8B-B14F-4D97-AF65-F5344CB8AC3E}">
        <p14:creationId xmlns:p14="http://schemas.microsoft.com/office/powerpoint/2010/main" val="597523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29EE2-743A-4B00-AC01-A10FDED9AB22}"/>
              </a:ext>
            </a:extLst>
          </p:cNvPr>
          <p:cNvSpPr>
            <a:spLocks noGrp="1"/>
          </p:cNvSpPr>
          <p:nvPr>
            <p:ph type="title"/>
          </p:nvPr>
        </p:nvSpPr>
        <p:spPr/>
        <p:txBody>
          <a:bodyPr/>
          <a:lstStyle/>
          <a:p>
            <a:r>
              <a:t>Routage</a:t>
            </a:r>
          </a:p>
        </p:txBody>
      </p:sp>
      <p:sp>
        <p:nvSpPr>
          <p:cNvPr id="6" name="TextBox 4">
            <a:extLst>
              <a:ext uri="{FF2B5EF4-FFF2-40B4-BE49-F238E27FC236}">
                <a16:creationId xmlns:a16="http://schemas.microsoft.com/office/drawing/2014/main" id="{9E217BE3-946B-43F4-AA40-E1441B51CFE7}"/>
              </a:ext>
            </a:extLst>
          </p:cNvPr>
          <p:cNvSpPr txBox="1">
            <a:spLocks noChangeArrowheads="1"/>
          </p:cNvSpPr>
          <p:nvPr/>
        </p:nvSpPr>
        <p:spPr bwMode="auto">
          <a:xfrm>
            <a:off x="971601" y="1444713"/>
            <a:ext cx="7026505"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defRPr sz="2000" b="1">
                <a:solidFill>
                  <a:srgbClr val="369226"/>
                </a:solidFill>
              </a:defRPr>
            </a:pPr>
            <a:r>
              <a:t>5 façons possibles de réagir à la réception d'un télégramme :</a:t>
            </a:r>
            <a:endParaRPr sz="2000" b="1">
              <a:solidFill>
                <a:srgbClr val="369226"/>
              </a:solidFill>
            </a:endParaRPr>
          </a:p>
        </p:txBody>
      </p:sp>
      <p:sp>
        <p:nvSpPr>
          <p:cNvPr id="7" name="Rectangle 6">
            <a:extLst>
              <a:ext uri="{FF2B5EF4-FFF2-40B4-BE49-F238E27FC236}">
                <a16:creationId xmlns:a16="http://schemas.microsoft.com/office/drawing/2014/main" id="{57FCB946-5BA6-45DE-8E9F-EE1C19E70167}"/>
              </a:ext>
            </a:extLst>
          </p:cNvPr>
          <p:cNvSpPr/>
          <p:nvPr/>
        </p:nvSpPr>
        <p:spPr>
          <a:xfrm>
            <a:off x="971601" y="1924958"/>
            <a:ext cx="7696149" cy="2831544"/>
          </a:xfrm>
          <a:prstGeom prst="rect">
            <a:avLst/>
          </a:prstGeom>
          <a:noFill/>
          <a:ln>
            <a:noFill/>
          </a:ln>
          <a:effectLst/>
        </p:spPr>
        <p:txBody>
          <a:bodyPr wrap="square">
            <a:spAutoFit/>
          </a:bodyPr>
          <a:lstStyle/>
          <a:p>
            <a:pPr>
              <a:defRPr sz="2000" b="1"/>
            </a:pPr>
            <a:r>
              <a:rPr>
                <a:solidFill>
                  <a:schemeClr val="bg2">
                    <a:lumMod val="10000"/>
                  </a:schemeClr>
                </a:solidFill>
              </a:rPr>
              <a:t> En cas d'</a:t>
            </a:r>
            <a:r>
              <a:rPr>
                <a:solidFill>
                  <a:srgbClr val="369226"/>
                </a:solidFill>
              </a:rPr>
              <a:t>accusé de réception du</a:t>
            </a:r>
            <a:r>
              <a:rPr>
                <a:solidFill>
                  <a:schemeClr val="bg2">
                    <a:lumMod val="10000"/>
                  </a:schemeClr>
                </a:solidFill>
              </a:rPr>
              <a:t> télégramme :</a:t>
            </a:r>
          </a:p>
          <a:p>
            <a:endParaRPr sz="800" b="1">
              <a:solidFill>
                <a:schemeClr val="bg2">
                  <a:lumMod val="10000"/>
                </a:schemeClr>
              </a:solidFill>
            </a:endParaRPr>
          </a:p>
          <a:p>
            <a:pPr lvl="1">
              <a:spcAft>
                <a:spcPts val="1200"/>
              </a:spcAft>
              <a:defRPr sz="2000" b="1"/>
            </a:pPr>
            <a:r>
              <a:rPr>
                <a:solidFill>
                  <a:srgbClr val="369226"/>
                </a:solidFill>
              </a:rPr>
              <a:t>1 - TEL_ROUT_UN</a:t>
            </a:r>
            <a:r>
              <a:rPr>
                <a:solidFill>
                  <a:schemeClr val="bg2">
                    <a:lumMod val="10000"/>
                  </a:schemeClr>
                </a:solidFill>
              </a:rPr>
              <a:t>: le télégramme est acheminé sans modification </a:t>
            </a:r>
            <a:endParaRPr sz="2000" b="1">
              <a:solidFill>
                <a:schemeClr val="bg2">
                  <a:lumMod val="10000"/>
                </a:schemeClr>
              </a:solidFill>
            </a:endParaRPr>
          </a:p>
          <a:p>
            <a:pPr lvl="1">
              <a:spcAft>
                <a:spcPts val="1200"/>
              </a:spcAft>
              <a:defRPr sz="2000" b="1"/>
            </a:pPr>
            <a:r>
              <a:rPr>
                <a:solidFill>
                  <a:srgbClr val="369226"/>
                </a:solidFill>
              </a:rPr>
              <a:t>2 - TEL_ROUT_DEC</a:t>
            </a:r>
            <a:r>
              <a:rPr>
                <a:solidFill>
                  <a:schemeClr val="bg2">
                    <a:lumMod val="10000"/>
                  </a:schemeClr>
                </a:solidFill>
              </a:rPr>
              <a:t>: Le télégramme est acheminé et le compteur de routage est décrémenté</a:t>
            </a:r>
            <a:endParaRPr sz="2000" b="1">
              <a:solidFill>
                <a:schemeClr val="bg2">
                  <a:lumMod val="10000"/>
                </a:schemeClr>
              </a:solidFill>
            </a:endParaRPr>
          </a:p>
          <a:p>
            <a:pPr lvl="1">
              <a:spcAft>
                <a:spcPts val="1200"/>
              </a:spcAft>
              <a:defRPr sz="2000" b="1"/>
            </a:pPr>
            <a:r>
              <a:rPr>
                <a:solidFill>
                  <a:srgbClr val="369226"/>
                </a:solidFill>
              </a:rPr>
              <a:t>3 - TEL_INT</a:t>
            </a:r>
            <a:r>
              <a:rPr>
                <a:solidFill>
                  <a:schemeClr val="bg2">
                    <a:lumMod val="10000"/>
                  </a:schemeClr>
                </a:solidFill>
              </a:rPr>
              <a:t>: Le télégramme est destiné au coupleur lui-même afin de modifier les données internes</a:t>
            </a:r>
            <a:endParaRPr sz="2000" b="1">
              <a:solidFill>
                <a:schemeClr val="bg2">
                  <a:lumMod val="10000"/>
                </a:schemeClr>
              </a:solidFill>
            </a:endParaRPr>
          </a:p>
          <a:p>
            <a:pPr lvl="1">
              <a:spcAft>
                <a:spcPts val="1200"/>
              </a:spcAft>
              <a:defRPr sz="2000" b="1"/>
            </a:pPr>
            <a:r>
              <a:rPr>
                <a:solidFill>
                  <a:srgbClr val="369226"/>
                </a:solidFill>
              </a:rPr>
              <a:t>4 - TEL_IGN_AK</a:t>
            </a:r>
            <a:r>
              <a:rPr>
                <a:solidFill>
                  <a:schemeClr val="bg2">
                    <a:lumMod val="10000"/>
                  </a:schemeClr>
                </a:solidFill>
              </a:rPr>
              <a:t>: le télégramme est ignoré</a:t>
            </a:r>
            <a:endParaRPr sz="2000" b="1">
              <a:solidFill>
                <a:schemeClr val="bg2">
                  <a:lumMod val="10000"/>
                </a:schemeClr>
              </a:solidFill>
            </a:endParaRPr>
          </a:p>
        </p:txBody>
      </p:sp>
      <p:sp>
        <p:nvSpPr>
          <p:cNvPr id="8" name="Rectangle 7">
            <a:extLst>
              <a:ext uri="{FF2B5EF4-FFF2-40B4-BE49-F238E27FC236}">
                <a16:creationId xmlns:a16="http://schemas.microsoft.com/office/drawing/2014/main" id="{26755C5A-EAF5-47D9-96D1-93536C20AA3E}"/>
              </a:ext>
            </a:extLst>
          </p:cNvPr>
          <p:cNvSpPr/>
          <p:nvPr/>
        </p:nvSpPr>
        <p:spPr>
          <a:xfrm>
            <a:off x="958912" y="5058311"/>
            <a:ext cx="7937500" cy="984885"/>
          </a:xfrm>
          <a:prstGeom prst="rect">
            <a:avLst/>
          </a:prstGeom>
          <a:noFill/>
          <a:ln>
            <a:noFill/>
          </a:ln>
          <a:effectLst/>
        </p:spPr>
        <p:txBody>
          <a:bodyPr wrap="square">
            <a:spAutoFit/>
          </a:bodyPr>
          <a:lstStyle/>
          <a:p>
            <a:pPr>
              <a:defRPr sz="2000" b="1"/>
            </a:pPr>
            <a:r>
              <a:rPr>
                <a:solidFill>
                  <a:schemeClr val="bg2">
                    <a:lumMod val="10000"/>
                  </a:schemeClr>
                </a:solidFill>
              </a:rPr>
              <a:t>Si le télégramme </a:t>
            </a:r>
            <a:r>
              <a:rPr>
                <a:solidFill>
                  <a:srgbClr val="369226"/>
                </a:solidFill>
              </a:rPr>
              <a:t>n'est pas acquitté :</a:t>
            </a:r>
          </a:p>
          <a:p>
            <a:pPr lvl="1">
              <a:spcAft>
                <a:spcPts val="1200"/>
              </a:spcAft>
            </a:pPr>
            <a:endParaRPr sz="800" b="1">
              <a:solidFill>
                <a:srgbClr val="369226"/>
              </a:solidFill>
            </a:endParaRPr>
          </a:p>
          <a:p>
            <a:pPr lvl="1">
              <a:spcAft>
                <a:spcPts val="1200"/>
              </a:spcAft>
              <a:defRPr sz="2000" b="1"/>
            </a:pPr>
            <a:r>
              <a:rPr>
                <a:solidFill>
                  <a:srgbClr val="369226"/>
                </a:solidFill>
              </a:rPr>
              <a:t>5 -TEL_IGN_NOAK</a:t>
            </a:r>
            <a:r>
              <a:t>:</a:t>
            </a:r>
            <a:r>
              <a:rPr>
                <a:solidFill>
                  <a:srgbClr val="369226"/>
                </a:solidFill>
              </a:rPr>
              <a:t> </a:t>
            </a:r>
            <a:r>
              <a:t>Le télégramme est ignoré sans ack</a:t>
            </a:r>
          </a:p>
        </p:txBody>
      </p:sp>
    </p:spTree>
    <p:extLst>
      <p:ext uri="{BB962C8B-B14F-4D97-AF65-F5344CB8AC3E}">
        <p14:creationId xmlns:p14="http://schemas.microsoft.com/office/powerpoint/2010/main" val="2112717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DB460-6281-41E7-A120-B252F67243E5}"/>
              </a:ext>
            </a:extLst>
          </p:cNvPr>
          <p:cNvSpPr>
            <a:spLocks noGrp="1"/>
          </p:cNvSpPr>
          <p:nvPr>
            <p:ph type="title"/>
          </p:nvPr>
        </p:nvSpPr>
        <p:spPr>
          <a:xfrm>
            <a:off x="900113" y="332656"/>
            <a:ext cx="6480175" cy="719138"/>
          </a:xfrm>
        </p:spPr>
        <p:txBody>
          <a:bodyPr/>
          <a:lstStyle/>
          <a:p>
            <a:r>
              <a:t>Routage de télégrammes d'adresse physique</a:t>
            </a:r>
          </a:p>
        </p:txBody>
      </p:sp>
      <p:graphicFrame>
        <p:nvGraphicFramePr>
          <p:cNvPr id="4" name="Object 3">
            <a:extLst>
              <a:ext uri="{FF2B5EF4-FFF2-40B4-BE49-F238E27FC236}">
                <a16:creationId xmlns:a16="http://schemas.microsoft.com/office/drawing/2014/main" id="{31A50B3B-39A4-4F5F-A5CA-EDBDD66BA816}"/>
              </a:ext>
            </a:extLst>
          </p:cNvPr>
          <p:cNvGraphicFramePr>
            <a:graphicFrameLocks noChangeAspect="1"/>
          </p:cNvGraphicFramePr>
          <p:nvPr/>
        </p:nvGraphicFramePr>
        <p:xfrm>
          <a:off x="236537" y="1546834"/>
          <a:ext cx="4335463" cy="3505200"/>
        </p:xfrm>
        <a:graphic>
          <a:graphicData uri="http://schemas.openxmlformats.org/presentationml/2006/ole">
            <mc:AlternateContent xmlns:mc="http://schemas.openxmlformats.org/markup-compatibility/2006">
              <mc:Choice xmlns:v="urn:schemas-microsoft-com:vml" Requires="v">
                <p:oleObj r:id="rId3" imgW="6950207" imgH="5611021" progId="Visio.Drawing.15">
                  <p:embed/>
                </p:oleObj>
              </mc:Choice>
              <mc:Fallback>
                <p:oleObj r:id="rId3" imgW="6950207" imgH="5611021" progId="Visio.Drawing.15">
                  <p:embed/>
                  <p:pic>
                    <p:nvPicPr>
                      <p:cNvPr id="4" name="Object 3">
                        <a:extLst>
                          <a:ext uri="{FF2B5EF4-FFF2-40B4-BE49-F238E27FC236}">
                            <a16:creationId xmlns:a16="http://schemas.microsoft.com/office/drawing/2014/main" id="{31A50B3B-39A4-4F5F-A5CA-EDBDD66BA8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537" y="1546834"/>
                        <a:ext cx="4335463" cy="350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a:extLst>
              <a:ext uri="{FF2B5EF4-FFF2-40B4-BE49-F238E27FC236}">
                <a16:creationId xmlns:a16="http://schemas.microsoft.com/office/drawing/2014/main" id="{5883F6C6-88BE-4BF6-9B1C-2955BBB28640}"/>
              </a:ext>
            </a:extLst>
          </p:cNvPr>
          <p:cNvSpPr>
            <a:spLocks noChangeArrowheads="1"/>
          </p:cNvSpPr>
          <p:nvPr/>
        </p:nvSpPr>
        <p:spPr bwMode="auto">
          <a:xfrm>
            <a:off x="2655888" y="24208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p:txBody>
      </p:sp>
      <p:graphicFrame>
        <p:nvGraphicFramePr>
          <p:cNvPr id="6" name="Object 5">
            <a:extLst>
              <a:ext uri="{FF2B5EF4-FFF2-40B4-BE49-F238E27FC236}">
                <a16:creationId xmlns:a16="http://schemas.microsoft.com/office/drawing/2014/main" id="{921841A4-DFE0-4BDA-B6E0-DB957325F149}"/>
              </a:ext>
            </a:extLst>
          </p:cNvPr>
          <p:cNvGraphicFramePr>
            <a:graphicFrameLocks noChangeAspect="1"/>
          </p:cNvGraphicFramePr>
          <p:nvPr/>
        </p:nvGraphicFramePr>
        <p:xfrm>
          <a:off x="4355976" y="1579984"/>
          <a:ext cx="4346448" cy="3505200"/>
        </p:xfrm>
        <a:graphic>
          <a:graphicData uri="http://schemas.openxmlformats.org/presentationml/2006/ole">
            <mc:AlternateContent xmlns:mc="http://schemas.openxmlformats.org/markup-compatibility/2006">
              <mc:Choice xmlns:v="urn:schemas-microsoft-com:vml" Requires="v">
                <p:oleObj r:id="rId5" imgW="6950207" imgH="5611021" progId="Visio.Drawing.15">
                  <p:embed/>
                </p:oleObj>
              </mc:Choice>
              <mc:Fallback>
                <p:oleObj r:id="rId5" imgW="6950207" imgH="5611021" progId="Visio.Drawing.15">
                  <p:embed/>
                  <p:pic>
                    <p:nvPicPr>
                      <p:cNvPr id="6" name="Object 5">
                        <a:extLst>
                          <a:ext uri="{FF2B5EF4-FFF2-40B4-BE49-F238E27FC236}">
                            <a16:creationId xmlns:a16="http://schemas.microsoft.com/office/drawing/2014/main" id="{921841A4-DFE0-4BDA-B6E0-DB957325F1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5976" y="1579984"/>
                        <a:ext cx="4346448" cy="3505200"/>
                      </a:xfrm>
                      <a:prstGeom prst="rect">
                        <a:avLst/>
                      </a:prstGeom>
                      <a:noFill/>
                    </p:spPr>
                  </p:pic>
                </p:oleObj>
              </mc:Fallback>
            </mc:AlternateContent>
          </a:graphicData>
        </a:graphic>
      </p:graphicFrame>
      <p:sp>
        <p:nvSpPr>
          <p:cNvPr id="3" name="Rectangle 2">
            <a:extLst>
              <a:ext uri="{FF2B5EF4-FFF2-40B4-BE49-F238E27FC236}">
                <a16:creationId xmlns:a16="http://schemas.microsoft.com/office/drawing/2014/main" id="{3C0012D9-0177-43C6-8BE8-EABF75BAEA05}"/>
              </a:ext>
            </a:extLst>
          </p:cNvPr>
          <p:cNvSpPr/>
          <p:nvPr/>
        </p:nvSpPr>
        <p:spPr>
          <a:xfrm>
            <a:off x="2300368" y="1412776"/>
            <a:ext cx="22589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defRPr sz="2000" b="1">
                <a:solidFill>
                  <a:srgbClr val="369226"/>
                </a:solidFill>
                <a:latin typeface="Arial" panose="020B0604020202020204" pitchFamily="34" charset="0"/>
                <a:ea typeface="ＭＳ Ｐゴシック" panose="020B0600070205080204" pitchFamily="34" charset="-128"/>
              </a:defRPr>
            </a:pPr>
            <a:r>
              <a:t>Ligne principale à ligne secondaire: </a:t>
            </a:r>
            <a:endParaRPr sz="2000" b="1">
              <a:solidFill>
                <a:srgbClr val="369226"/>
              </a:solidFill>
              <a:latin typeface="Arial" panose="020B0604020202020204" pitchFamily="34" charset="0"/>
              <a:ea typeface="ＭＳ Ｐゴシック" panose="020B0600070205080204" pitchFamily="34" charset="-128"/>
            </a:endParaRPr>
          </a:p>
        </p:txBody>
      </p:sp>
      <p:sp>
        <p:nvSpPr>
          <p:cNvPr id="7" name="Rectangle 6">
            <a:extLst>
              <a:ext uri="{FF2B5EF4-FFF2-40B4-BE49-F238E27FC236}">
                <a16:creationId xmlns:a16="http://schemas.microsoft.com/office/drawing/2014/main" id="{F887077E-A766-4693-A589-56919993D4D3}"/>
              </a:ext>
            </a:extLst>
          </p:cNvPr>
          <p:cNvSpPr/>
          <p:nvPr/>
        </p:nvSpPr>
        <p:spPr>
          <a:xfrm>
            <a:off x="6294369" y="1412776"/>
            <a:ext cx="23640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defRPr sz="2000" b="1">
                <a:solidFill>
                  <a:srgbClr val="369226"/>
                </a:solidFill>
                <a:latin typeface="Arial" panose="020B0604020202020204" pitchFamily="34" charset="0"/>
                <a:ea typeface="ＭＳ Ｐゴシック" panose="020B0600070205080204" pitchFamily="34" charset="-128"/>
              </a:defRPr>
            </a:pPr>
            <a:r>
              <a:t>Ligne à ligne principale : </a:t>
            </a:r>
            <a:endParaRPr sz="2000" b="1">
              <a:solidFill>
                <a:srgbClr val="369226"/>
              </a:solidFill>
              <a:latin typeface="Arial" panose="020B0604020202020204" pitchFamily="34" charset="0"/>
              <a:ea typeface="ＭＳ Ｐゴシック" panose="020B0600070205080204" pitchFamily="34" charset="-128"/>
            </a:endParaRPr>
          </a:p>
        </p:txBody>
      </p:sp>
      <p:sp>
        <p:nvSpPr>
          <p:cNvPr id="9" name="Rectangle 8">
            <a:extLst>
              <a:ext uri="{FF2B5EF4-FFF2-40B4-BE49-F238E27FC236}">
                <a16:creationId xmlns:a16="http://schemas.microsoft.com/office/drawing/2014/main" id="{33597409-B806-48E5-A727-28215F898A72}"/>
              </a:ext>
            </a:extLst>
          </p:cNvPr>
          <p:cNvSpPr/>
          <p:nvPr/>
        </p:nvSpPr>
        <p:spPr>
          <a:xfrm>
            <a:off x="539551" y="4949350"/>
            <a:ext cx="3904631" cy="1384995"/>
          </a:xfrm>
          <a:prstGeom prst="rect">
            <a:avLst/>
          </a:prstGeom>
        </p:spPr>
        <p:txBody>
          <a:bodyPr wrap="square">
            <a:spAutoFit/>
          </a:bodyPr>
          <a:lstStyle/>
          <a:p>
            <a:pPr>
              <a:defRPr sz="1400" b="1"/>
            </a:pPr>
            <a:r>
              <a:t>Adresse physique de destination du participant de destination : A.B.C</a:t>
            </a:r>
          </a:p>
          <a:p>
            <a:pPr>
              <a:defRPr sz="1400" b="1"/>
            </a:pPr>
            <a:r>
              <a:t>Z = Zone dans laquelle se trouve l'appareil cible</a:t>
            </a:r>
          </a:p>
          <a:p>
            <a:pPr>
              <a:defRPr sz="1400" b="1"/>
            </a:pPr>
            <a:r>
              <a:t>L = Ligne dans laquelle se trouve l'appareil cible</a:t>
            </a:r>
          </a:p>
          <a:p>
            <a:pPr>
              <a:defRPr sz="1400" b="1"/>
            </a:pPr>
            <a:r>
              <a:t>Pt = Numéro d'appareil de l'appareil cible dans la ligne</a:t>
            </a:r>
          </a:p>
        </p:txBody>
      </p:sp>
      <p:sp>
        <p:nvSpPr>
          <p:cNvPr id="10" name="Rectangle 9">
            <a:extLst>
              <a:ext uri="{FF2B5EF4-FFF2-40B4-BE49-F238E27FC236}">
                <a16:creationId xmlns:a16="http://schemas.microsoft.com/office/drawing/2014/main" id="{B00FED2E-E573-4297-9783-ED5FFA298B30}"/>
              </a:ext>
            </a:extLst>
          </p:cNvPr>
          <p:cNvSpPr/>
          <p:nvPr/>
        </p:nvSpPr>
        <p:spPr>
          <a:xfrm>
            <a:off x="4699818" y="4941168"/>
            <a:ext cx="3904630" cy="1600438"/>
          </a:xfrm>
          <a:prstGeom prst="rect">
            <a:avLst/>
          </a:prstGeom>
        </p:spPr>
        <p:txBody>
          <a:bodyPr wrap="square">
            <a:spAutoFit/>
          </a:bodyPr>
          <a:lstStyle/>
          <a:p>
            <a:pPr>
              <a:defRPr sz="1400" b="1"/>
            </a:pPr>
            <a:r>
              <a:t> Adresse physique du couplage de ligne : X.Y.0 (zéro)</a:t>
            </a:r>
          </a:p>
          <a:p>
            <a:endParaRPr sz="1400" b="1"/>
          </a:p>
          <a:p>
            <a:pPr>
              <a:defRPr sz="1400" b="1"/>
            </a:pPr>
            <a:r>
              <a:t>Z = Zone dans laquelle se trouve le coupleur de ligne</a:t>
            </a:r>
          </a:p>
          <a:p>
            <a:pPr>
              <a:defRPr sz="1400" b="1"/>
            </a:pPr>
            <a:r>
              <a:t>L = Ligne dans laquelle se trouve le coupleur de ligne</a:t>
            </a:r>
          </a:p>
          <a:p>
            <a:pPr>
              <a:defRPr sz="1400" b="1"/>
            </a:pPr>
            <a:r>
              <a:t>0 = adresse du coupleur de ligne (toujours zéro)</a:t>
            </a:r>
          </a:p>
        </p:txBody>
      </p:sp>
    </p:spTree>
    <p:extLst>
      <p:ext uri="{BB962C8B-B14F-4D97-AF65-F5344CB8AC3E}">
        <p14:creationId xmlns:p14="http://schemas.microsoft.com/office/powerpoint/2010/main" val="2949182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29EE2-743A-4B00-AC01-A10FDED9AB22}"/>
              </a:ext>
            </a:extLst>
          </p:cNvPr>
          <p:cNvSpPr>
            <a:spLocks noGrp="1"/>
          </p:cNvSpPr>
          <p:nvPr>
            <p:ph type="title"/>
          </p:nvPr>
        </p:nvSpPr>
        <p:spPr/>
        <p:txBody>
          <a:bodyPr/>
          <a:lstStyle/>
          <a:p>
            <a:r>
              <a:t>Routage de groupe de télégrammes </a:t>
            </a:r>
          </a:p>
        </p:txBody>
      </p:sp>
      <p:pic>
        <p:nvPicPr>
          <p:cNvPr id="3" name="Picture 2">
            <a:extLst>
              <a:ext uri="{FF2B5EF4-FFF2-40B4-BE49-F238E27FC236}">
                <a16:creationId xmlns:a16="http://schemas.microsoft.com/office/drawing/2014/main" id="{9E1F9EAB-67A1-434B-A126-C78A9165FA03}"/>
              </a:ext>
            </a:extLst>
          </p:cNvPr>
          <p:cNvPicPr>
            <a:picLocks noChangeAspect="1"/>
          </p:cNvPicPr>
          <p:nvPr/>
        </p:nvPicPr>
        <p:blipFill>
          <a:blip r:embed="rId3"/>
          <a:stretch>
            <a:fillRect/>
          </a:stretch>
        </p:blipFill>
        <p:spPr>
          <a:xfrm>
            <a:off x="323527" y="1741459"/>
            <a:ext cx="6894681" cy="4592538"/>
          </a:xfrm>
          <a:prstGeom prst="rect">
            <a:avLst/>
          </a:prstGeom>
        </p:spPr>
      </p:pic>
      <p:sp>
        <p:nvSpPr>
          <p:cNvPr id="4" name="Rectangle 3">
            <a:extLst>
              <a:ext uri="{FF2B5EF4-FFF2-40B4-BE49-F238E27FC236}">
                <a16:creationId xmlns:a16="http://schemas.microsoft.com/office/drawing/2014/main" id="{40DCDB27-7AB2-496E-9C50-B8868E189ABB}"/>
              </a:ext>
            </a:extLst>
          </p:cNvPr>
          <p:cNvSpPr/>
          <p:nvPr/>
        </p:nvSpPr>
        <p:spPr>
          <a:xfrm>
            <a:off x="7241400" y="4162434"/>
            <a:ext cx="1763712" cy="1538883"/>
          </a:xfrm>
          <a:prstGeom prst="rect">
            <a:avLst/>
          </a:prstGeom>
          <a:ln>
            <a:noFill/>
          </a:ln>
        </p:spPr>
        <p:txBody>
          <a:bodyPr wrap="square">
            <a:spAutoFit/>
          </a:bodyPr>
          <a:lstStyle/>
          <a:p>
            <a:pPr>
              <a:spcAft>
                <a:spcPts val="600"/>
              </a:spcAft>
              <a:defRPr sz="1400" b="1"/>
            </a:pPr>
            <a:r>
              <a:rPr>
                <a:solidFill>
                  <a:schemeClr val="bg2">
                    <a:lumMod val="10000"/>
                  </a:schemeClr>
                </a:solidFill>
              </a:rPr>
              <a:t> </a:t>
            </a:r>
            <a:r>
              <a:rPr>
                <a:solidFill>
                  <a:srgbClr val="369226"/>
                </a:solidFill>
              </a:rPr>
              <a:t>GT</a:t>
            </a:r>
            <a:r>
              <a:rPr>
                <a:solidFill>
                  <a:schemeClr val="bg2">
                    <a:lumMod val="10000"/>
                  </a:schemeClr>
                </a:solidFill>
              </a:rPr>
              <a:t> = Adresse du groupe du télégramme</a:t>
            </a:r>
          </a:p>
          <a:p>
            <a:pPr>
              <a:spcAft>
                <a:spcPts val="600"/>
              </a:spcAft>
              <a:defRPr sz="1400" b="1"/>
            </a:pPr>
            <a:r>
              <a:rPr>
                <a:solidFill>
                  <a:schemeClr val="bg2">
                    <a:lumMod val="10000"/>
                  </a:schemeClr>
                </a:solidFill>
              </a:rPr>
              <a:t> </a:t>
            </a:r>
            <a:r>
              <a:rPr>
                <a:solidFill>
                  <a:srgbClr val="369226"/>
                </a:solidFill>
              </a:rPr>
              <a:t>TF</a:t>
            </a:r>
            <a:r>
              <a:rPr>
                <a:solidFill>
                  <a:schemeClr val="bg2">
                    <a:lumMod val="10000"/>
                  </a:schemeClr>
                </a:solidFill>
              </a:rPr>
              <a:t> = Table de filtrage</a:t>
            </a:r>
          </a:p>
          <a:p>
            <a:pPr>
              <a:spcAft>
                <a:spcPts val="600"/>
              </a:spcAft>
              <a:defRPr sz="1400" b="1"/>
            </a:pPr>
            <a:r>
              <a:rPr>
                <a:solidFill>
                  <a:schemeClr val="bg2">
                    <a:lumMod val="10000"/>
                  </a:schemeClr>
                </a:solidFill>
              </a:rPr>
              <a:t> </a:t>
            </a:r>
            <a:r>
              <a:rPr>
                <a:solidFill>
                  <a:srgbClr val="369226"/>
                </a:solidFill>
              </a:rPr>
              <a:t>CR</a:t>
            </a:r>
            <a:r>
              <a:rPr>
                <a:solidFill>
                  <a:schemeClr val="bg2">
                    <a:lumMod val="10000"/>
                  </a:schemeClr>
                </a:solidFill>
              </a:rPr>
              <a:t> = Compteur de routage</a:t>
            </a:r>
          </a:p>
        </p:txBody>
      </p:sp>
      <p:sp>
        <p:nvSpPr>
          <p:cNvPr id="5" name="Rectangle 4">
            <a:extLst>
              <a:ext uri="{FF2B5EF4-FFF2-40B4-BE49-F238E27FC236}">
                <a16:creationId xmlns:a16="http://schemas.microsoft.com/office/drawing/2014/main" id="{D81C3119-ECA1-44E2-8B46-51BE7C9CD9CE}"/>
              </a:ext>
            </a:extLst>
          </p:cNvPr>
          <p:cNvSpPr/>
          <p:nvPr/>
        </p:nvSpPr>
        <p:spPr>
          <a:xfrm>
            <a:off x="3198172" y="1484784"/>
            <a:ext cx="5760641" cy="369332"/>
          </a:xfrm>
          <a:prstGeom prst="rect">
            <a:avLst/>
          </a:prstGeom>
        </p:spPr>
        <p:txBody>
          <a:bodyPr wrap="square">
            <a:spAutoFit/>
          </a:bodyPr>
          <a:lstStyle/>
          <a:p>
            <a:r>
              <a:rPr b="1">
                <a:solidFill>
                  <a:srgbClr val="369226"/>
                </a:solidFill>
              </a:rPr>
              <a:t>Condition préalable</a:t>
            </a:r>
            <a:r>
              <a:rPr>
                <a:solidFill>
                  <a:srgbClr val="C00000"/>
                </a:solidFill>
              </a:rPr>
              <a:t>: </a:t>
            </a:r>
            <a:r>
              <a:rPr b="1">
                <a:solidFill>
                  <a:schemeClr val="bg2">
                    <a:lumMod val="10000"/>
                  </a:schemeClr>
                </a:solidFill>
              </a:rPr>
              <a:t>La table de filtrage est réglée pour les deux directions</a:t>
            </a:r>
            <a:endParaRPr b="1">
              <a:solidFill>
                <a:schemeClr val="bg2">
                  <a:lumMod val="10000"/>
                </a:schemeClr>
              </a:solidFill>
            </a:endParaRPr>
          </a:p>
        </p:txBody>
      </p:sp>
    </p:spTree>
    <p:extLst>
      <p:ext uri="{BB962C8B-B14F-4D97-AF65-F5344CB8AC3E}">
        <p14:creationId xmlns:p14="http://schemas.microsoft.com/office/powerpoint/2010/main" val="1126185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29EE2-743A-4B00-AC01-A10FDED9AB22}"/>
              </a:ext>
            </a:extLst>
          </p:cNvPr>
          <p:cNvSpPr>
            <a:spLocks noGrp="1"/>
          </p:cNvSpPr>
          <p:nvPr>
            <p:ph type="title"/>
          </p:nvPr>
        </p:nvSpPr>
        <p:spPr>
          <a:xfrm>
            <a:off x="900113" y="476250"/>
            <a:ext cx="6840239" cy="719138"/>
          </a:xfrm>
        </p:spPr>
        <p:txBody>
          <a:bodyPr/>
          <a:lstStyle/>
          <a:p>
            <a:r>
              <a:t>Transmission des télégrammes "étape par étape"</a:t>
            </a:r>
          </a:p>
        </p:txBody>
      </p:sp>
      <p:sp>
        <p:nvSpPr>
          <p:cNvPr id="3" name="Rectangle 2">
            <a:extLst>
              <a:ext uri="{FF2B5EF4-FFF2-40B4-BE49-F238E27FC236}">
                <a16:creationId xmlns:a16="http://schemas.microsoft.com/office/drawing/2014/main" id="{07EA58ED-5244-4C9E-AF0F-72C0308248A6}"/>
              </a:ext>
            </a:extLst>
          </p:cNvPr>
          <p:cNvSpPr/>
          <p:nvPr/>
        </p:nvSpPr>
        <p:spPr>
          <a:xfrm>
            <a:off x="923777" y="1453407"/>
            <a:ext cx="2376264" cy="1600438"/>
          </a:xfrm>
          <a:prstGeom prst="rect">
            <a:avLst/>
          </a:prstGeom>
          <a:noFill/>
        </p:spPr>
        <p:txBody>
          <a:bodyPr wrap="square">
            <a:spAutoFit/>
          </a:bodyPr>
          <a:lstStyle/>
          <a:p>
            <a:pPr defTabSz="457200" eaLnBrk="0" fontAlgn="auto" hangingPunct="0">
              <a:spcBef>
                <a:spcPts val="0"/>
              </a:spcBef>
              <a:spcAft>
                <a:spcPts val="0"/>
              </a:spcAft>
              <a:defRPr sz="1400" b="1">
                <a:latin typeface="Arial" panose="020B0604020202020204" pitchFamily="34" charset="0"/>
                <a:ea typeface="ＭＳ Ｐゴシック" panose="020B0600070205080204" pitchFamily="34" charset="-128"/>
                <a:cs typeface="Arial" panose="020B0604020202020204" pitchFamily="34" charset="0"/>
              </a:defRPr>
            </a:pPr>
            <a:r>
              <a:t>CZ</a:t>
            </a:r>
            <a:r>
              <a:rPr>
                <a:solidFill>
                  <a:srgbClr val="369226"/>
                </a:solidFill>
              </a:rPr>
              <a:t> </a:t>
            </a:r>
            <a:r>
              <a:t>=</a:t>
            </a:r>
            <a:r>
              <a:rPr>
                <a:solidFill>
                  <a:srgbClr val="369226"/>
                </a:solidFill>
              </a:rPr>
              <a:t> Coupleur de Zone</a:t>
            </a:r>
          </a:p>
          <a:p>
            <a:pPr defTabSz="457200" eaLnBrk="0" fontAlgn="auto" hangingPunct="0">
              <a:spcBef>
                <a:spcPts val="0"/>
              </a:spcBef>
              <a:spcAft>
                <a:spcPts val="0"/>
              </a:spcAft>
              <a:defRPr sz="1400" b="1">
                <a:latin typeface="Arial" panose="020B0604020202020204" pitchFamily="34" charset="0"/>
                <a:ea typeface="ＭＳ Ｐゴシック" panose="020B0600070205080204" pitchFamily="34" charset="-128"/>
                <a:cs typeface="Arial" panose="020B0604020202020204" pitchFamily="34" charset="0"/>
              </a:defRPr>
            </a:pPr>
            <a:r>
              <a:t>CL</a:t>
            </a:r>
            <a:r>
              <a:rPr>
                <a:solidFill>
                  <a:srgbClr val="369226"/>
                </a:solidFill>
              </a:rPr>
              <a:t> </a:t>
            </a:r>
            <a:r>
              <a:t>=</a:t>
            </a:r>
            <a:r>
              <a:rPr>
                <a:solidFill>
                  <a:srgbClr val="369226"/>
                </a:solidFill>
              </a:rPr>
              <a:t> Coupleur de Ligne</a:t>
            </a:r>
          </a:p>
          <a:p>
            <a:pPr defTabSz="457200" eaLnBrk="0" fontAlgn="auto" hangingPunct="0">
              <a:spcBef>
                <a:spcPts val="0"/>
              </a:spcBef>
              <a:spcAft>
                <a:spcPts val="0"/>
              </a:spcAft>
              <a:defRPr sz="1400" b="1">
                <a:latin typeface="Arial" panose="020B0604020202020204" pitchFamily="34" charset="0"/>
                <a:ea typeface="ＭＳ Ｐゴシック" panose="020B0600070205080204" pitchFamily="34" charset="-128"/>
                <a:cs typeface="Arial" panose="020B0604020202020204" pitchFamily="34" charset="0"/>
              </a:defRPr>
            </a:pPr>
            <a:r>
              <a:t>RL</a:t>
            </a:r>
            <a:r>
              <a:rPr>
                <a:solidFill>
                  <a:srgbClr val="369226"/>
                </a:solidFill>
              </a:rPr>
              <a:t> </a:t>
            </a:r>
            <a:r>
              <a:t>=</a:t>
            </a:r>
            <a:r>
              <a:rPr>
                <a:solidFill>
                  <a:srgbClr val="369226"/>
                </a:solidFill>
              </a:rPr>
              <a:t> Répéteur de Ligne</a:t>
            </a:r>
          </a:p>
          <a:p>
            <a:pPr defTabSz="457200" eaLnBrk="0" fontAlgn="auto" hangingPunct="0">
              <a:spcBef>
                <a:spcPts val="0"/>
              </a:spcBef>
              <a:spcAft>
                <a:spcPts val="0"/>
              </a:spcAft>
              <a:defRPr sz="1400" b="1">
                <a:latin typeface="Arial" panose="020B0604020202020204" pitchFamily="34" charset="0"/>
                <a:ea typeface="ＭＳ Ｐゴシック" panose="020B0600070205080204" pitchFamily="34" charset="-128"/>
                <a:cs typeface="Arial" panose="020B0604020202020204" pitchFamily="34" charset="0"/>
              </a:defRPr>
            </a:pPr>
            <a:r>
              <a:t>CR</a:t>
            </a:r>
            <a:r>
              <a:rPr>
                <a:solidFill>
                  <a:srgbClr val="369226"/>
                </a:solidFill>
              </a:rPr>
              <a:t> </a:t>
            </a:r>
            <a:r>
              <a:t>=</a:t>
            </a:r>
            <a:r>
              <a:rPr>
                <a:solidFill>
                  <a:srgbClr val="369226"/>
                </a:solidFill>
              </a:rPr>
              <a:t> Compteur de routage</a:t>
            </a:r>
          </a:p>
          <a:p>
            <a:pPr defTabSz="457200" eaLnBrk="0" fontAlgn="auto" hangingPunct="0">
              <a:spcBef>
                <a:spcPts val="0"/>
              </a:spcBef>
              <a:spcAft>
                <a:spcPts val="0"/>
              </a:spcAft>
              <a:defRPr sz="1400" b="1">
                <a:latin typeface="Arial" panose="020B0604020202020204" pitchFamily="34" charset="0"/>
                <a:ea typeface="ＭＳ Ｐゴシック" panose="020B0600070205080204" pitchFamily="34" charset="-128"/>
                <a:cs typeface="Arial" panose="020B0604020202020204" pitchFamily="34" charset="0"/>
              </a:defRPr>
            </a:pPr>
            <a:r>
              <a:t>Pt</a:t>
            </a:r>
            <a:r>
              <a:rPr>
                <a:solidFill>
                  <a:srgbClr val="369226"/>
                </a:solidFill>
              </a:rPr>
              <a:t> </a:t>
            </a:r>
            <a:r>
              <a:t>=</a:t>
            </a:r>
            <a:r>
              <a:rPr>
                <a:solidFill>
                  <a:srgbClr val="369226"/>
                </a:solidFill>
              </a:rPr>
              <a:t> Participant de bus</a:t>
            </a:r>
          </a:p>
          <a:p>
            <a:pPr defTabSz="457200" eaLnBrk="0" fontAlgn="auto" hangingPunct="0">
              <a:spcBef>
                <a:spcPts val="0"/>
              </a:spcBef>
              <a:spcAft>
                <a:spcPts val="0"/>
              </a:spcAft>
              <a:defRPr sz="1400" b="1">
                <a:latin typeface="Arial" panose="020B0604020202020204" pitchFamily="34" charset="0"/>
                <a:ea typeface="ＭＳ Ｐゴシック" panose="020B0600070205080204" pitchFamily="34" charset="-128"/>
                <a:cs typeface="Arial" panose="020B0604020202020204" pitchFamily="34" charset="0"/>
              </a:defRPr>
            </a:pPr>
            <a:r>
              <a:t>PS/CH =</a:t>
            </a:r>
            <a:r>
              <a:rPr>
                <a:solidFill>
                  <a:srgbClr val="369226"/>
                </a:solidFill>
              </a:rPr>
              <a:t> Power supply / Choke (Alimentation / Self)</a:t>
            </a:r>
          </a:p>
        </p:txBody>
      </p:sp>
      <p:graphicFrame>
        <p:nvGraphicFramePr>
          <p:cNvPr id="5" name="Object 4">
            <a:extLst>
              <a:ext uri="{FF2B5EF4-FFF2-40B4-BE49-F238E27FC236}">
                <a16:creationId xmlns:a16="http://schemas.microsoft.com/office/drawing/2014/main" id="{F877AADE-E1F7-4AD3-BEE5-9F3AAC404575}"/>
              </a:ext>
            </a:extLst>
          </p:cNvPr>
          <p:cNvGraphicFramePr>
            <a:graphicFrameLocks noChangeAspect="1"/>
          </p:cNvGraphicFramePr>
          <p:nvPr/>
        </p:nvGraphicFramePr>
        <p:xfrm>
          <a:off x="3347864" y="1430775"/>
          <a:ext cx="5578475" cy="4960938"/>
        </p:xfrm>
        <a:graphic>
          <a:graphicData uri="http://schemas.openxmlformats.org/presentationml/2006/ole">
            <mc:AlternateContent xmlns:mc="http://schemas.openxmlformats.org/markup-compatibility/2006">
              <mc:Choice xmlns:v="urn:schemas-microsoft-com:vml" Requires="v">
                <p:oleObj r:id="rId3" imgW="10576752" imgH="9409918" progId="Visio.Drawing.15">
                  <p:embed/>
                </p:oleObj>
              </mc:Choice>
              <mc:Fallback>
                <p:oleObj r:id="rId3" imgW="10576752" imgH="9409918" progId="Visio.Drawing.15">
                  <p:embed/>
                  <p:pic>
                    <p:nvPicPr>
                      <p:cNvPr id="5" name="Object 4">
                        <a:extLst>
                          <a:ext uri="{FF2B5EF4-FFF2-40B4-BE49-F238E27FC236}">
                            <a16:creationId xmlns:a16="http://schemas.microsoft.com/office/drawing/2014/main" id="{F877AADE-E1F7-4AD3-BEE5-9F3AAC4045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7864" y="1430775"/>
                        <a:ext cx="5578475" cy="4960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81909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F8C36C-872A-44FD-88B8-5EB18654677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p:txBody>
      </p:sp>
      <p:pic>
        <p:nvPicPr>
          <p:cNvPr id="5" name="Picture 4">
            <a:extLst>
              <a:ext uri="{FF2B5EF4-FFF2-40B4-BE49-F238E27FC236}">
                <a16:creationId xmlns:a16="http://schemas.microsoft.com/office/drawing/2014/main" id="{FB58EBB3-519D-407C-9D45-FD7C2A4C178D}"/>
              </a:ext>
            </a:extLst>
          </p:cNvPr>
          <p:cNvPicPr>
            <a:picLocks noChangeAspect="1"/>
          </p:cNvPicPr>
          <p:nvPr/>
        </p:nvPicPr>
        <p:blipFill>
          <a:blip r:embed="rId3"/>
          <a:stretch>
            <a:fillRect/>
          </a:stretch>
        </p:blipFill>
        <p:spPr>
          <a:xfrm>
            <a:off x="2339752" y="548680"/>
            <a:ext cx="4464496" cy="5879312"/>
          </a:xfrm>
          <a:prstGeom prst="rect">
            <a:avLst/>
          </a:prstGeom>
        </p:spPr>
      </p:pic>
      <p:sp>
        <p:nvSpPr>
          <p:cNvPr id="8" name="Rectangle 7">
            <a:extLst>
              <a:ext uri="{FF2B5EF4-FFF2-40B4-BE49-F238E27FC236}">
                <a16:creationId xmlns:a16="http://schemas.microsoft.com/office/drawing/2014/main" id="{D058C539-07E5-4500-94B5-8C7E111277BA}"/>
              </a:ext>
            </a:extLst>
          </p:cNvPr>
          <p:cNvSpPr/>
          <p:nvPr/>
        </p:nvSpPr>
        <p:spPr>
          <a:xfrm>
            <a:off x="451644" y="618130"/>
            <a:ext cx="1816100" cy="1384995"/>
          </a:xfrm>
          <a:prstGeom prst="rect">
            <a:avLst/>
          </a:prstGeom>
          <a:solidFill>
            <a:schemeClr val="accent3"/>
          </a:solidFill>
          <a:ln>
            <a:solidFill>
              <a:srgbClr val="D7D8D9">
                <a:lumMod val="10000"/>
              </a:srgbClr>
            </a:solidFill>
          </a:ln>
          <a:effectLst>
            <a:outerShdw blurRad="50800" dist="38100" dir="5400000" algn="t" rotWithShape="0">
              <a:prstClr val="black">
                <a:alpha val="40000"/>
              </a:prstClr>
            </a:outerShdw>
          </a:effectLst>
        </p:spPr>
        <p:txBody>
          <a:bodyPr>
            <a:spAutoFit/>
          </a:bodyPr>
          <a:lstStyle/>
          <a:p>
            <a:pPr marL="0" marR="0" lvl="0" indent="0" defTabSz="457200" eaLnBrk="1" fontAlgn="auto" latinLnBrk="0" hangingPunct="1">
              <a:lnSpc>
                <a:spcPct val="100000"/>
              </a:lnSpc>
              <a:spcBef>
                <a:spcPts val="0"/>
              </a:spcBef>
              <a:spcAft>
                <a:spcPts val="0"/>
              </a:spcAft>
              <a:buClrTx/>
              <a:buSzTx/>
              <a:buFontTx/>
              <a:buNone/>
              <a:tabLst/>
              <a:defRPr sz="1400" b="1">
                <a:ln>
                  <a:noFill/>
                </a:ln>
                <a:solidFill>
                  <a:srgbClr val="369226"/>
                </a:solidFill>
                <a:effectLst/>
                <a:uLnTx/>
                <a:uFillTx/>
                <a:latin typeface="Arial" panose="020B0604020202020204" pitchFamily="34" charset="0"/>
                <a:ea typeface="ＭＳ Ｐゴシック" panose="020B0600070205080204" pitchFamily="34" charset="-128"/>
                <a:cs typeface="+mn-cs"/>
              </a:defRPr>
            </a:pPr>
            <a:r>
              <a:t>Commencez : </a:t>
            </a:r>
          </a:p>
          <a:p>
            <a:pPr marL="0" marR="0" lvl="0" indent="0" defTabSz="457200" eaLnBrk="1" fontAlgn="auto" latinLnBrk="0" hangingPunct="1">
              <a:lnSpc>
                <a:spcPct val="100000"/>
              </a:lnSpc>
              <a:spcBef>
                <a:spcPts val="0"/>
              </a:spcBef>
              <a:spcAft>
                <a:spcPts val="0"/>
              </a:spcAft>
              <a:buClrTx/>
              <a:buSzTx/>
              <a:buFontTx/>
              <a:buNone/>
              <a:tabLst/>
              <a:defRPr sz="1400" b="1">
                <a:ln>
                  <a:noFill/>
                </a:ln>
                <a:effectLst/>
                <a:uLnTx/>
                <a:uFillTx/>
                <a:latin typeface="Arial" panose="020B0604020202020204" pitchFamily="34" charset="0"/>
                <a:ea typeface="ＭＳ Ｐゴシック" panose="020B0600070205080204" pitchFamily="34" charset="-128"/>
                <a:cs typeface="+mn-cs"/>
              </a:defRPr>
            </a:pPr>
            <a:r>
              <a:t>Le bouton-poussoir à 1 entrée avec adresse individuelle 1.1.65 envoie un télégramme à l'adresse de groupe 5/88</a:t>
            </a:r>
            <a:endParaRPr kumimoji="0" sz="1400" b="0" i="0" u="none" strike="noStrike" kern="0" cap="none" spc="0" normalizeH="0" baseline="0">
              <a:ln>
                <a:noFill/>
              </a:ln>
              <a:effectLst/>
              <a:uLnTx/>
              <a:uFillTx/>
              <a:latin typeface="Arial" panose="020B0604020202020204" pitchFamily="34" charset="0"/>
              <a:ea typeface="ＭＳ Ｐゴシック" panose="020B0600070205080204" pitchFamily="34" charset="-128"/>
              <a:cs typeface="+mn-cs"/>
            </a:endParaRPr>
          </a:p>
        </p:txBody>
      </p:sp>
      <p:sp>
        <p:nvSpPr>
          <p:cNvPr id="9" name="Rectangle 8">
            <a:extLst>
              <a:ext uri="{FF2B5EF4-FFF2-40B4-BE49-F238E27FC236}">
                <a16:creationId xmlns:a16="http://schemas.microsoft.com/office/drawing/2014/main" id="{038C8046-003A-47D2-AFEC-C119A478878D}"/>
              </a:ext>
            </a:extLst>
          </p:cNvPr>
          <p:cNvSpPr/>
          <p:nvPr/>
        </p:nvSpPr>
        <p:spPr>
          <a:xfrm>
            <a:off x="6889839" y="3434454"/>
            <a:ext cx="2028825" cy="2893100"/>
          </a:xfrm>
          <a:prstGeom prst="rect">
            <a:avLst/>
          </a:prstGeom>
          <a:solidFill>
            <a:schemeClr val="accent3"/>
          </a:solidFill>
          <a:ln>
            <a:solidFill>
              <a:srgbClr val="D7D8D9">
                <a:lumMod val="10000"/>
              </a:srgbClr>
            </a:solidFill>
          </a:ln>
          <a:effectLst>
            <a:outerShdw blurRad="50800" dist="38100" dir="5400000" algn="t" rotWithShape="0">
              <a:prstClr val="black">
                <a:alpha val="40000"/>
              </a:prstClr>
            </a:outerShdw>
          </a:effectLst>
        </p:spPr>
        <p:txBody>
          <a:bodyPr>
            <a:spAutoFit/>
          </a:bodyPr>
          <a:lstStyle/>
          <a:p>
            <a:pPr defTabSz="457200" fontAlgn="auto">
              <a:spcBef>
                <a:spcPts val="0"/>
              </a:spcBef>
              <a:spcAft>
                <a:spcPts val="0"/>
              </a:spcAft>
              <a:defRPr sz="1400" b="1">
                <a:solidFill>
                  <a:srgbClr val="369226"/>
                </a:solidFill>
                <a:latin typeface="Arial" panose="020B0604020202020204" pitchFamily="34" charset="0"/>
                <a:ea typeface="ＭＳ Ｐゴシック" panose="020B0600070205080204" pitchFamily="34" charset="-128"/>
                <a:cs typeface="+mn-cs"/>
              </a:defRPr>
            </a:pPr>
            <a:r>
              <a:t>Fin :	</a:t>
            </a:r>
          </a:p>
          <a:p>
            <a:pPr defTabSz="457200" fontAlgn="auto">
              <a:spcBef>
                <a:spcPts val="0"/>
              </a:spcBef>
              <a:spcAft>
                <a:spcPts val="0"/>
              </a:spcAft>
              <a:defRPr sz="1400" b="1">
                <a:latin typeface="Arial" panose="020B0604020202020204" pitchFamily="34" charset="0"/>
                <a:ea typeface="ＭＳ Ｐゴシック" panose="020B0600070205080204" pitchFamily="34" charset="-128"/>
                <a:cs typeface="+mn-cs"/>
              </a:defRPr>
            </a:pPr>
            <a:r>
              <a:t>Le télégramme est reçu par l'actionneur de commutation 1 fois 15.15.127 qui renvoie alors un télégramme de réponse (ACK).</a:t>
            </a:r>
          </a:p>
          <a:p>
            <a:pPr defTabSz="457200" fontAlgn="auto">
              <a:spcBef>
                <a:spcPts val="0"/>
              </a:spcBef>
              <a:spcAft>
                <a:spcPts val="0"/>
              </a:spcAft>
              <a:defRPr sz="1400" b="1">
                <a:latin typeface="Arial" panose="020B0604020202020204" pitchFamily="34" charset="0"/>
                <a:ea typeface="ＭＳ Ｐゴシック" panose="020B0600070205080204" pitchFamily="34" charset="-128"/>
                <a:cs typeface="+mn-cs"/>
              </a:defRPr>
            </a:pPr>
            <a:r>
              <a:t>L'actionneur commute alors sa sortie en fonction de la valeur transmise de l'objet de communication</a:t>
            </a:r>
          </a:p>
        </p:txBody>
      </p:sp>
    </p:spTree>
    <p:extLst>
      <p:ext uri="{BB962C8B-B14F-4D97-AF65-F5344CB8AC3E}">
        <p14:creationId xmlns:p14="http://schemas.microsoft.com/office/powerpoint/2010/main" val="948198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29EE2-743A-4B00-AC01-A10FDED9AB22}"/>
              </a:ext>
            </a:extLst>
          </p:cNvPr>
          <p:cNvSpPr>
            <a:spLocks noGrp="1"/>
          </p:cNvSpPr>
          <p:nvPr>
            <p:ph type="title"/>
          </p:nvPr>
        </p:nvSpPr>
        <p:spPr/>
        <p:txBody>
          <a:bodyPr/>
          <a:lstStyle/>
          <a:p>
            <a:r>
              <a:t>Remarques </a:t>
            </a:r>
          </a:p>
        </p:txBody>
      </p:sp>
      <p:sp>
        <p:nvSpPr>
          <p:cNvPr id="5" name="Rectangle 4">
            <a:extLst>
              <a:ext uri="{FF2B5EF4-FFF2-40B4-BE49-F238E27FC236}">
                <a16:creationId xmlns:a16="http://schemas.microsoft.com/office/drawing/2014/main" id="{068AD34E-CB07-4998-BFD9-3C23370329C1}"/>
              </a:ext>
            </a:extLst>
          </p:cNvPr>
          <p:cNvSpPr/>
          <p:nvPr/>
        </p:nvSpPr>
        <p:spPr>
          <a:xfrm>
            <a:off x="885083" y="1424568"/>
            <a:ext cx="7848872" cy="21356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lnSpc>
                <a:spcPct val="150000"/>
              </a:lnSpc>
              <a:spcBef>
                <a:spcPct val="20000"/>
              </a:spcBef>
              <a:buClr>
                <a:srgbClr val="369226"/>
              </a:buClr>
              <a:defRPr sz="2000" b="1">
                <a:solidFill>
                  <a:srgbClr val="369226"/>
                </a:solidFill>
                <a:latin typeface="+mn-lt"/>
                <a:cs typeface="+mn-cs"/>
              </a:defRPr>
            </a:pPr>
            <a:r>
              <a:t>Nous devrions nous rappeler que :</a:t>
            </a:r>
          </a:p>
          <a:p>
            <a:pPr marL="342900" indent="-342900" eaLnBrk="0" hangingPunct="0">
              <a:lnSpc>
                <a:spcPct val="150000"/>
              </a:lnSpc>
              <a:spcBef>
                <a:spcPct val="20000"/>
              </a:spcBef>
              <a:buClr>
                <a:srgbClr val="369226"/>
              </a:buClr>
              <a:buFont typeface="Wingdings" pitchFamily="2" charset="2"/>
              <a:buChar char="§"/>
              <a:defRPr b="1">
                <a:latin typeface="+mn-lt"/>
                <a:cs typeface="+mn-cs"/>
              </a:defRPr>
            </a:pPr>
            <a:r>
              <a:t>Les télégrammes ne sont transmis qu'aux lignes qui en ont vraiment besoin</a:t>
            </a:r>
            <a:endParaRPr b="1" kern="0">
              <a:latin typeface="+mn-lt"/>
              <a:cs typeface="+mn-cs"/>
            </a:endParaRPr>
          </a:p>
          <a:p>
            <a:pPr marL="342900" indent="-342900" eaLnBrk="0" hangingPunct="0">
              <a:lnSpc>
                <a:spcPct val="150000"/>
              </a:lnSpc>
              <a:spcBef>
                <a:spcPct val="20000"/>
              </a:spcBef>
              <a:buClr>
                <a:srgbClr val="369226"/>
              </a:buClr>
              <a:buFont typeface="Wingdings" pitchFamily="2" charset="2"/>
              <a:buChar char="§"/>
              <a:defRPr b="1">
                <a:latin typeface="+mn-lt"/>
                <a:cs typeface="+mn-cs"/>
              </a:defRPr>
            </a:pPr>
            <a:r>
              <a:t>Les télégrammes ne sont pas acheminés vers des endroits où ils n'ont aucun effet</a:t>
            </a:r>
            <a:endParaRPr b="1" kern="0">
              <a:latin typeface="+mn-lt"/>
              <a:cs typeface="+mn-cs"/>
            </a:endParaRPr>
          </a:p>
          <a:p>
            <a:pPr eaLnBrk="0" hangingPunct="0">
              <a:lnSpc>
                <a:spcPct val="150000"/>
              </a:lnSpc>
              <a:spcBef>
                <a:spcPct val="20000"/>
              </a:spcBef>
              <a:buClr>
                <a:srgbClr val="369226"/>
              </a:buClr>
              <a:defRPr b="1">
                <a:latin typeface="+mn-lt"/>
                <a:cs typeface="+mn-cs"/>
              </a:defRPr>
            </a:pPr>
            <a:r>
              <a:t>AVANTAGE : la charge du bus dans l'installation est réduite</a:t>
            </a:r>
          </a:p>
        </p:txBody>
      </p:sp>
      <p:sp>
        <p:nvSpPr>
          <p:cNvPr id="6" name="Rectangle 5">
            <a:extLst>
              <a:ext uri="{FF2B5EF4-FFF2-40B4-BE49-F238E27FC236}">
                <a16:creationId xmlns:a16="http://schemas.microsoft.com/office/drawing/2014/main" id="{F49009D0-D562-4556-B146-8CD82237699C}"/>
              </a:ext>
            </a:extLst>
          </p:cNvPr>
          <p:cNvSpPr/>
          <p:nvPr/>
        </p:nvSpPr>
        <p:spPr>
          <a:xfrm>
            <a:off x="885083" y="3394230"/>
            <a:ext cx="7920360" cy="2850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defRPr b="1">
                <a:solidFill>
                  <a:srgbClr val="369226"/>
                </a:solidFill>
                <a:latin typeface="Arial" panose="020B0604020202020204" pitchFamily="34" charset="0"/>
                <a:ea typeface="ＭＳ Ｐゴシック" panose="020B0600070205080204" pitchFamily="34" charset="-128"/>
              </a:defRPr>
            </a:pPr>
            <a:r>
              <a:t>Et: </a:t>
            </a:r>
          </a:p>
          <a:p>
            <a:endParaRPr sz="700" b="1">
              <a:solidFill>
                <a:srgbClr val="369226"/>
              </a:solidFill>
              <a:latin typeface="Arial" panose="020B0604020202020204" pitchFamily="34" charset="0"/>
              <a:ea typeface="ＭＳ Ｐゴシック" panose="020B0600070205080204" pitchFamily="34" charset="-128"/>
            </a:endParaRPr>
          </a:p>
          <a:p>
            <a:pPr marL="342900" indent="-342900" eaLnBrk="0" hangingPunct="0">
              <a:lnSpc>
                <a:spcPct val="150000"/>
              </a:lnSpc>
              <a:spcBef>
                <a:spcPct val="20000"/>
              </a:spcBef>
              <a:buClr>
                <a:srgbClr val="369226"/>
              </a:buClr>
              <a:buFont typeface="Wingdings" pitchFamily="2" charset="2"/>
              <a:buChar char="§"/>
              <a:defRPr sz="1600" b="1">
                <a:latin typeface="+mn-lt"/>
                <a:cs typeface="+mn-cs"/>
              </a:defRPr>
            </a:pPr>
            <a:r>
              <a:t>Les répéteurs de ligne ne filtrent pas. Ils ne devraient être utilisés que dans l'extension d'une installation KNX existante</a:t>
            </a:r>
            <a:endParaRPr sz="1600" b="1" kern="0">
              <a:latin typeface="+mn-lt"/>
              <a:cs typeface="+mn-cs"/>
            </a:endParaRPr>
          </a:p>
          <a:p>
            <a:pPr marL="342900" indent="-342900" eaLnBrk="0" hangingPunct="0">
              <a:lnSpc>
                <a:spcPct val="150000"/>
              </a:lnSpc>
              <a:spcBef>
                <a:spcPct val="20000"/>
              </a:spcBef>
              <a:buClr>
                <a:srgbClr val="369226"/>
              </a:buClr>
              <a:buFont typeface="Wingdings" pitchFamily="2" charset="2"/>
              <a:buChar char="§"/>
              <a:defRPr sz="1600" b="1">
                <a:latin typeface="+mn-lt"/>
                <a:cs typeface="+mn-cs"/>
              </a:defRPr>
            </a:pPr>
            <a:r>
              <a:t>Le compteur de routage présente l'avantage qu'en cas de défaut de câblage, un télégramme circule au maximum six fois dans la boucle (il passe par un maximum de six coupleurs). L'installation n'est pas bloquée !</a:t>
            </a:r>
          </a:p>
          <a:p>
            <a:pPr marL="342900" indent="-342900" eaLnBrk="0" hangingPunct="0">
              <a:lnSpc>
                <a:spcPct val="150000"/>
              </a:lnSpc>
              <a:spcBef>
                <a:spcPct val="20000"/>
              </a:spcBef>
              <a:buClr>
                <a:srgbClr val="369226"/>
              </a:buClr>
              <a:buFont typeface="Wingdings" pitchFamily="2" charset="2"/>
              <a:buChar char="§"/>
              <a:defRPr sz="1600" b="1">
                <a:latin typeface="+mn-lt"/>
                <a:cs typeface="+mn-cs"/>
              </a:defRPr>
            </a:pPr>
            <a:r>
              <a:t>Par conséquent, les répéteurs de ligne ne peuvent pas être connectés en série</a:t>
            </a:r>
          </a:p>
        </p:txBody>
      </p:sp>
    </p:spTree>
    <p:extLst>
      <p:ext uri="{BB962C8B-B14F-4D97-AF65-F5344CB8AC3E}">
        <p14:creationId xmlns:p14="http://schemas.microsoft.com/office/powerpoint/2010/main" val="927216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29EE2-743A-4B00-AC01-A10FDED9AB22}"/>
              </a:ext>
            </a:extLst>
          </p:cNvPr>
          <p:cNvSpPr>
            <a:spLocks noGrp="1"/>
          </p:cNvSpPr>
          <p:nvPr>
            <p:ph type="title"/>
          </p:nvPr>
        </p:nvSpPr>
        <p:spPr/>
        <p:txBody>
          <a:bodyPr/>
          <a:lstStyle/>
          <a:p>
            <a:r>
              <a:t>Édition de la table de filtre</a:t>
            </a:r>
          </a:p>
        </p:txBody>
      </p:sp>
      <p:sp>
        <p:nvSpPr>
          <p:cNvPr id="3" name="Rectangle 2">
            <a:extLst>
              <a:ext uri="{FF2B5EF4-FFF2-40B4-BE49-F238E27FC236}">
                <a16:creationId xmlns:a16="http://schemas.microsoft.com/office/drawing/2014/main" id="{82320CDD-8188-453B-A81F-CED337736B3C}"/>
              </a:ext>
            </a:extLst>
          </p:cNvPr>
          <p:cNvSpPr/>
          <p:nvPr/>
        </p:nvSpPr>
        <p:spPr>
          <a:xfrm>
            <a:off x="900112" y="1412776"/>
            <a:ext cx="7704336"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defRPr sz="2000" b="1">
                <a:latin typeface="Arial" panose="020B0604020202020204" pitchFamily="34" charset="0"/>
                <a:ea typeface="ＭＳ Ｐゴシック" panose="020B0600070205080204" pitchFamily="34" charset="-128"/>
              </a:defRPr>
            </a:pPr>
            <a:r>
              <a:t>Pour le téléchargement des tables de filtrage, les coupleurs sont traités avec d'autres télégrammes APCI</a:t>
            </a:r>
          </a:p>
          <a:p>
            <a:endParaRPr sz="2000" b="1">
              <a:latin typeface="Arial" panose="020B0604020202020204" pitchFamily="34" charset="0"/>
              <a:ea typeface="ＭＳ Ｐゴシック" panose="020B0600070205080204" pitchFamily="34" charset="-128"/>
            </a:endParaRPr>
          </a:p>
          <a:p>
            <a:pPr>
              <a:defRPr sz="2000" b="1">
                <a:latin typeface="Arial" panose="020B0604020202020204" pitchFamily="34" charset="0"/>
                <a:ea typeface="ＭＳ Ｐゴシック" panose="020B0600070205080204" pitchFamily="34" charset="-128"/>
              </a:defRPr>
            </a:pPr>
            <a:r>
              <a:t>Les tables de filtrage sont générées par ETS automatiquement en arrière-plan.</a:t>
            </a:r>
            <a:endParaRPr sz="2000" b="1">
              <a:latin typeface="Arial" panose="020B0604020202020204" pitchFamily="34" charset="0"/>
              <a:ea typeface="ＭＳ Ｐゴシック" panose="020B0600070205080204" pitchFamily="34" charset="-128"/>
            </a:endParaRPr>
          </a:p>
        </p:txBody>
      </p:sp>
      <p:grpSp>
        <p:nvGrpSpPr>
          <p:cNvPr id="7" name="Group 6">
            <a:extLst>
              <a:ext uri="{FF2B5EF4-FFF2-40B4-BE49-F238E27FC236}">
                <a16:creationId xmlns:a16="http://schemas.microsoft.com/office/drawing/2014/main" id="{5DA9CAE8-48DC-4C1F-A337-782067FAFB5A}"/>
              </a:ext>
            </a:extLst>
          </p:cNvPr>
          <p:cNvGrpSpPr/>
          <p:nvPr/>
        </p:nvGrpSpPr>
        <p:grpSpPr>
          <a:xfrm>
            <a:off x="755576" y="3244431"/>
            <a:ext cx="2879800" cy="3044941"/>
            <a:chOff x="625475" y="2657475"/>
            <a:chExt cx="3033713" cy="3159125"/>
          </a:xfrm>
        </p:grpSpPr>
        <p:pic>
          <p:nvPicPr>
            <p:cNvPr id="5" name="Picture 2">
              <a:extLst>
                <a:ext uri="{FF2B5EF4-FFF2-40B4-BE49-F238E27FC236}">
                  <a16:creationId xmlns:a16="http://schemas.microsoft.com/office/drawing/2014/main" id="{06CF026C-A79A-488B-A13A-5062802ADA7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5475" y="2657475"/>
              <a:ext cx="2872069"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ight Arrow 26">
              <a:extLst>
                <a:ext uri="{FF2B5EF4-FFF2-40B4-BE49-F238E27FC236}">
                  <a16:creationId xmlns:a16="http://schemas.microsoft.com/office/drawing/2014/main" id="{CBD32420-DFAE-4453-A730-380DBFD35554}"/>
                </a:ext>
              </a:extLst>
            </p:cNvPr>
            <p:cNvSpPr/>
            <p:nvPr/>
          </p:nvSpPr>
          <p:spPr bwMode="auto">
            <a:xfrm rot="10800000">
              <a:off x="3065463" y="4521200"/>
              <a:ext cx="593725" cy="458788"/>
            </a:xfrm>
            <a:prstGeom prst="rightArrow">
              <a:avLst/>
            </a:prstGeom>
            <a:solidFill>
              <a:srgbClr val="FF0000"/>
            </a:solidFill>
          </p:spPr>
          <p:style>
            <a:lnRef idx="1">
              <a:schemeClr val="accent4"/>
            </a:lnRef>
            <a:fillRef idx="3">
              <a:schemeClr val="accent4"/>
            </a:fillRef>
            <a:effectRef idx="2">
              <a:schemeClr val="accent4"/>
            </a:effectRef>
            <a:fontRef idx="minor">
              <a:schemeClr val="lt1"/>
            </a:fontRef>
          </p:style>
          <p:txBody>
            <a:bodyPr anchor="ctr"/>
            <a:lstStyle/>
            <a:p>
              <a:pPr algn="ctr"/>
            </a:p>
          </p:txBody>
        </p:sp>
      </p:grpSp>
    </p:spTree>
    <p:extLst>
      <p:ext uri="{BB962C8B-B14F-4D97-AF65-F5344CB8AC3E}">
        <p14:creationId xmlns:p14="http://schemas.microsoft.com/office/powerpoint/2010/main" val="3738459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29EE2-743A-4B00-AC01-A10FDED9AB22}"/>
              </a:ext>
            </a:extLst>
          </p:cNvPr>
          <p:cNvSpPr>
            <a:spLocks noGrp="1"/>
          </p:cNvSpPr>
          <p:nvPr>
            <p:ph type="title"/>
          </p:nvPr>
        </p:nvSpPr>
        <p:spPr/>
        <p:txBody>
          <a:bodyPr/>
          <a:lstStyle/>
          <a:p>
            <a:r>
              <a:t>Coupleurs de média</a:t>
            </a:r>
          </a:p>
        </p:txBody>
      </p:sp>
      <p:sp>
        <p:nvSpPr>
          <p:cNvPr id="3" name="Content Placeholder 1">
            <a:extLst>
              <a:ext uri="{FF2B5EF4-FFF2-40B4-BE49-F238E27FC236}">
                <a16:creationId xmlns:a16="http://schemas.microsoft.com/office/drawing/2014/main" id="{D6EBB9DD-DE8E-4713-A51D-C56AFD441EBD}"/>
              </a:ext>
            </a:extLst>
          </p:cNvPr>
          <p:cNvSpPr txBox="1">
            <a:spLocks/>
          </p:cNvSpPr>
          <p:nvPr/>
        </p:nvSpPr>
        <p:spPr>
          <a:xfrm>
            <a:off x="971600" y="1412875"/>
            <a:ext cx="7560840"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defRPr sz="2000"/>
            </a:pPr>
            <a:r>
              <a:t>Coupleur de médias</a:t>
            </a:r>
            <a:r>
              <a:rPr>
                <a:solidFill>
                  <a:schemeClr val="tx1"/>
                </a:solidFill>
                <a:latin typeface="Arial" charset="0"/>
              </a:rPr>
              <a:t>: dispositif permettant de coupler différents médias</a:t>
            </a:r>
          </a:p>
          <a:p>
            <a:endParaRPr sz="2000" kern="0"/>
          </a:p>
          <a:p>
            <a:endParaRPr sz="2000" kern="0"/>
          </a:p>
          <a:p>
            <a:pPr>
              <a:defRPr sz="2000">
                <a:solidFill>
                  <a:schemeClr val="tx1"/>
                </a:solidFill>
              </a:defRPr>
            </a:pPr>
            <a:r>
              <a:t>Coupleurs de média pour relier les sous-systèmes TP avec :</a:t>
            </a:r>
            <a:endParaRPr sz="2000" kern="0">
              <a:solidFill>
                <a:schemeClr val="tx1"/>
              </a:solidFill>
            </a:endParaRPr>
          </a:p>
          <a:p>
            <a:pPr lvl="1">
              <a:lnSpc>
                <a:spcPct val="150000"/>
              </a:lnSpc>
              <a:defRPr sz="2000" b="1">
                <a:solidFill>
                  <a:srgbClr val="369226"/>
                </a:solidFill>
              </a:defRPr>
            </a:pPr>
            <a:r>
              <a:t>Sous-systèmes IP</a:t>
            </a:r>
          </a:p>
          <a:p>
            <a:pPr lvl="1">
              <a:lnSpc>
                <a:spcPct val="150000"/>
              </a:lnSpc>
              <a:defRPr sz="2000" b="1">
                <a:solidFill>
                  <a:srgbClr val="369226"/>
                </a:solidFill>
              </a:defRPr>
            </a:pPr>
            <a:r>
              <a:t>Sous-systèmes du courant porteur</a:t>
            </a:r>
          </a:p>
          <a:p>
            <a:pPr lvl="1">
              <a:lnSpc>
                <a:spcPct val="150000"/>
              </a:lnSpc>
              <a:defRPr sz="2000" b="1">
                <a:solidFill>
                  <a:srgbClr val="369226"/>
                </a:solidFill>
              </a:defRPr>
            </a:pPr>
            <a:r>
              <a:t>Sous-systèmes RF</a:t>
            </a:r>
          </a:p>
          <a:p>
            <a:pPr lvl="1"/>
            <a:endParaRPr sz="2400" b="1" kern="0"/>
          </a:p>
        </p:txBody>
      </p:sp>
    </p:spTree>
    <p:extLst>
      <p:ext uri="{BB962C8B-B14F-4D97-AF65-F5344CB8AC3E}">
        <p14:creationId xmlns:p14="http://schemas.microsoft.com/office/powerpoint/2010/main" val="2484710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29EE2-743A-4B00-AC01-A10FDED9AB22}"/>
              </a:ext>
            </a:extLst>
          </p:cNvPr>
          <p:cNvSpPr>
            <a:spLocks noGrp="1"/>
          </p:cNvSpPr>
          <p:nvPr>
            <p:ph type="title"/>
          </p:nvPr>
        </p:nvSpPr>
        <p:spPr/>
        <p:txBody>
          <a:bodyPr/>
          <a:lstStyle/>
          <a:p>
            <a:r>
              <a:t>Routeur TP-IP</a:t>
            </a:r>
          </a:p>
        </p:txBody>
      </p:sp>
      <p:pic>
        <p:nvPicPr>
          <p:cNvPr id="3" name="Picture 2" descr="P_I201_XX_03943H">
            <a:extLst>
              <a:ext uri="{FF2B5EF4-FFF2-40B4-BE49-F238E27FC236}">
                <a16:creationId xmlns:a16="http://schemas.microsoft.com/office/drawing/2014/main" id="{AE4581BA-A03F-412E-BBD2-245D97608FF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891174" y="1844824"/>
            <a:ext cx="1935475" cy="3707988"/>
          </a:xfrm>
          <a:prstGeom prst="rect">
            <a:avLst/>
          </a:prstGeom>
          <a:noFill/>
          <a:ln>
            <a:noFill/>
          </a:ln>
        </p:spPr>
      </p:pic>
      <p:sp>
        <p:nvSpPr>
          <p:cNvPr id="5" name="Content Placeholder 1">
            <a:extLst>
              <a:ext uri="{FF2B5EF4-FFF2-40B4-BE49-F238E27FC236}">
                <a16:creationId xmlns:a16="http://schemas.microsoft.com/office/drawing/2014/main" id="{F6AA57F0-A1A3-45F1-A600-C0CECAB8F275}"/>
              </a:ext>
            </a:extLst>
          </p:cNvPr>
          <p:cNvSpPr txBox="1">
            <a:spLocks/>
          </p:cNvSpPr>
          <p:nvPr/>
        </p:nvSpPr>
        <p:spPr>
          <a:xfrm>
            <a:off x="971600" y="1412875"/>
            <a:ext cx="5904656"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sz="2000">
                <a:solidFill>
                  <a:schemeClr val="tx1"/>
                </a:solidFill>
              </a:defRPr>
            </a:pPr>
            <a:r>
              <a:t>Lier les lignes TP aux réseaux de données Ethernet</a:t>
            </a:r>
          </a:p>
          <a:p>
            <a:pPr>
              <a:lnSpc>
                <a:spcPct val="150000"/>
              </a:lnSpc>
              <a:defRPr sz="2000">
                <a:solidFill>
                  <a:schemeClr val="tx1"/>
                </a:solidFill>
              </a:defRPr>
            </a:pPr>
            <a:r>
              <a:t>Lier les lignes TP ensemble sur le réseau de données</a:t>
            </a:r>
          </a:p>
          <a:p>
            <a:pPr>
              <a:lnSpc>
                <a:spcPct val="150000"/>
              </a:lnSpc>
              <a:defRPr sz="2000">
                <a:solidFill>
                  <a:schemeClr val="tx1"/>
                </a:solidFill>
              </a:defRPr>
            </a:pPr>
            <a:r>
              <a:t>Offrir une interface IP pour accéder au bus</a:t>
            </a:r>
          </a:p>
          <a:p>
            <a:pPr marL="0" indent="0">
              <a:buFont typeface="Wingdings" pitchFamily="2" charset="2"/>
              <a:buNone/>
            </a:pPr>
            <a:endParaRPr sz="2400" kern="0"/>
          </a:p>
          <a:p>
            <a:pPr marL="0" indent="0">
              <a:buFont typeface="Wingdings" pitchFamily="2" charset="2"/>
              <a:buNone/>
            </a:pPr>
            <a:endParaRPr sz="2400" kern="0"/>
          </a:p>
          <a:p>
            <a:pPr marL="0" indent="0">
              <a:buFont typeface="Wingdings" pitchFamily="2" charset="2"/>
              <a:buNone/>
            </a:pPr>
            <a:endParaRPr sz="800" kern="0"/>
          </a:p>
          <a:p>
            <a:pPr algn="just">
              <a:lnSpc>
                <a:spcPct val="150000"/>
              </a:lnSpc>
              <a:defRPr sz="2000">
                <a:solidFill>
                  <a:schemeClr val="bg2">
                    <a:lumMod val="10000"/>
                  </a:schemeClr>
                </a:solidFill>
                <a:latin typeface="Arial" panose="020B0604020202020204" pitchFamily="34" charset="0"/>
                <a:cs typeface="Arial" panose="020B0604020202020204" pitchFamily="34" charset="0"/>
              </a:defRPr>
            </a:pPr>
            <a:r>
              <a:t>Peut nécessiter une alimentation supplémentaire AC/DC 24V (spécifique au fabricant)</a:t>
            </a:r>
            <a:endParaRPr sz="2000">
              <a:solidFill>
                <a:schemeClr val="bg2">
                  <a:lumMod val="10000"/>
                </a:schemeClr>
              </a:solidFill>
              <a:latin typeface="Arial" panose="020B0604020202020204" pitchFamily="34" charset="0"/>
              <a:cs typeface="Arial" panose="020B0604020202020204" pitchFamily="34" charset="0"/>
            </a:endParaRPr>
          </a:p>
          <a:p>
            <a:pPr algn="just">
              <a:lnSpc>
                <a:spcPct val="150000"/>
              </a:lnSpc>
              <a:defRPr sz="2000">
                <a:solidFill>
                  <a:schemeClr val="bg2">
                    <a:lumMod val="10000"/>
                  </a:schemeClr>
                </a:solidFill>
                <a:latin typeface="Arial" panose="020B0604020202020204" pitchFamily="34" charset="0"/>
                <a:cs typeface="Arial" panose="020B0604020202020204" pitchFamily="34" charset="0"/>
              </a:defRPr>
            </a:pPr>
            <a:r>
              <a:t>Utilisé comme coupleur de ligne et/ou de zone</a:t>
            </a:r>
          </a:p>
          <a:p>
            <a:pPr algn="just">
              <a:lnSpc>
                <a:spcPct val="150000"/>
              </a:lnSpc>
              <a:defRPr sz="2000">
                <a:solidFill>
                  <a:schemeClr val="tx1"/>
                </a:solidFill>
                <a:latin typeface="Arial" charset="0"/>
              </a:defRPr>
            </a:pPr>
            <a:r>
              <a:t>Table de filtrage créée automatiquement par ETS </a:t>
            </a:r>
            <a:endParaRPr sz="2000">
              <a:solidFill>
                <a:schemeClr val="bg2">
                  <a:lumMod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6053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C9702-E0A6-4B81-8C8F-47B75E0A3C37}"/>
              </a:ext>
            </a:extLst>
          </p:cNvPr>
          <p:cNvSpPr>
            <a:spLocks noGrp="1"/>
          </p:cNvSpPr>
          <p:nvPr>
            <p:ph type="title"/>
          </p:nvPr>
        </p:nvSpPr>
        <p:spPr/>
        <p:txBody>
          <a:bodyPr/>
          <a:lstStyle/>
          <a:p>
            <a:r>
              <a:t>Routeur TP-IP : principales caractéristiques</a:t>
            </a:r>
          </a:p>
        </p:txBody>
      </p:sp>
      <p:sp>
        <p:nvSpPr>
          <p:cNvPr id="4" name="Content Placeholder 1">
            <a:extLst>
              <a:ext uri="{FF2B5EF4-FFF2-40B4-BE49-F238E27FC236}">
                <a16:creationId xmlns:a16="http://schemas.microsoft.com/office/drawing/2014/main" id="{4C3DC811-9DCB-4133-8D90-FDAB97598089}"/>
              </a:ext>
            </a:extLst>
          </p:cNvPr>
          <p:cNvSpPr txBox="1">
            <a:spLocks/>
          </p:cNvSpPr>
          <p:nvPr/>
        </p:nvSpPr>
        <p:spPr>
          <a:xfrm>
            <a:off x="971600" y="1412875"/>
            <a:ext cx="7704856"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sz="2000"/>
            </a:pPr>
            <a:r>
              <a:t>Interface </a:t>
            </a:r>
            <a:r>
              <a:rPr>
                <a:solidFill>
                  <a:schemeClr val="tx1"/>
                </a:solidFill>
              </a:rPr>
              <a:t>simple </a:t>
            </a:r>
            <a:r>
              <a:t>de connexion aux systèmes hiérarchiques supérieur </a:t>
            </a:r>
            <a:r>
              <a:rPr>
                <a:solidFill>
                  <a:schemeClr val="tx1"/>
                </a:solidFill>
              </a:rPr>
              <a:t>par le biais du protocole Internet (IP)</a:t>
            </a:r>
          </a:p>
          <a:p>
            <a:pPr>
              <a:lnSpc>
                <a:spcPct val="150000"/>
              </a:lnSpc>
              <a:defRPr sz="2000"/>
            </a:pPr>
            <a:r>
              <a:t>Accès direct à l'installation KNX </a:t>
            </a:r>
            <a:r>
              <a:rPr>
                <a:solidFill>
                  <a:schemeClr val="tx1"/>
                </a:solidFill>
              </a:rPr>
              <a:t>(tunnel KNXnet/IP) </a:t>
            </a:r>
            <a:r>
              <a:t>Communication rapide</a:t>
            </a:r>
            <a:r>
              <a:rPr>
                <a:solidFill>
                  <a:schemeClr val="tx1"/>
                </a:solidFill>
              </a:rPr>
              <a:t> entre les lignes KNX, les zones KNX et les systèmes (routage KNXnet/IP)</a:t>
            </a:r>
          </a:p>
          <a:p>
            <a:pPr>
              <a:lnSpc>
                <a:spcPct val="150000"/>
              </a:lnSpc>
              <a:defRPr sz="2000">
                <a:solidFill>
                  <a:schemeClr val="tx1"/>
                </a:solidFill>
              </a:defRPr>
            </a:pPr>
            <a:r>
              <a:t>Communication entre bâtiments et propriétés </a:t>
            </a:r>
          </a:p>
          <a:p>
            <a:pPr>
              <a:lnSpc>
                <a:spcPct val="150000"/>
              </a:lnSpc>
              <a:defRPr sz="2000">
                <a:solidFill>
                  <a:schemeClr val="tx1"/>
                </a:solidFill>
              </a:defRPr>
            </a:pPr>
            <a:r>
              <a:t>Filtrage et routage des télégrammes selon l'adresse</a:t>
            </a:r>
          </a:p>
          <a:p>
            <a:pPr>
              <a:lnSpc>
                <a:spcPct val="150000"/>
              </a:lnSpc>
              <a:defRPr sz="2000">
                <a:solidFill>
                  <a:schemeClr val="tx1"/>
                </a:solidFill>
              </a:defRPr>
            </a:pPr>
            <a:r>
              <a:t>Afficher la LED pour le fonctionnement et la communication KNX et IP</a:t>
            </a:r>
          </a:p>
          <a:p>
            <a:pPr>
              <a:lnSpc>
                <a:spcPct val="150000"/>
              </a:lnSpc>
              <a:defRPr sz="2000">
                <a:solidFill>
                  <a:schemeClr val="tx1"/>
                </a:solidFill>
              </a:defRPr>
            </a:pPr>
            <a:r>
              <a:t>Configuration simple avec ETS sans plug-ins</a:t>
            </a:r>
          </a:p>
          <a:p>
            <a:pPr>
              <a:lnSpc>
                <a:spcPct val="150000"/>
              </a:lnSpc>
              <a:defRPr sz="2000">
                <a:solidFill>
                  <a:schemeClr val="tx1"/>
                </a:solidFill>
              </a:defRPr>
            </a:pPr>
            <a:r>
              <a:t>Connexion simple de l'interface des systèmes de visualisation</a:t>
            </a:r>
          </a:p>
          <a:p>
            <a:pPr lvl="1"/>
            <a:endParaRPr sz="2400" b="1" kern="0"/>
          </a:p>
        </p:txBody>
      </p:sp>
    </p:spTree>
    <p:extLst>
      <p:ext uri="{BB962C8B-B14F-4D97-AF65-F5344CB8AC3E}">
        <p14:creationId xmlns:p14="http://schemas.microsoft.com/office/powerpoint/2010/main" val="1760052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36D19-E622-42A1-B710-FF5F537EA1DC}"/>
              </a:ext>
            </a:extLst>
          </p:cNvPr>
          <p:cNvSpPr>
            <a:spLocks noGrp="1"/>
          </p:cNvSpPr>
          <p:nvPr>
            <p:ph type="title"/>
          </p:nvPr>
        </p:nvSpPr>
        <p:spPr/>
        <p:txBody>
          <a:bodyPr/>
          <a:lstStyle/>
          <a:p>
            <a:r>
              <a:t>Routeur IP utilisé comme Coupleur de Zone</a:t>
            </a:r>
          </a:p>
        </p:txBody>
      </p:sp>
      <p:graphicFrame>
        <p:nvGraphicFramePr>
          <p:cNvPr id="4" name="Object 3">
            <a:extLst>
              <a:ext uri="{FF2B5EF4-FFF2-40B4-BE49-F238E27FC236}">
                <a16:creationId xmlns:a16="http://schemas.microsoft.com/office/drawing/2014/main" id="{B21DF4F6-3345-47FE-981B-BB812F880A8A}"/>
              </a:ext>
            </a:extLst>
          </p:cNvPr>
          <p:cNvGraphicFramePr>
            <a:graphicFrameLocks noChangeAspect="1"/>
          </p:cNvGraphicFramePr>
          <p:nvPr/>
        </p:nvGraphicFramePr>
        <p:xfrm>
          <a:off x="1907704" y="1692328"/>
          <a:ext cx="6680482" cy="4680520"/>
        </p:xfrm>
        <a:graphic>
          <a:graphicData uri="http://schemas.openxmlformats.org/presentationml/2006/ole">
            <mc:AlternateContent xmlns:mc="http://schemas.openxmlformats.org/markup-compatibility/2006">
              <mc:Choice xmlns:v="urn:schemas-microsoft-com:vml" Requires="v">
                <p:oleObj r:id="rId3" imgW="10219426" imgH="7158677" progId="Visio.Drawing.15">
                  <p:embed/>
                </p:oleObj>
              </mc:Choice>
              <mc:Fallback>
                <p:oleObj r:id="rId3" imgW="10219426" imgH="7158677" progId="Visio.Drawing.15">
                  <p:embed/>
                  <p:pic>
                    <p:nvPicPr>
                      <p:cNvPr id="4" name="Object 3">
                        <a:extLst>
                          <a:ext uri="{FF2B5EF4-FFF2-40B4-BE49-F238E27FC236}">
                            <a16:creationId xmlns:a16="http://schemas.microsoft.com/office/drawing/2014/main" id="{B21DF4F6-3345-47FE-981B-BB812F880A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1692328"/>
                        <a:ext cx="6680482" cy="4680520"/>
                      </a:xfrm>
                      <a:prstGeom prst="rect">
                        <a:avLst/>
                      </a:prstGeom>
                      <a:noFill/>
                    </p:spPr>
                  </p:pic>
                </p:oleObj>
              </mc:Fallback>
            </mc:AlternateContent>
          </a:graphicData>
        </a:graphic>
      </p:graphicFrame>
      <p:sp>
        <p:nvSpPr>
          <p:cNvPr id="3" name="Rectangle 2">
            <a:extLst>
              <a:ext uri="{FF2B5EF4-FFF2-40B4-BE49-F238E27FC236}">
                <a16:creationId xmlns:a16="http://schemas.microsoft.com/office/drawing/2014/main" id="{ACB46DB7-19F7-4EBC-8E7B-436A844EEC60}"/>
              </a:ext>
            </a:extLst>
          </p:cNvPr>
          <p:cNvSpPr/>
          <p:nvPr/>
        </p:nvSpPr>
        <p:spPr>
          <a:xfrm>
            <a:off x="900113" y="1490008"/>
            <a:ext cx="2880320" cy="1938992"/>
          </a:xfrm>
          <a:prstGeom prst="rect">
            <a:avLst/>
          </a:prstGeom>
        </p:spPr>
        <p:txBody>
          <a:bodyPr wrap="square">
            <a:spAutoFit/>
          </a:bodyPr>
          <a:lstStyle/>
          <a:p>
            <a:pPr>
              <a:defRPr sz="2000" b="1">
                <a:latin typeface="Arial" panose="020B0604020202020204" pitchFamily="34" charset="0"/>
                <a:ea typeface="ＭＳ Ｐゴシック" panose="020B0600070205080204" pitchFamily="34" charset="-128"/>
              </a:defRPr>
            </a:pPr>
            <a:r>
              <a:t>Si un routeur IP est utilisé comme </a:t>
            </a:r>
            <a:r>
              <a:rPr>
                <a:solidFill>
                  <a:srgbClr val="369226"/>
                </a:solidFill>
              </a:rPr>
              <a:t>coupleur de zone</a:t>
            </a:r>
            <a:r>
              <a:t>pour une zone, aucun routeur IP ne peut être utilisé comme </a:t>
            </a:r>
            <a:r>
              <a:rPr>
                <a:solidFill>
                  <a:srgbClr val="369226"/>
                </a:solidFill>
              </a:rPr>
              <a:t>coupleur de ligne </a:t>
            </a:r>
            <a:r>
              <a:t>dans cette zone !</a:t>
            </a:r>
            <a:endParaRPr sz="2000" b="1">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73833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36D19-E622-42A1-B710-FF5F537EA1DC}"/>
              </a:ext>
            </a:extLst>
          </p:cNvPr>
          <p:cNvSpPr>
            <a:spLocks noGrp="1"/>
          </p:cNvSpPr>
          <p:nvPr>
            <p:ph type="title"/>
          </p:nvPr>
        </p:nvSpPr>
        <p:spPr/>
        <p:txBody>
          <a:bodyPr/>
          <a:lstStyle/>
          <a:p>
            <a:r>
              <a:t>Routeur IP comme coupleur de ligne</a:t>
            </a:r>
          </a:p>
        </p:txBody>
      </p:sp>
      <p:sp>
        <p:nvSpPr>
          <p:cNvPr id="3" name="Rectangle 2">
            <a:extLst>
              <a:ext uri="{FF2B5EF4-FFF2-40B4-BE49-F238E27FC236}">
                <a16:creationId xmlns:a16="http://schemas.microsoft.com/office/drawing/2014/main" id="{CB2671FD-9B7E-4819-A209-6A45017FF74D}"/>
              </a:ext>
            </a:extLst>
          </p:cNvPr>
          <p:cNvSpPr>
            <a:spLocks noChangeArrowheads="1"/>
          </p:cNvSpPr>
          <p:nvPr/>
        </p:nvSpPr>
        <p:spPr bwMode="auto">
          <a:xfrm>
            <a:off x="452847" y="1484783"/>
            <a:ext cx="1121304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p:txBody>
      </p:sp>
      <p:graphicFrame>
        <p:nvGraphicFramePr>
          <p:cNvPr id="6" name="Object 5">
            <a:extLst>
              <a:ext uri="{FF2B5EF4-FFF2-40B4-BE49-F238E27FC236}">
                <a16:creationId xmlns:a16="http://schemas.microsoft.com/office/drawing/2014/main" id="{9C623655-3688-4C35-8780-FFC734954724}"/>
              </a:ext>
            </a:extLst>
          </p:cNvPr>
          <p:cNvGraphicFramePr>
            <a:graphicFrameLocks noChangeAspect="1"/>
          </p:cNvGraphicFramePr>
          <p:nvPr/>
        </p:nvGraphicFramePr>
        <p:xfrm>
          <a:off x="1123576" y="1472098"/>
          <a:ext cx="7157554" cy="4134842"/>
        </p:xfrm>
        <a:graphic>
          <a:graphicData uri="http://schemas.openxmlformats.org/presentationml/2006/ole">
            <mc:AlternateContent xmlns:mc="http://schemas.openxmlformats.org/markup-compatibility/2006">
              <mc:Choice xmlns:v="urn:schemas-microsoft-com:vml" Requires="v">
                <p:oleObj r:id="rId3" imgW="10138146" imgH="5864742" progId="Visio.Drawing.15">
                  <p:embed/>
                </p:oleObj>
              </mc:Choice>
              <mc:Fallback>
                <p:oleObj r:id="rId3" imgW="10138146" imgH="5864742" progId="Visio.Drawing.15">
                  <p:embed/>
                  <p:pic>
                    <p:nvPicPr>
                      <p:cNvPr id="6" name="Object 5">
                        <a:extLst>
                          <a:ext uri="{FF2B5EF4-FFF2-40B4-BE49-F238E27FC236}">
                            <a16:creationId xmlns:a16="http://schemas.microsoft.com/office/drawing/2014/main" id="{9C623655-3688-4C35-8780-FFC7349547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3576" y="1472098"/>
                        <a:ext cx="7157554" cy="4134842"/>
                      </a:xfrm>
                      <a:prstGeom prst="rect">
                        <a:avLst/>
                      </a:prstGeom>
                      <a:noFill/>
                    </p:spPr>
                  </p:pic>
                </p:oleObj>
              </mc:Fallback>
            </mc:AlternateContent>
          </a:graphicData>
        </a:graphic>
      </p:graphicFrame>
    </p:spTree>
    <p:extLst>
      <p:ext uri="{BB962C8B-B14F-4D97-AF65-F5344CB8AC3E}">
        <p14:creationId xmlns:p14="http://schemas.microsoft.com/office/powerpoint/2010/main" val="1090091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2006F-239C-46BD-A528-ED72B358CCD5}"/>
              </a:ext>
            </a:extLst>
          </p:cNvPr>
          <p:cNvSpPr>
            <a:spLocks noGrp="1"/>
          </p:cNvSpPr>
          <p:nvPr>
            <p:ph type="title"/>
          </p:nvPr>
        </p:nvSpPr>
        <p:spPr>
          <a:xfrm>
            <a:off x="900113" y="260648"/>
            <a:ext cx="6984255" cy="719138"/>
          </a:xfrm>
        </p:spPr>
        <p:txBody>
          <a:bodyPr/>
          <a:lstStyle/>
          <a:p>
            <a:r>
              <a:t>Routeur IP comme Coupleur de Ligne et coupleur de réseau</a:t>
            </a:r>
          </a:p>
        </p:txBody>
      </p:sp>
      <p:graphicFrame>
        <p:nvGraphicFramePr>
          <p:cNvPr id="4" name="Object 3">
            <a:extLst>
              <a:ext uri="{FF2B5EF4-FFF2-40B4-BE49-F238E27FC236}">
                <a16:creationId xmlns:a16="http://schemas.microsoft.com/office/drawing/2014/main" id="{0DEB622A-6302-4779-8621-FA0DE5336827}"/>
              </a:ext>
            </a:extLst>
          </p:cNvPr>
          <p:cNvGraphicFramePr>
            <a:graphicFrameLocks noChangeAspect="1"/>
          </p:cNvGraphicFramePr>
          <p:nvPr/>
        </p:nvGraphicFramePr>
        <p:xfrm>
          <a:off x="1128942" y="1484784"/>
          <a:ext cx="6886116" cy="4599236"/>
        </p:xfrm>
        <a:graphic>
          <a:graphicData uri="http://schemas.openxmlformats.org/presentationml/2006/ole">
            <mc:AlternateContent xmlns:mc="http://schemas.openxmlformats.org/markup-compatibility/2006">
              <mc:Choice xmlns:v="urn:schemas-microsoft-com:vml" Requires="v">
                <p:oleObj r:id="rId3" imgW="10138146" imgH="6770228" progId="Visio.Drawing.15">
                  <p:embed/>
                </p:oleObj>
              </mc:Choice>
              <mc:Fallback>
                <p:oleObj r:id="rId3" imgW="10138146" imgH="6770228" progId="Visio.Drawing.15">
                  <p:embed/>
                  <p:pic>
                    <p:nvPicPr>
                      <p:cNvPr id="4" name="Object 3">
                        <a:extLst>
                          <a:ext uri="{FF2B5EF4-FFF2-40B4-BE49-F238E27FC236}">
                            <a16:creationId xmlns:a16="http://schemas.microsoft.com/office/drawing/2014/main" id="{0DEB622A-6302-4779-8621-FA0DE53368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8942" y="1484784"/>
                        <a:ext cx="6886116" cy="4599236"/>
                      </a:xfrm>
                      <a:prstGeom prst="rect">
                        <a:avLst/>
                      </a:prstGeom>
                      <a:noFill/>
                    </p:spPr>
                  </p:pic>
                </p:oleObj>
              </mc:Fallback>
            </mc:AlternateContent>
          </a:graphicData>
        </a:graphic>
      </p:graphicFrame>
    </p:spTree>
    <p:extLst>
      <p:ext uri="{BB962C8B-B14F-4D97-AF65-F5344CB8AC3E}">
        <p14:creationId xmlns:p14="http://schemas.microsoft.com/office/powerpoint/2010/main" val="3108706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0652D-9F20-4D57-A62B-C69D1B3F577C}"/>
              </a:ext>
            </a:extLst>
          </p:cNvPr>
          <p:cNvSpPr>
            <a:spLocks noGrp="1"/>
          </p:cNvSpPr>
          <p:nvPr>
            <p:ph type="title"/>
          </p:nvPr>
        </p:nvSpPr>
        <p:spPr>
          <a:xfrm>
            <a:off x="899592" y="260648"/>
            <a:ext cx="6984255" cy="719138"/>
          </a:xfrm>
        </p:spPr>
        <p:txBody>
          <a:bodyPr/>
          <a:lstStyle/>
          <a:p>
            <a:r>
              <a:t>Routeur IP en tant que coupleur de zone/Réseau</a:t>
            </a:r>
          </a:p>
        </p:txBody>
      </p:sp>
      <p:graphicFrame>
        <p:nvGraphicFramePr>
          <p:cNvPr id="4" name="Object 3">
            <a:extLst>
              <a:ext uri="{FF2B5EF4-FFF2-40B4-BE49-F238E27FC236}">
                <a16:creationId xmlns:a16="http://schemas.microsoft.com/office/drawing/2014/main" id="{CB7E7B05-E551-4B82-9A3F-6BA0C2057049}"/>
              </a:ext>
            </a:extLst>
          </p:cNvPr>
          <p:cNvGraphicFramePr>
            <a:graphicFrameLocks noChangeAspect="1"/>
          </p:cNvGraphicFramePr>
          <p:nvPr/>
        </p:nvGraphicFramePr>
        <p:xfrm>
          <a:off x="827584" y="1556792"/>
          <a:ext cx="7445714" cy="4536504"/>
        </p:xfrm>
        <a:graphic>
          <a:graphicData uri="http://schemas.openxmlformats.org/presentationml/2006/ole">
            <mc:AlternateContent xmlns:mc="http://schemas.openxmlformats.org/markup-compatibility/2006">
              <mc:Choice xmlns:v="urn:schemas-microsoft-com:vml" Requires="v">
                <p:oleObj r:id="rId3" imgW="9975970" imgH="6065492" progId="Visio.Drawing.15">
                  <p:embed/>
                </p:oleObj>
              </mc:Choice>
              <mc:Fallback>
                <p:oleObj r:id="rId3" imgW="9975970" imgH="6065492" progId="Visio.Drawing.15">
                  <p:embed/>
                  <p:pic>
                    <p:nvPicPr>
                      <p:cNvPr id="4" name="Object 3">
                        <a:extLst>
                          <a:ext uri="{FF2B5EF4-FFF2-40B4-BE49-F238E27FC236}">
                            <a16:creationId xmlns:a16="http://schemas.microsoft.com/office/drawing/2014/main" id="{CB7E7B05-E551-4B82-9A3F-6BA0C20570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1556792"/>
                        <a:ext cx="7445714" cy="4536504"/>
                      </a:xfrm>
                      <a:prstGeom prst="rect">
                        <a:avLst/>
                      </a:prstGeom>
                      <a:noFill/>
                    </p:spPr>
                  </p:pic>
                </p:oleObj>
              </mc:Fallback>
            </mc:AlternateContent>
          </a:graphicData>
        </a:graphic>
      </p:graphicFrame>
    </p:spTree>
    <p:extLst>
      <p:ext uri="{BB962C8B-B14F-4D97-AF65-F5344CB8AC3E}">
        <p14:creationId xmlns:p14="http://schemas.microsoft.com/office/powerpoint/2010/main" val="3070299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FCD53-CED7-447F-B54C-CD68C3C6CEB7}"/>
              </a:ext>
            </a:extLst>
          </p:cNvPr>
          <p:cNvSpPr>
            <a:spLocks noGrp="1"/>
          </p:cNvSpPr>
          <p:nvPr>
            <p:ph type="title"/>
          </p:nvPr>
        </p:nvSpPr>
        <p:spPr/>
        <p:txBody>
          <a:bodyPr/>
          <a:lstStyle/>
          <a:p>
            <a:r>
              <a:t>Paramètres de Réseau</a:t>
            </a:r>
          </a:p>
        </p:txBody>
      </p:sp>
      <p:grpSp>
        <p:nvGrpSpPr>
          <p:cNvPr id="3" name="Group 2">
            <a:extLst>
              <a:ext uri="{FF2B5EF4-FFF2-40B4-BE49-F238E27FC236}">
                <a16:creationId xmlns:a16="http://schemas.microsoft.com/office/drawing/2014/main" id="{36CDC80B-53D6-4CCB-9A73-95FA4BEA5AC5}"/>
              </a:ext>
            </a:extLst>
          </p:cNvPr>
          <p:cNvGrpSpPr>
            <a:grpSpLocks/>
          </p:cNvGrpSpPr>
          <p:nvPr/>
        </p:nvGrpSpPr>
        <p:grpSpPr bwMode="auto">
          <a:xfrm>
            <a:off x="1089989" y="2922015"/>
            <a:ext cx="2360612" cy="1157287"/>
            <a:chOff x="868363" y="2395538"/>
            <a:chExt cx="2360612" cy="1157287"/>
          </a:xfrm>
          <a:solidFill>
            <a:srgbClr val="FFFFFF"/>
          </a:solidFill>
        </p:grpSpPr>
        <p:sp>
          <p:nvSpPr>
            <p:cNvPr id="4" name="Snip Single Corner Rectangle 6">
              <a:extLst>
                <a:ext uri="{FF2B5EF4-FFF2-40B4-BE49-F238E27FC236}">
                  <a16:creationId xmlns:a16="http://schemas.microsoft.com/office/drawing/2014/main" id="{12A84A6B-F1C2-40F1-9B64-60B44E7F4F96}"/>
                </a:ext>
              </a:extLst>
            </p:cNvPr>
            <p:cNvSpPr/>
            <p:nvPr/>
          </p:nvSpPr>
          <p:spPr>
            <a:xfrm>
              <a:off x="868363" y="2395538"/>
              <a:ext cx="2360612" cy="1157287"/>
            </a:xfrm>
            <a:prstGeom prst="snip1Rect">
              <a:avLst/>
            </a:prstGeom>
            <a:grpFill/>
            <a:ln w="38100">
              <a:solidFill>
                <a:schemeClr val="accent4">
                  <a:lumMod val="75000"/>
                  <a:alpha val="9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p>
          </p:txBody>
        </p:sp>
        <p:sp>
          <p:nvSpPr>
            <p:cNvPr id="5" name="TextBox 19">
              <a:extLst>
                <a:ext uri="{FF2B5EF4-FFF2-40B4-BE49-F238E27FC236}">
                  <a16:creationId xmlns:a16="http://schemas.microsoft.com/office/drawing/2014/main" id="{91BA469B-4BD9-409D-81C7-7122AEF6ACCE}"/>
                </a:ext>
              </a:extLst>
            </p:cNvPr>
            <p:cNvSpPr txBox="1">
              <a:spLocks noChangeArrowheads="1"/>
            </p:cNvSpPr>
            <p:nvPr/>
          </p:nvSpPr>
          <p:spPr bwMode="auto">
            <a:xfrm>
              <a:off x="931862" y="2660086"/>
              <a:ext cx="2233613" cy="6463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defRPr b="1">
                  <a:solidFill>
                    <a:schemeClr val="accent4">
                      <a:lumMod val="75000"/>
                    </a:schemeClr>
                  </a:solidFill>
                </a:defRPr>
              </a:pPr>
              <a:r>
                <a:t>Affectation dynamique</a:t>
              </a:r>
            </a:p>
          </p:txBody>
        </p:sp>
      </p:grpSp>
      <p:grpSp>
        <p:nvGrpSpPr>
          <p:cNvPr id="6" name="Group 5">
            <a:extLst>
              <a:ext uri="{FF2B5EF4-FFF2-40B4-BE49-F238E27FC236}">
                <a16:creationId xmlns:a16="http://schemas.microsoft.com/office/drawing/2014/main" id="{3C052AE8-E67C-4857-A459-8F954BCE9AAE}"/>
              </a:ext>
            </a:extLst>
          </p:cNvPr>
          <p:cNvGrpSpPr>
            <a:grpSpLocks/>
          </p:cNvGrpSpPr>
          <p:nvPr/>
        </p:nvGrpSpPr>
        <p:grpSpPr bwMode="auto">
          <a:xfrm>
            <a:off x="1089989" y="4217415"/>
            <a:ext cx="2360612" cy="1065212"/>
            <a:chOff x="868363" y="3690938"/>
            <a:chExt cx="2360612" cy="1065212"/>
          </a:xfrm>
          <a:solidFill>
            <a:schemeClr val="accent4"/>
          </a:solidFill>
        </p:grpSpPr>
        <p:sp>
          <p:nvSpPr>
            <p:cNvPr id="7" name="Rectangle 6">
              <a:extLst>
                <a:ext uri="{FF2B5EF4-FFF2-40B4-BE49-F238E27FC236}">
                  <a16:creationId xmlns:a16="http://schemas.microsoft.com/office/drawing/2014/main" id="{56FBD03F-6EB1-4BC9-8713-D9DD4B1373D1}"/>
                </a:ext>
              </a:extLst>
            </p:cNvPr>
            <p:cNvSpPr/>
            <p:nvPr/>
          </p:nvSpPr>
          <p:spPr>
            <a:xfrm>
              <a:off x="868363" y="3690938"/>
              <a:ext cx="2360612" cy="1065212"/>
            </a:xfrm>
            <a:prstGeom prst="rect">
              <a:avLst/>
            </a:prstGeom>
            <a:solidFill>
              <a:srgbClr val="0070C0"/>
            </a:solidFill>
            <a:ln w="19050">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solidFill>
                  <a:srgbClr val="FFFFFF"/>
                </a:solidFill>
              </a:endParaRPr>
            </a:p>
          </p:txBody>
        </p:sp>
        <p:sp>
          <p:nvSpPr>
            <p:cNvPr id="8" name="TextBox 7">
              <a:extLst>
                <a:ext uri="{FF2B5EF4-FFF2-40B4-BE49-F238E27FC236}">
                  <a16:creationId xmlns:a16="http://schemas.microsoft.com/office/drawing/2014/main" id="{9B2C9244-7283-4CE1-B09D-36524403A70D}"/>
                </a:ext>
              </a:extLst>
            </p:cNvPr>
            <p:cNvSpPr txBox="1"/>
            <p:nvPr/>
          </p:nvSpPr>
          <p:spPr>
            <a:xfrm>
              <a:off x="868363" y="3889375"/>
              <a:ext cx="2360612" cy="831850"/>
            </a:xfrm>
            <a:prstGeom prst="rect">
              <a:avLst/>
            </a:prstGeom>
            <a:solidFill>
              <a:srgbClr val="0070C0"/>
            </a:solidFill>
          </p:spPr>
          <p:txBody>
            <a:bodyPr>
              <a:spAutoFit/>
            </a:bodyPr>
            <a:lstStyle/>
            <a:p>
              <a:pPr algn="ctr">
                <a:defRPr sz="1600">
                  <a:solidFill>
                    <a:srgbClr val="FFFFFF"/>
                  </a:solidFill>
                </a:defRPr>
              </a:pPr>
              <a:r>
                <a:rPr b="1"/>
                <a:t>DHCP: D</a:t>
              </a:r>
              <a:r>
                <a:t>ynamic </a:t>
              </a:r>
              <a:r>
                <a:rPr b="1"/>
                <a:t>H</a:t>
              </a:r>
              <a:r>
                <a:t>ost </a:t>
              </a:r>
              <a:r>
                <a:rPr b="1"/>
                <a:t>C</a:t>
              </a:r>
              <a:r>
                <a:t>onfiguration </a:t>
              </a:r>
              <a:r>
                <a:rPr b="1"/>
                <a:t>P</a:t>
              </a:r>
              <a:r>
                <a:t>rotocol (Protocole de configuration dynamique de l'hôte) </a:t>
              </a:r>
            </a:p>
            <a:p>
              <a:pPr algn="ctr"/>
              <a:endParaRPr sz="1600">
                <a:solidFill>
                  <a:srgbClr val="FFFFFF"/>
                </a:solidFill>
              </a:endParaRPr>
            </a:p>
          </p:txBody>
        </p:sp>
      </p:grpSp>
      <p:grpSp>
        <p:nvGrpSpPr>
          <p:cNvPr id="9" name="Group 8">
            <a:extLst>
              <a:ext uri="{FF2B5EF4-FFF2-40B4-BE49-F238E27FC236}">
                <a16:creationId xmlns:a16="http://schemas.microsoft.com/office/drawing/2014/main" id="{99A57397-3AF5-4BB7-96C7-3DBDEA1EFB34}"/>
              </a:ext>
            </a:extLst>
          </p:cNvPr>
          <p:cNvGrpSpPr>
            <a:grpSpLocks/>
          </p:cNvGrpSpPr>
          <p:nvPr/>
        </p:nvGrpSpPr>
        <p:grpSpPr bwMode="auto">
          <a:xfrm>
            <a:off x="3313113" y="1725613"/>
            <a:ext cx="2522537" cy="1347787"/>
            <a:chOff x="3090863" y="1198563"/>
            <a:chExt cx="2522537" cy="1347787"/>
          </a:xfrm>
        </p:grpSpPr>
        <p:sp>
          <p:nvSpPr>
            <p:cNvPr id="10" name="Snip Same Side Corner Rectangle 18">
              <a:extLst>
                <a:ext uri="{FF2B5EF4-FFF2-40B4-BE49-F238E27FC236}">
                  <a16:creationId xmlns:a16="http://schemas.microsoft.com/office/drawing/2014/main" id="{7A371646-D4F1-478B-88F1-E920FB9334D1}"/>
                </a:ext>
              </a:extLst>
            </p:cNvPr>
            <p:cNvSpPr/>
            <p:nvPr/>
          </p:nvSpPr>
          <p:spPr>
            <a:xfrm rot="10800000">
              <a:off x="3090863" y="1198563"/>
              <a:ext cx="2522537" cy="1347787"/>
            </a:xfrm>
            <a:prstGeom prst="snip2SameRect">
              <a:avLst>
                <a:gd name="adj1" fmla="val 16667"/>
                <a:gd name="adj2" fmla="val 3378"/>
              </a:avLst>
            </a:prstGeom>
            <a:solidFill>
              <a:srgbClr val="00B050"/>
            </a:solidFill>
            <a:ln w="38100" cmpd="sng">
              <a:solidFill>
                <a:schemeClr val="accent4">
                  <a:lumMod val="7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p>
          </p:txBody>
        </p:sp>
        <p:sp>
          <p:nvSpPr>
            <p:cNvPr id="11" name="TextBox 10">
              <a:extLst>
                <a:ext uri="{FF2B5EF4-FFF2-40B4-BE49-F238E27FC236}">
                  <a16:creationId xmlns:a16="http://schemas.microsoft.com/office/drawing/2014/main" id="{C908B9F4-B892-4D26-9C5B-D654310B5262}"/>
                </a:ext>
              </a:extLst>
            </p:cNvPr>
            <p:cNvSpPr txBox="1"/>
            <p:nvPr/>
          </p:nvSpPr>
          <p:spPr>
            <a:xfrm>
              <a:off x="3333750" y="1566863"/>
              <a:ext cx="2141538" cy="461962"/>
            </a:xfrm>
            <a:prstGeom prst="rect">
              <a:avLst/>
            </a:prstGeom>
            <a:noFill/>
            <a:effectLst>
              <a:outerShdw blurRad="50800" dist="38100" dir="5400000" algn="t" rotWithShape="0">
                <a:prstClr val="black">
                  <a:alpha val="40000"/>
                </a:prstClr>
              </a:outerShdw>
            </a:effectLst>
          </p:spPr>
          <p:txBody>
            <a:bodyPr>
              <a:spAutoFit/>
            </a:bodyPr>
            <a:lstStyle/>
            <a:p>
              <a:pPr>
                <a:defRPr sz="2400" b="1">
                  <a:solidFill>
                    <a:srgbClr val="FFFFFF"/>
                  </a:solidFill>
                </a:defRPr>
              </a:pPr>
              <a:r>
                <a:t>Adresse IP</a:t>
              </a:r>
            </a:p>
          </p:txBody>
        </p:sp>
      </p:grpSp>
      <p:grpSp>
        <p:nvGrpSpPr>
          <p:cNvPr id="12" name="Group 11">
            <a:extLst>
              <a:ext uri="{FF2B5EF4-FFF2-40B4-BE49-F238E27FC236}">
                <a16:creationId xmlns:a16="http://schemas.microsoft.com/office/drawing/2014/main" id="{7ACEC4DA-1538-42C7-A460-717531CA33EC}"/>
              </a:ext>
            </a:extLst>
          </p:cNvPr>
          <p:cNvGrpSpPr>
            <a:grpSpLocks/>
          </p:cNvGrpSpPr>
          <p:nvPr/>
        </p:nvGrpSpPr>
        <p:grpSpPr bwMode="auto">
          <a:xfrm flipH="1">
            <a:off x="5673725" y="2931084"/>
            <a:ext cx="2197725" cy="1157288"/>
            <a:chOff x="5711201" y="2952177"/>
            <a:chExt cx="2349500" cy="1157288"/>
          </a:xfrm>
        </p:grpSpPr>
        <p:sp>
          <p:nvSpPr>
            <p:cNvPr id="13" name="Snip Single Corner Rectangle 9">
              <a:extLst>
                <a:ext uri="{FF2B5EF4-FFF2-40B4-BE49-F238E27FC236}">
                  <a16:creationId xmlns:a16="http://schemas.microsoft.com/office/drawing/2014/main" id="{08675948-2F35-443F-A13C-45BDA6CB746F}"/>
                </a:ext>
              </a:extLst>
            </p:cNvPr>
            <p:cNvSpPr/>
            <p:nvPr/>
          </p:nvSpPr>
          <p:spPr bwMode="auto">
            <a:xfrm>
              <a:off x="5711201" y="2952177"/>
              <a:ext cx="2349500" cy="1157288"/>
            </a:xfrm>
            <a:prstGeom prst="snip1Rect">
              <a:avLst/>
            </a:prstGeom>
            <a:solidFill>
              <a:srgbClr val="FFFFFF"/>
            </a:solidFill>
            <a:ln w="38100">
              <a:solidFill>
                <a:schemeClr val="accent4">
                  <a:lumMod val="75000"/>
                  <a:alpha val="9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p>
          </p:txBody>
        </p:sp>
        <p:sp>
          <p:nvSpPr>
            <p:cNvPr id="14" name="TextBox 19">
              <a:extLst>
                <a:ext uri="{FF2B5EF4-FFF2-40B4-BE49-F238E27FC236}">
                  <a16:creationId xmlns:a16="http://schemas.microsoft.com/office/drawing/2014/main" id="{838DE879-3D4D-4DF3-AEAC-8F0996E61EA6}"/>
                </a:ext>
              </a:extLst>
            </p:cNvPr>
            <p:cNvSpPr txBox="1">
              <a:spLocks noChangeArrowheads="1"/>
            </p:cNvSpPr>
            <p:nvPr/>
          </p:nvSpPr>
          <p:spPr bwMode="auto">
            <a:xfrm>
              <a:off x="5801689" y="3252215"/>
              <a:ext cx="2233612" cy="6461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defRPr b="1">
                  <a:solidFill>
                    <a:schemeClr val="accent4">
                      <a:lumMod val="75000"/>
                    </a:schemeClr>
                  </a:solidFill>
                </a:defRPr>
              </a:pPr>
              <a:r>
                <a:t>Affectation manuelle</a:t>
              </a:r>
            </a:p>
          </p:txBody>
        </p:sp>
      </p:grpSp>
    </p:spTree>
    <p:extLst>
      <p:ext uri="{BB962C8B-B14F-4D97-AF65-F5344CB8AC3E}">
        <p14:creationId xmlns:p14="http://schemas.microsoft.com/office/powerpoint/2010/main" val="3836547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D4C99-536C-4F6C-81F6-DCA6199779E7}"/>
              </a:ext>
            </a:extLst>
          </p:cNvPr>
          <p:cNvSpPr>
            <a:spLocks noGrp="1"/>
          </p:cNvSpPr>
          <p:nvPr>
            <p:ph type="title"/>
          </p:nvPr>
        </p:nvSpPr>
        <p:spPr/>
        <p:txBody>
          <a:bodyPr/>
          <a:lstStyle/>
          <a:p>
            <a:r>
              <a:t>Paramètres du Routeur IP</a:t>
            </a:r>
          </a:p>
        </p:txBody>
      </p:sp>
      <p:grpSp>
        <p:nvGrpSpPr>
          <p:cNvPr id="3" name="Group 2">
            <a:extLst>
              <a:ext uri="{FF2B5EF4-FFF2-40B4-BE49-F238E27FC236}">
                <a16:creationId xmlns:a16="http://schemas.microsoft.com/office/drawing/2014/main" id="{B53A9D4E-D8DC-4D62-BB6F-5685BB34421E}"/>
              </a:ext>
            </a:extLst>
          </p:cNvPr>
          <p:cNvGrpSpPr>
            <a:grpSpLocks/>
          </p:cNvGrpSpPr>
          <p:nvPr/>
        </p:nvGrpSpPr>
        <p:grpSpPr bwMode="auto">
          <a:xfrm>
            <a:off x="343310" y="1679393"/>
            <a:ext cx="3780606" cy="2438912"/>
            <a:chOff x="431724" y="1788440"/>
            <a:chExt cx="3693793" cy="2063750"/>
          </a:xfrm>
          <a:solidFill>
            <a:srgbClr val="00B050"/>
          </a:solidFill>
        </p:grpSpPr>
        <p:sp>
          <p:nvSpPr>
            <p:cNvPr id="4" name="Pentagon 10">
              <a:extLst>
                <a:ext uri="{FF2B5EF4-FFF2-40B4-BE49-F238E27FC236}">
                  <a16:creationId xmlns:a16="http://schemas.microsoft.com/office/drawing/2014/main" id="{6D269A86-680E-46D5-97D6-3264CCC5C432}"/>
                </a:ext>
              </a:extLst>
            </p:cNvPr>
            <p:cNvSpPr/>
            <p:nvPr/>
          </p:nvSpPr>
          <p:spPr>
            <a:xfrm>
              <a:off x="431724" y="1788440"/>
              <a:ext cx="3693793" cy="2063750"/>
            </a:xfrm>
            <a:prstGeom prst="homePlate">
              <a:avLst/>
            </a:prstGeom>
            <a:grpFill/>
            <a:ln>
              <a:solidFill>
                <a:schemeClr val="accent4">
                  <a:lumMod val="75000"/>
                </a:schemeClr>
              </a:solidFill>
            </a:ln>
            <a:effectLst>
              <a:glow rad="63500">
                <a:schemeClr val="accent4">
                  <a:satMod val="175000"/>
                  <a:alpha val="40000"/>
                </a:schemeClr>
              </a:glow>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a:p>
          </p:txBody>
        </p:sp>
        <p:sp>
          <p:nvSpPr>
            <p:cNvPr id="5" name="TextBox 4">
              <a:extLst>
                <a:ext uri="{FF2B5EF4-FFF2-40B4-BE49-F238E27FC236}">
                  <a16:creationId xmlns:a16="http://schemas.microsoft.com/office/drawing/2014/main" id="{79F303A6-5F34-41C2-8FB4-11B0F2BD1058}"/>
                </a:ext>
              </a:extLst>
            </p:cNvPr>
            <p:cNvSpPr txBox="1"/>
            <p:nvPr/>
          </p:nvSpPr>
          <p:spPr>
            <a:xfrm>
              <a:off x="465059" y="1972590"/>
              <a:ext cx="2622323" cy="338554"/>
            </a:xfrm>
            <a:prstGeom prst="rect">
              <a:avLst/>
            </a:prstGeom>
            <a:grpFill/>
          </p:spPr>
          <p:txBody>
            <a:bodyPr>
              <a:spAutoFit/>
            </a:bodyPr>
            <a:lstStyle/>
            <a:p>
              <a:pPr algn="ctr">
                <a:defRPr sz="1600" b="1">
                  <a:solidFill>
                    <a:schemeClr val="accent3"/>
                  </a:solidFill>
                </a:defRPr>
              </a:pPr>
              <a:r>
                <a:t>“Général”</a:t>
              </a:r>
              <a:endParaRPr sz="1600" b="1">
                <a:solidFill>
                  <a:schemeClr val="accent3"/>
                </a:solidFill>
              </a:endParaRPr>
            </a:p>
          </p:txBody>
        </p:sp>
      </p:grpSp>
      <p:sp>
        <p:nvSpPr>
          <p:cNvPr id="6" name="Rectangle 5">
            <a:extLst>
              <a:ext uri="{FF2B5EF4-FFF2-40B4-BE49-F238E27FC236}">
                <a16:creationId xmlns:a16="http://schemas.microsoft.com/office/drawing/2014/main" id="{C429A1C3-A297-4FBA-9B6B-6953054AD142}"/>
              </a:ext>
            </a:extLst>
          </p:cNvPr>
          <p:cNvSpPr/>
          <p:nvPr/>
        </p:nvSpPr>
        <p:spPr>
          <a:xfrm>
            <a:off x="361950" y="2242649"/>
            <a:ext cx="3382963" cy="1570038"/>
          </a:xfrm>
          <a:prstGeom prst="rect">
            <a:avLst/>
          </a:prstGeom>
        </p:spPr>
        <p:txBody>
          <a:bodyPr>
            <a:spAutoFit/>
          </a:bodyPr>
          <a:lstStyle/>
          <a:p>
            <a:pPr>
              <a:defRPr sz="1600">
                <a:solidFill>
                  <a:schemeClr val="accent3"/>
                </a:solidFill>
              </a:defRPr>
            </a:pPr>
            <a:r>
              <a:t>Attribuez un nom d'appareil au routeur IP .</a:t>
            </a:r>
          </a:p>
          <a:p>
            <a:endParaRPr sz="1600">
              <a:solidFill>
                <a:schemeClr val="accent3"/>
              </a:solidFill>
            </a:endParaRPr>
          </a:p>
          <a:p>
            <a:pPr>
              <a:defRPr sz="1600">
                <a:solidFill>
                  <a:schemeClr val="accent3"/>
                </a:solidFill>
              </a:defRPr>
            </a:pPr>
            <a:r>
              <a:t>Utilisé pour: </a:t>
            </a:r>
          </a:p>
          <a:p>
            <a:pPr marL="342900" indent="-342900">
              <a:buFontTx/>
              <a:buAutoNum type="arabicPeriod"/>
              <a:defRPr sz="1600">
                <a:solidFill>
                  <a:schemeClr val="accent3"/>
                </a:solidFill>
              </a:defRPr>
            </a:pPr>
            <a:r>
              <a:t>Trouver un participant</a:t>
            </a:r>
          </a:p>
          <a:p>
            <a:pPr marL="342900" indent="-342900">
              <a:buFontTx/>
              <a:buAutoNum type="arabicPeriod"/>
              <a:defRPr sz="1600">
                <a:solidFill>
                  <a:schemeClr val="accent3"/>
                </a:solidFill>
              </a:defRPr>
            </a:pPr>
            <a:r>
              <a:t>Connecter les installations</a:t>
            </a:r>
          </a:p>
        </p:txBody>
      </p:sp>
      <p:grpSp>
        <p:nvGrpSpPr>
          <p:cNvPr id="7" name="Group 6">
            <a:extLst>
              <a:ext uri="{FF2B5EF4-FFF2-40B4-BE49-F238E27FC236}">
                <a16:creationId xmlns:a16="http://schemas.microsoft.com/office/drawing/2014/main" id="{6B03ACEA-33CC-47F8-AE0D-F634A25ECDE1}"/>
              </a:ext>
            </a:extLst>
          </p:cNvPr>
          <p:cNvGrpSpPr>
            <a:grpSpLocks/>
          </p:cNvGrpSpPr>
          <p:nvPr/>
        </p:nvGrpSpPr>
        <p:grpSpPr bwMode="auto">
          <a:xfrm>
            <a:off x="4866640" y="1680981"/>
            <a:ext cx="3868195" cy="2437324"/>
            <a:chOff x="5108257" y="1791204"/>
            <a:chExt cx="3714432" cy="2063750"/>
          </a:xfrm>
          <a:solidFill>
            <a:srgbClr val="0070C0"/>
          </a:solidFill>
        </p:grpSpPr>
        <p:sp>
          <p:nvSpPr>
            <p:cNvPr id="8" name="Pentagon 11">
              <a:extLst>
                <a:ext uri="{FF2B5EF4-FFF2-40B4-BE49-F238E27FC236}">
                  <a16:creationId xmlns:a16="http://schemas.microsoft.com/office/drawing/2014/main" id="{6CECDC9F-7DF1-41CC-A1A0-B7DC769BB728}"/>
                </a:ext>
              </a:extLst>
            </p:cNvPr>
            <p:cNvSpPr/>
            <p:nvPr/>
          </p:nvSpPr>
          <p:spPr>
            <a:xfrm flipH="1">
              <a:off x="5108257" y="1791204"/>
              <a:ext cx="3714432" cy="2063750"/>
            </a:xfrm>
            <a:prstGeom prst="homePlate">
              <a:avLst/>
            </a:prstGeom>
            <a:grpFill/>
            <a:ln>
              <a:solidFill>
                <a:schemeClr val="accent4">
                  <a:lumMod val="75000"/>
                </a:schemeClr>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a:p>
          </p:txBody>
        </p:sp>
        <p:sp>
          <p:nvSpPr>
            <p:cNvPr id="9" name="TextBox 8">
              <a:extLst>
                <a:ext uri="{FF2B5EF4-FFF2-40B4-BE49-F238E27FC236}">
                  <a16:creationId xmlns:a16="http://schemas.microsoft.com/office/drawing/2014/main" id="{F481A049-034B-42F3-AA2D-A2A8A76D6AED}"/>
                </a:ext>
              </a:extLst>
            </p:cNvPr>
            <p:cNvSpPr txBox="1"/>
            <p:nvPr/>
          </p:nvSpPr>
          <p:spPr>
            <a:xfrm>
              <a:off x="6105122" y="2084892"/>
              <a:ext cx="2717567" cy="338554"/>
            </a:xfrm>
            <a:prstGeom prst="rect">
              <a:avLst/>
            </a:prstGeom>
            <a:grpFill/>
          </p:spPr>
          <p:txBody>
            <a:bodyPr>
              <a:spAutoFit/>
            </a:bodyPr>
            <a:lstStyle/>
            <a:p>
              <a:pPr algn="ctr">
                <a:defRPr sz="1600" b="1">
                  <a:solidFill>
                    <a:schemeClr val="accent3"/>
                  </a:solidFill>
                </a:defRPr>
              </a:pPr>
              <a:r>
                <a:t>“Paramètres IP”</a:t>
              </a:r>
              <a:endParaRPr sz="1600" b="1">
                <a:solidFill>
                  <a:schemeClr val="accent3"/>
                </a:solidFill>
              </a:endParaRPr>
            </a:p>
          </p:txBody>
        </p:sp>
      </p:grpSp>
      <p:sp>
        <p:nvSpPr>
          <p:cNvPr id="10" name="Rectangle 9">
            <a:extLst>
              <a:ext uri="{FF2B5EF4-FFF2-40B4-BE49-F238E27FC236}">
                <a16:creationId xmlns:a16="http://schemas.microsoft.com/office/drawing/2014/main" id="{87C35A10-B754-42F0-B9AB-04F69A359684}"/>
              </a:ext>
            </a:extLst>
          </p:cNvPr>
          <p:cNvSpPr/>
          <p:nvPr/>
        </p:nvSpPr>
        <p:spPr>
          <a:xfrm>
            <a:off x="5935663" y="2487124"/>
            <a:ext cx="2798762" cy="830263"/>
          </a:xfrm>
          <a:prstGeom prst="rect">
            <a:avLst/>
          </a:prstGeom>
        </p:spPr>
        <p:txBody>
          <a:bodyPr>
            <a:spAutoFit/>
          </a:bodyPr>
          <a:lstStyle/>
          <a:p>
            <a:pPr algn="ctr">
              <a:defRPr sz="1600">
                <a:solidFill>
                  <a:schemeClr val="accent3"/>
                </a:solidFill>
              </a:defRPr>
            </a:pPr>
            <a:r>
              <a:t>Utilisé pour définir des données IP telles que des adresses IP, des masques de sous-réseau.</a:t>
            </a:r>
            <a:endParaRPr sz="1600">
              <a:solidFill>
                <a:schemeClr val="accent3"/>
              </a:solidFill>
            </a:endParaRPr>
          </a:p>
        </p:txBody>
      </p:sp>
      <p:grpSp>
        <p:nvGrpSpPr>
          <p:cNvPr id="11" name="Group 10">
            <a:extLst>
              <a:ext uri="{FF2B5EF4-FFF2-40B4-BE49-F238E27FC236}">
                <a16:creationId xmlns:a16="http://schemas.microsoft.com/office/drawing/2014/main" id="{DF5B2B12-DEA0-4533-93AF-B859C6FD710F}"/>
              </a:ext>
            </a:extLst>
          </p:cNvPr>
          <p:cNvGrpSpPr>
            <a:grpSpLocks/>
          </p:cNvGrpSpPr>
          <p:nvPr/>
        </p:nvGrpSpPr>
        <p:grpSpPr bwMode="auto">
          <a:xfrm>
            <a:off x="2915816" y="2860374"/>
            <a:ext cx="3155951" cy="3376938"/>
            <a:chOff x="3040868" y="2764316"/>
            <a:chExt cx="3156004" cy="3694248"/>
          </a:xfrm>
          <a:solidFill>
            <a:schemeClr val="bg2">
              <a:lumMod val="60000"/>
              <a:lumOff val="40000"/>
            </a:schemeClr>
          </a:solidFill>
        </p:grpSpPr>
        <p:sp>
          <p:nvSpPr>
            <p:cNvPr id="12" name="Pentagon 5">
              <a:extLst>
                <a:ext uri="{FF2B5EF4-FFF2-40B4-BE49-F238E27FC236}">
                  <a16:creationId xmlns:a16="http://schemas.microsoft.com/office/drawing/2014/main" id="{9B38A1E1-3593-46BE-BDE1-E6D378507B98}"/>
                </a:ext>
              </a:extLst>
            </p:cNvPr>
            <p:cNvSpPr/>
            <p:nvPr/>
          </p:nvSpPr>
          <p:spPr>
            <a:xfrm rot="16200000">
              <a:off x="2771746" y="3033438"/>
              <a:ext cx="3694248" cy="3156003"/>
            </a:xfrm>
            <a:prstGeom prst="homePlate">
              <a:avLst/>
            </a:prstGeom>
            <a:grpFill/>
            <a:ln>
              <a:solidFill>
                <a:srgbClr val="00B05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a:p>
          </p:txBody>
        </p:sp>
        <p:sp>
          <p:nvSpPr>
            <p:cNvPr id="13" name="TextBox 12">
              <a:extLst>
                <a:ext uri="{FF2B5EF4-FFF2-40B4-BE49-F238E27FC236}">
                  <a16:creationId xmlns:a16="http://schemas.microsoft.com/office/drawing/2014/main" id="{A11FE165-8551-4D08-A842-212EAD918A77}"/>
                </a:ext>
              </a:extLst>
            </p:cNvPr>
            <p:cNvSpPr txBox="1"/>
            <p:nvPr/>
          </p:nvSpPr>
          <p:spPr>
            <a:xfrm>
              <a:off x="3086908" y="4413789"/>
              <a:ext cx="3109964" cy="584797"/>
            </a:xfrm>
            <a:prstGeom prst="rect">
              <a:avLst/>
            </a:prstGeom>
            <a:grpFill/>
          </p:spPr>
          <p:txBody>
            <a:bodyPr>
              <a:spAutoFit/>
            </a:bodyPr>
            <a:lstStyle/>
            <a:p>
              <a:pPr algn="ctr">
                <a:defRPr sz="1600" b="1">
                  <a:solidFill>
                    <a:schemeClr val="bg2">
                      <a:lumMod val="10000"/>
                    </a:schemeClr>
                  </a:solidFill>
                </a:defRPr>
              </a:pPr>
              <a:r>
                <a:t>"Routage du Bus → KNXnet/IP"</a:t>
              </a:r>
            </a:p>
            <a:p>
              <a:pPr algn="ctr">
                <a:defRPr sz="1600" b="1">
                  <a:solidFill>
                    <a:schemeClr val="bg2">
                      <a:lumMod val="10000"/>
                    </a:schemeClr>
                  </a:solidFill>
                </a:defRPr>
              </a:pPr>
              <a:r>
                <a:t>"Routage KNXnet/IP → Bus"</a:t>
              </a:r>
              <a:endParaRPr sz="1600" b="1">
                <a:solidFill>
                  <a:schemeClr val="bg2">
                    <a:lumMod val="10000"/>
                  </a:schemeClr>
                </a:solidFill>
              </a:endParaRPr>
            </a:p>
          </p:txBody>
        </p:sp>
      </p:grpSp>
      <p:sp>
        <p:nvSpPr>
          <p:cNvPr id="14" name="Rectangle 13">
            <a:extLst>
              <a:ext uri="{FF2B5EF4-FFF2-40B4-BE49-F238E27FC236}">
                <a16:creationId xmlns:a16="http://schemas.microsoft.com/office/drawing/2014/main" id="{63FA729A-5E1C-4E5B-9449-9D14458A4FAC}"/>
              </a:ext>
            </a:extLst>
          </p:cNvPr>
          <p:cNvSpPr/>
          <p:nvPr/>
        </p:nvSpPr>
        <p:spPr>
          <a:xfrm>
            <a:off x="2951163" y="5201749"/>
            <a:ext cx="3157537" cy="831850"/>
          </a:xfrm>
          <a:prstGeom prst="rect">
            <a:avLst/>
          </a:prstGeom>
        </p:spPr>
        <p:txBody>
          <a:bodyPr>
            <a:spAutoFit/>
          </a:bodyPr>
          <a:lstStyle/>
          <a:p>
            <a:pPr>
              <a:defRPr sz="1600">
                <a:solidFill>
                  <a:schemeClr val="bg2">
                    <a:lumMod val="10000"/>
                  </a:schemeClr>
                </a:solidFill>
              </a:defRPr>
            </a:pPr>
            <a:r>
              <a:t>Réglages :</a:t>
            </a:r>
            <a:endParaRPr sz="1600">
              <a:solidFill>
                <a:schemeClr val="bg2">
                  <a:lumMod val="10000"/>
                </a:schemeClr>
              </a:solidFill>
            </a:endParaRPr>
          </a:p>
          <a:p>
            <a:pPr marL="342900" indent="-342900">
              <a:buFontTx/>
              <a:buAutoNum type="arabicPeriod"/>
              <a:defRPr sz="1600">
                <a:solidFill>
                  <a:schemeClr val="bg2">
                    <a:lumMod val="10000"/>
                  </a:schemeClr>
                </a:solidFill>
              </a:defRPr>
            </a:pPr>
            <a:r>
              <a:t>Comportement du filtre</a:t>
            </a:r>
          </a:p>
          <a:p>
            <a:pPr marL="342900" indent="-342900">
              <a:buFontTx/>
              <a:buAutoNum type="arabicPeriod"/>
              <a:defRPr sz="1600">
                <a:solidFill>
                  <a:schemeClr val="bg2">
                    <a:lumMod val="10000"/>
                  </a:schemeClr>
                </a:solidFill>
              </a:defRPr>
            </a:pPr>
            <a:r>
              <a:t>Confirmation de Télégramme</a:t>
            </a:r>
          </a:p>
        </p:txBody>
      </p:sp>
    </p:spTree>
    <p:extLst>
      <p:ext uri="{BB962C8B-B14F-4D97-AF65-F5344CB8AC3E}">
        <p14:creationId xmlns:p14="http://schemas.microsoft.com/office/powerpoint/2010/main" val="3605167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9817A7-B110-4D02-9B3F-1041862CA603}"/>
              </a:ext>
            </a:extLst>
          </p:cNvPr>
          <p:cNvSpPr/>
          <p:nvPr/>
        </p:nvSpPr>
        <p:spPr>
          <a:xfrm>
            <a:off x="1115616" y="2924944"/>
            <a:ext cx="7632848" cy="1368152"/>
          </a:xfrm>
          <a:prstGeom prst="rect">
            <a:avLst/>
          </a:prstGeom>
        </p:spPr>
        <p:txBody>
          <a:bodyPr/>
          <a:lstStyle/>
          <a:p>
            <a:pPr eaLnBrk="0" hangingPunct="0">
              <a:spcBef>
                <a:spcPct val="20000"/>
              </a:spcBef>
              <a:buClr>
                <a:srgbClr val="369226"/>
              </a:buClr>
              <a:buFont typeface="Wingdings" pitchFamily="2" charset="2"/>
              <a:defRPr sz="2800" b="1">
                <a:solidFill>
                  <a:srgbClr val="0C4B9D"/>
                </a:solidFill>
                <a:latin typeface="+mj-lt"/>
                <a:ea typeface="+mj-ea"/>
                <a:cs typeface="+mj-cs"/>
              </a:defRPr>
            </a:pPr>
            <a:r>
              <a:t>Renseignements supplémentaires / Annexe informative</a:t>
            </a:r>
            <a:endParaRPr sz="2800" b="1">
              <a:solidFill>
                <a:srgbClr val="0C4B9D"/>
              </a:solidFill>
              <a:latin typeface="+mj-lt"/>
              <a:ea typeface="+mj-ea"/>
              <a:cs typeface="+mj-cs"/>
            </a:endParaRPr>
          </a:p>
        </p:txBody>
      </p:sp>
    </p:spTree>
    <p:extLst>
      <p:ext uri="{BB962C8B-B14F-4D97-AF65-F5344CB8AC3E}">
        <p14:creationId xmlns:p14="http://schemas.microsoft.com/office/powerpoint/2010/main" val="22350146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B2986-009B-4FE3-B91D-0B0EB9974D1F}"/>
              </a:ext>
            </a:extLst>
          </p:cNvPr>
          <p:cNvSpPr>
            <a:spLocks noGrp="1"/>
          </p:cNvSpPr>
          <p:nvPr>
            <p:ph type="title"/>
          </p:nvPr>
        </p:nvSpPr>
        <p:spPr/>
        <p:txBody>
          <a:bodyPr/>
          <a:lstStyle/>
          <a:p>
            <a:r>
              <a:t>Coupleurs Power Line (CPL)</a:t>
            </a:r>
          </a:p>
        </p:txBody>
      </p:sp>
      <p:pic>
        <p:nvPicPr>
          <p:cNvPr id="4" name="Picture 4">
            <a:extLst>
              <a:ext uri="{FF2B5EF4-FFF2-40B4-BE49-F238E27FC236}">
                <a16:creationId xmlns:a16="http://schemas.microsoft.com/office/drawing/2014/main" id="{924D75E2-4793-43A4-BD03-53DA6B5E378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27029" y="1341190"/>
            <a:ext cx="6289941" cy="5040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63126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B2986-009B-4FE3-B91D-0B0EB9974D1F}"/>
              </a:ext>
            </a:extLst>
          </p:cNvPr>
          <p:cNvSpPr>
            <a:spLocks noGrp="1"/>
          </p:cNvSpPr>
          <p:nvPr>
            <p:ph type="title"/>
          </p:nvPr>
        </p:nvSpPr>
        <p:spPr>
          <a:xfrm>
            <a:off x="900113" y="476250"/>
            <a:ext cx="6696223" cy="719138"/>
          </a:xfrm>
        </p:spPr>
        <p:txBody>
          <a:bodyPr/>
          <a:lstStyle/>
          <a:p>
            <a:r>
              <a:t>Structure du Coupleur de média TP-PL</a:t>
            </a:r>
          </a:p>
        </p:txBody>
      </p:sp>
      <p:pic>
        <p:nvPicPr>
          <p:cNvPr id="3" name="Picture 2">
            <a:extLst>
              <a:ext uri="{FF2B5EF4-FFF2-40B4-BE49-F238E27FC236}">
                <a16:creationId xmlns:a16="http://schemas.microsoft.com/office/drawing/2014/main" id="{789484B1-FD93-48DC-8BF7-5C8397F4EA0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444208" y="1628800"/>
            <a:ext cx="2520280" cy="2559923"/>
          </a:xfrm>
          <a:prstGeom prst="rect">
            <a:avLst/>
          </a:prstGeom>
          <a:noFill/>
          <a:ln>
            <a:noFill/>
          </a:ln>
        </p:spPr>
      </p:pic>
      <p:sp>
        <p:nvSpPr>
          <p:cNvPr id="4" name="Content Placeholder 1">
            <a:extLst>
              <a:ext uri="{FF2B5EF4-FFF2-40B4-BE49-F238E27FC236}">
                <a16:creationId xmlns:a16="http://schemas.microsoft.com/office/drawing/2014/main" id="{6E32D2C4-8190-4E96-AEFE-4A245FAB4351}"/>
              </a:ext>
            </a:extLst>
          </p:cNvPr>
          <p:cNvSpPr txBox="1">
            <a:spLocks/>
          </p:cNvSpPr>
          <p:nvPr/>
        </p:nvSpPr>
        <p:spPr>
          <a:xfrm>
            <a:off x="971600" y="1412875"/>
            <a:ext cx="7272808"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None/>
              <a:defRPr sz="2000">
                <a:solidFill>
                  <a:srgbClr val="00B050"/>
                </a:solidFill>
              </a:defRPr>
            </a:pPr>
            <a:r>
              <a:t>Contient :</a:t>
            </a:r>
          </a:p>
          <a:p>
            <a:pPr>
              <a:lnSpc>
                <a:spcPct val="150000"/>
              </a:lnSpc>
              <a:defRPr sz="2000">
                <a:solidFill>
                  <a:schemeClr val="tx1"/>
                </a:solidFill>
              </a:defRPr>
            </a:pPr>
            <a:r>
              <a:t>Répéteur du courant porteur</a:t>
            </a:r>
          </a:p>
          <a:p>
            <a:pPr>
              <a:lnSpc>
                <a:spcPct val="150000"/>
              </a:lnSpc>
              <a:defRPr sz="2000">
                <a:solidFill>
                  <a:schemeClr val="tx1"/>
                </a:solidFill>
              </a:defRPr>
            </a:pPr>
            <a:r>
              <a:t>Coupler bus TP avec BCU spécial</a:t>
            </a:r>
          </a:p>
          <a:p>
            <a:pPr>
              <a:lnSpc>
                <a:spcPct val="150000"/>
              </a:lnSpc>
              <a:defRPr sz="2000">
                <a:solidFill>
                  <a:schemeClr val="tx1"/>
                </a:solidFill>
              </a:defRPr>
            </a:pPr>
            <a:r>
              <a:t>Alimentation pour jusqu'à cinq composants TP</a:t>
            </a:r>
          </a:p>
          <a:p>
            <a:pPr lvl="1"/>
            <a:endParaRPr sz="2000" kern="0">
              <a:solidFill>
                <a:schemeClr val="tx1"/>
              </a:solidFill>
            </a:endParaRPr>
          </a:p>
          <a:p>
            <a:pPr marL="0" indent="0">
              <a:buFont typeface="Wingdings" pitchFamily="2" charset="2"/>
              <a:buNone/>
            </a:pPr>
            <a:endParaRPr sz="2400" kern="0"/>
          </a:p>
          <a:p>
            <a:pPr marL="0" indent="0">
              <a:buFont typeface="Wingdings" pitchFamily="2" charset="2"/>
              <a:buNone/>
            </a:pPr>
            <a:endParaRPr sz="800" kern="0"/>
          </a:p>
          <a:p>
            <a:pPr algn="just">
              <a:lnSpc>
                <a:spcPct val="150000"/>
              </a:lnSpc>
              <a:defRPr sz="2000">
                <a:solidFill>
                  <a:schemeClr val="bg2">
                    <a:lumMod val="10000"/>
                  </a:schemeClr>
                </a:solidFill>
                <a:latin typeface="Arial" panose="020B0604020202020204" pitchFamily="34" charset="0"/>
                <a:cs typeface="Arial" panose="020B0604020202020204" pitchFamily="34" charset="0"/>
              </a:defRPr>
            </a:pPr>
            <a:r>
              <a:t>Le coupleur de média fonctionne simultanément comme un répétiteur</a:t>
            </a:r>
          </a:p>
          <a:p>
            <a:pPr algn="just">
              <a:lnSpc>
                <a:spcPct val="150000"/>
              </a:lnSpc>
              <a:defRPr sz="2000">
                <a:solidFill>
                  <a:schemeClr val="bg2">
                    <a:lumMod val="10000"/>
                  </a:schemeClr>
                </a:solidFill>
                <a:latin typeface="Arial" panose="020B0604020202020204" pitchFamily="34" charset="0"/>
                <a:cs typeface="Arial" panose="020B0604020202020204" pitchFamily="34" charset="0"/>
              </a:defRPr>
            </a:pPr>
            <a:r>
              <a:t>L'interface de données doit toujours être insérée dans le même support que l'appareil à programmer</a:t>
            </a:r>
          </a:p>
        </p:txBody>
      </p:sp>
    </p:spTree>
    <p:extLst>
      <p:ext uri="{BB962C8B-B14F-4D97-AF65-F5344CB8AC3E}">
        <p14:creationId xmlns:p14="http://schemas.microsoft.com/office/powerpoint/2010/main" val="13736395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AD258-9F8D-4148-98DE-2AA6A36C3C59}"/>
              </a:ext>
            </a:extLst>
          </p:cNvPr>
          <p:cNvSpPr>
            <a:spLocks noGrp="1"/>
          </p:cNvSpPr>
          <p:nvPr>
            <p:ph type="title"/>
          </p:nvPr>
        </p:nvSpPr>
        <p:spPr/>
        <p:txBody>
          <a:bodyPr/>
          <a:lstStyle/>
          <a:p>
            <a:r>
              <a:t>Coupleurs pour Installations RF</a:t>
            </a:r>
          </a:p>
        </p:txBody>
      </p:sp>
      <p:pic>
        <p:nvPicPr>
          <p:cNvPr id="3" name="Picture 2">
            <a:extLst>
              <a:ext uri="{FF2B5EF4-FFF2-40B4-BE49-F238E27FC236}">
                <a16:creationId xmlns:a16="http://schemas.microsoft.com/office/drawing/2014/main" id="{FD25AA8D-8885-7B83-1C16-4D70308EB3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91593" y="1230479"/>
            <a:ext cx="7467600"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27189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f47fad2980124742eb3a1b2ef6477a9279f5fc26"/>
  <p:tag name="ISPRING_RESOURCE_PATHS_HASH_PRESENTER" val="afe921d51fb26fdb5fa66f1b85c65c336fff"/>
</p:tagLst>
</file>

<file path=ppt/theme/theme1.xml><?xml version="1.0" encoding="utf-8"?>
<a:theme xmlns:a="http://schemas.openxmlformats.org/drawingml/2006/main" name="Training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2" id="{FBEFB063-18B4-47A3-AFC2-88D58203559B}" vid="{76D4A2F0-3A75-437D-877A-8CC66E725EB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6465</TotalTime>
  <Words>7000</Words>
  <Application>Microsoft Office PowerPoint</Application>
  <PresentationFormat>On-screen Show (4:3)</PresentationFormat>
  <Paragraphs>631</Paragraphs>
  <Slides>29</Slides>
  <Notes>29</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8" baseType="lpstr">
      <vt:lpstr>ＭＳ Ｐゴシック</vt:lpstr>
      <vt:lpstr>Arial</vt:lpstr>
      <vt:lpstr>Bahnschrift</vt:lpstr>
      <vt:lpstr>Calibri</vt:lpstr>
      <vt:lpstr>Gotham Light</vt:lpstr>
      <vt:lpstr>Gotham Medium</vt:lpstr>
      <vt:lpstr>Wingdings</vt:lpstr>
      <vt:lpstr>Training 2</vt:lpstr>
      <vt:lpstr>Microsoft Visio Drawing</vt:lpstr>
      <vt:lpstr>KNX Advanced Course</vt:lpstr>
      <vt:lpstr>Couplers</vt:lpstr>
      <vt:lpstr>Type of Couplers</vt:lpstr>
      <vt:lpstr>Couplers vs gateways</vt:lpstr>
      <vt:lpstr>TP1 Coupler</vt:lpstr>
      <vt:lpstr>TP-TP Coupler – Old and New Design</vt:lpstr>
      <vt:lpstr>Parameters of Couplers</vt:lpstr>
      <vt:lpstr>Special Configuration Use cases</vt:lpstr>
      <vt:lpstr>Parameters of Line Repeaters</vt:lpstr>
      <vt:lpstr>Routing</vt:lpstr>
      <vt:lpstr>Routing for Physically Addressed Telegrams</vt:lpstr>
      <vt:lpstr>Routing for Group Telegrams </vt:lpstr>
      <vt:lpstr>Telegram Transmission “Step by Step”</vt:lpstr>
      <vt:lpstr>PowerPoint Presentation</vt:lpstr>
      <vt:lpstr>Remarks </vt:lpstr>
      <vt:lpstr>Editing the Filter Table</vt:lpstr>
      <vt:lpstr>Media Couplers</vt:lpstr>
      <vt:lpstr>TP-IP Router</vt:lpstr>
      <vt:lpstr>TP-IP Router: main features</vt:lpstr>
      <vt:lpstr>IP Router as Backbone Coupler</vt:lpstr>
      <vt:lpstr>IP Router as Line Coupler</vt:lpstr>
      <vt:lpstr>IP Router as Line and Backbone Coupler</vt:lpstr>
      <vt:lpstr>IP Router as Backbone/Network Coupler</vt:lpstr>
      <vt:lpstr>Network Settings</vt:lpstr>
      <vt:lpstr>Parameters of the IP Router</vt:lpstr>
      <vt:lpstr>PowerPoint Presentation</vt:lpstr>
      <vt:lpstr>Couplers for Powerline Installations</vt:lpstr>
      <vt:lpstr>Structure of the TP-PL Media Coupler</vt:lpstr>
      <vt:lpstr>Couplers for RF Installations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 Communication</dc:title>
  <dc:creator>KNX Association;R. Hernandez</dc:creator>
  <cp:lastModifiedBy>Ufuk Unal</cp:lastModifiedBy>
  <cp:revision>273</cp:revision>
  <dcterms:created xsi:type="dcterms:W3CDTF">2012-09-10T07:59:43Z</dcterms:created>
  <dcterms:modified xsi:type="dcterms:W3CDTF">2024-12-23T09:07:24Z</dcterms:modified>
</cp:coreProperties>
</file>